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954963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5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A00CA-6ABE-4733-B02F-CA0C497680C6}" v="2" dt="2025-03-12T15:48:39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213" d="100"/>
          <a:sy n="213" d="100"/>
        </p:scale>
        <p:origin x="75" y="840"/>
      </p:cViewPr>
      <p:guideLst>
        <p:guide orient="horz" pos="864"/>
        <p:guide pos="25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 He" userId="53f25fbde486d948" providerId="LiveId" clId="{D526E5EF-F63E-473A-9484-5EF94E5B3BF0}"/>
    <pc:docChg chg="modSld">
      <pc:chgData name="Hao He" userId="53f25fbde486d948" providerId="LiveId" clId="{D526E5EF-F63E-473A-9484-5EF94E5B3BF0}" dt="2024-10-23T23:46:48.698" v="35" actId="20577"/>
      <pc:docMkLst>
        <pc:docMk/>
      </pc:docMkLst>
      <pc:sldChg chg="modSp">
        <pc:chgData name="Hao He" userId="53f25fbde486d948" providerId="LiveId" clId="{D526E5EF-F63E-473A-9484-5EF94E5B3BF0}" dt="2024-10-23T23:46:48.698" v="35" actId="20577"/>
        <pc:sldMkLst>
          <pc:docMk/>
          <pc:sldMk cId="1272184480" sldId="256"/>
        </pc:sldMkLst>
      </pc:sldChg>
    </pc:docChg>
  </pc:docChgLst>
  <pc:docChgLst>
    <pc:chgData name="Hao He" userId="53f25fbde486d948" providerId="LiveId" clId="{9D158047-AAD1-4FD8-9861-6E81AC604E2F}"/>
    <pc:docChg chg="undo custSel addSld modSld modMainMaster">
      <pc:chgData name="Hao He" userId="53f25fbde486d948" providerId="LiveId" clId="{9D158047-AAD1-4FD8-9861-6E81AC604E2F}" dt="2024-11-14T19:32:43.409" v="1780" actId="20577"/>
      <pc:docMkLst>
        <pc:docMk/>
      </pc:docMkLst>
      <pc:sldChg chg="addSp delSp modSp new mod">
        <pc:chgData name="Hao He" userId="53f25fbde486d948" providerId="LiveId" clId="{9D158047-AAD1-4FD8-9861-6E81AC604E2F}" dt="2024-11-14T19:32:43.409" v="1780" actId="20577"/>
        <pc:sldMkLst>
          <pc:docMk/>
          <pc:sldMk cId="1272184480" sldId="256"/>
        </pc:sldMkLst>
      </pc:sldChg>
      <pc:sldMasterChg chg="modSldLayout">
        <pc:chgData name="Hao He" userId="53f25fbde486d948" providerId="LiveId" clId="{9D158047-AAD1-4FD8-9861-6E81AC604E2F}" dt="2024-10-22T21:32:01.229" v="1" actId="735"/>
        <pc:sldMasterMkLst>
          <pc:docMk/>
          <pc:sldMasterMk cId="2311711702" sldId="2147483648"/>
        </pc:sldMasterMkLst>
        <pc:sldLayoutChg chg="modSp">
          <pc:chgData name="Hao He" userId="53f25fbde486d948" providerId="LiveId" clId="{9D158047-AAD1-4FD8-9861-6E81AC604E2F}" dt="2024-10-22T21:32:01.229" v="1" actId="735"/>
          <pc:sldLayoutMkLst>
            <pc:docMk/>
            <pc:sldMasterMk cId="2311711702" sldId="2147483648"/>
            <pc:sldLayoutMk cId="1712494732" sldId="2147483649"/>
          </pc:sldLayoutMkLst>
        </pc:sldLayoutChg>
      </pc:sldMasterChg>
      <pc:sldMasterChg chg="modSp modSldLayout">
        <pc:chgData name="Hao He" userId="53f25fbde486d948" providerId="LiveId" clId="{9D158047-AAD1-4FD8-9861-6E81AC604E2F}" dt="2024-10-22T22:22:16.590" v="1410"/>
        <pc:sldMasterMkLst>
          <pc:docMk/>
          <pc:sldMasterMk cId="1526421683" sldId="2147483660"/>
        </pc:sldMasterMkLst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3907134760" sldId="2147483661"/>
          </pc:sldLayoutMkLst>
        </pc:sldLayoutChg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4251693339" sldId="2147483663"/>
          </pc:sldLayoutMkLst>
        </pc:sldLayoutChg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279108494" sldId="2147483664"/>
          </pc:sldLayoutMkLst>
        </pc:sldLayoutChg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3273162947" sldId="2147483665"/>
          </pc:sldLayoutMkLst>
        </pc:sldLayoutChg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784271798" sldId="2147483668"/>
          </pc:sldLayoutMkLst>
        </pc:sldLayoutChg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1172905509" sldId="2147483669"/>
          </pc:sldLayoutMkLst>
        </pc:sldLayoutChg>
        <pc:sldLayoutChg chg="modSp">
          <pc:chgData name="Hao He" userId="53f25fbde486d948" providerId="LiveId" clId="{9D158047-AAD1-4FD8-9861-6E81AC604E2F}" dt="2024-10-22T22:22:16.590" v="1410"/>
          <pc:sldLayoutMkLst>
            <pc:docMk/>
            <pc:sldMasterMk cId="1526421683" sldId="2147483660"/>
            <pc:sldLayoutMk cId="2801325491" sldId="2147483671"/>
          </pc:sldLayoutMkLst>
        </pc:sldLayoutChg>
      </pc:sldMasterChg>
    </pc:docChg>
  </pc:docChgLst>
  <pc:docChgLst>
    <pc:chgData name="Hao He" userId="53f25fbde486d948" providerId="LiveId" clId="{43EC0897-0D95-DB41-984B-9FBD2F9FA500}"/>
    <pc:docChg chg="custSel modSld">
      <pc:chgData name="Hao He" userId="53f25fbde486d948" providerId="LiveId" clId="{43EC0897-0D95-DB41-984B-9FBD2F9FA500}" dt="2024-10-24T18:03:23.673" v="21" actId="1038"/>
      <pc:docMkLst>
        <pc:docMk/>
      </pc:docMkLst>
      <pc:sldChg chg="delSp modSp mod">
        <pc:chgData name="Hao He" userId="53f25fbde486d948" providerId="LiveId" clId="{43EC0897-0D95-DB41-984B-9FBD2F9FA500}" dt="2024-10-24T18:03:23.673" v="21" actId="1038"/>
        <pc:sldMkLst>
          <pc:docMk/>
          <pc:sldMk cId="1272184480" sldId="256"/>
        </pc:sldMkLst>
      </pc:sldChg>
    </pc:docChg>
  </pc:docChgLst>
  <pc:docChgLst>
    <pc:chgData name="Hao He" userId="53f25fbde486d948" providerId="LiveId" clId="{66EA00CA-6ABE-4733-B02F-CA0C497680C6}"/>
    <pc:docChg chg="undo custSel modSld">
      <pc:chgData name="Hao He" userId="53f25fbde486d948" providerId="LiveId" clId="{66EA00CA-6ABE-4733-B02F-CA0C497680C6}" dt="2025-03-12T15:48:52.815" v="120" actId="1035"/>
      <pc:docMkLst>
        <pc:docMk/>
      </pc:docMkLst>
      <pc:sldChg chg="modSp mod">
        <pc:chgData name="Hao He" userId="53f25fbde486d948" providerId="LiveId" clId="{66EA00CA-6ABE-4733-B02F-CA0C497680C6}" dt="2025-03-12T15:48:52.815" v="120" actId="1035"/>
        <pc:sldMkLst>
          <pc:docMk/>
          <pc:sldMk cId="1272184480" sldId="256"/>
        </pc:sldMkLst>
        <pc:spChg chg="mod">
          <ac:chgData name="Hao He" userId="53f25fbde486d948" providerId="LiveId" clId="{66EA00CA-6ABE-4733-B02F-CA0C497680C6}" dt="2025-03-12T15:46:53.510" v="40" actId="1076"/>
          <ac:spMkLst>
            <pc:docMk/>
            <pc:sldMk cId="1272184480" sldId="256"/>
            <ac:spMk id="3" creationId="{459DBC62-0EBD-415C-646B-B2175643D851}"/>
          </ac:spMkLst>
        </pc:spChg>
        <pc:spChg chg="mod">
          <ac:chgData name="Hao He" userId="53f25fbde486d948" providerId="LiveId" clId="{66EA00CA-6ABE-4733-B02F-CA0C497680C6}" dt="2025-03-12T15:48:20.400" v="101" actId="1037"/>
          <ac:spMkLst>
            <pc:docMk/>
            <pc:sldMk cId="1272184480" sldId="256"/>
            <ac:spMk id="5" creationId="{EE0A6BCE-69FD-7B4A-12C9-EE91DEBAAF69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17" creationId="{3FB245F6-FF2A-7166-D2A3-DE3C7B51984C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25" creationId="{169C90D6-ACCF-775A-77B7-79C0DFBAE48B}"/>
          </ac:spMkLst>
        </pc:spChg>
        <pc:spChg chg="mod">
          <ac:chgData name="Hao He" userId="53f25fbde486d948" providerId="LiveId" clId="{66EA00CA-6ABE-4733-B02F-CA0C497680C6}" dt="2025-03-12T15:47:20.163" v="51" actId="1076"/>
          <ac:spMkLst>
            <pc:docMk/>
            <pc:sldMk cId="1272184480" sldId="256"/>
            <ac:spMk id="27" creationId="{DA10A980-9333-F0E1-F476-814A508D501C}"/>
          </ac:spMkLst>
        </pc:spChg>
        <pc:spChg chg="mod">
          <ac:chgData name="Hao He" userId="53f25fbde486d948" providerId="LiveId" clId="{66EA00CA-6ABE-4733-B02F-CA0C497680C6}" dt="2025-03-12T15:46:41" v="36" actId="1035"/>
          <ac:spMkLst>
            <pc:docMk/>
            <pc:sldMk cId="1272184480" sldId="256"/>
            <ac:spMk id="29" creationId="{5BF114A6-B3FD-7482-A922-E6391B45F7CE}"/>
          </ac:spMkLst>
        </pc:spChg>
        <pc:spChg chg="mod">
          <ac:chgData name="Hao He" userId="53f25fbde486d948" providerId="LiveId" clId="{66EA00CA-6ABE-4733-B02F-CA0C497680C6}" dt="2025-03-12T15:48:52.815" v="120" actId="1035"/>
          <ac:spMkLst>
            <pc:docMk/>
            <pc:sldMk cId="1272184480" sldId="256"/>
            <ac:spMk id="34" creationId="{63669050-5414-17C2-BF75-946C011DCB49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44" creationId="{D7AA5D2A-8439-DAAF-B7DB-B4F1C5E6FB8F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47" creationId="{E79920ED-74AE-E398-C0DE-87B6BEE3E90A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49" creationId="{70DA1EEF-FC71-2697-CEFF-2012097F431E}"/>
          </ac:spMkLst>
        </pc:spChg>
        <pc:spChg chg="mod">
          <ac:chgData name="Hao He" userId="53f25fbde486d948" providerId="LiveId" clId="{66EA00CA-6ABE-4733-B02F-CA0C497680C6}" dt="2025-03-12T15:47:11.998" v="47" actId="1076"/>
          <ac:spMkLst>
            <pc:docMk/>
            <pc:sldMk cId="1272184480" sldId="256"/>
            <ac:spMk id="51" creationId="{0D97EB86-5113-6591-0E1F-6EB8A776DB4F}"/>
          </ac:spMkLst>
        </pc:spChg>
        <pc:spChg chg="mod">
          <ac:chgData name="Hao He" userId="53f25fbde486d948" providerId="LiveId" clId="{66EA00CA-6ABE-4733-B02F-CA0C497680C6}" dt="2025-03-12T15:47:13.771" v="48" actId="1076"/>
          <ac:spMkLst>
            <pc:docMk/>
            <pc:sldMk cId="1272184480" sldId="256"/>
            <ac:spMk id="52" creationId="{CE509175-1B7A-A448-EAAC-09F336EF4522}"/>
          </ac:spMkLst>
        </pc:spChg>
        <pc:spChg chg="mod">
          <ac:chgData name="Hao He" userId="53f25fbde486d948" providerId="LiveId" clId="{66EA00CA-6ABE-4733-B02F-CA0C497680C6}" dt="2025-03-12T15:47:00.957" v="41" actId="14100"/>
          <ac:spMkLst>
            <pc:docMk/>
            <pc:sldMk cId="1272184480" sldId="256"/>
            <ac:spMk id="53" creationId="{1D907CFF-5232-274B-7E60-5C42192AF21C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87" creationId="{A911D002-2243-68EF-A150-86867404825A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103" creationId="{4EAA0E82-725F-8BE4-6A50-5200280D7D57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106" creationId="{058D614B-1D2C-0B6E-4F30-FED3E02C07F0}"/>
          </ac:spMkLst>
        </pc:spChg>
        <pc:spChg chg="mod">
          <ac:chgData name="Hao He" userId="53f25fbde486d948" providerId="LiveId" clId="{66EA00CA-6ABE-4733-B02F-CA0C497680C6}" dt="2025-03-12T15:48:48.161" v="117" actId="1037"/>
          <ac:spMkLst>
            <pc:docMk/>
            <pc:sldMk cId="1272184480" sldId="256"/>
            <ac:spMk id="123" creationId="{30BEA589-D842-3595-A3BF-DAE54ADD41AB}"/>
          </ac:spMkLst>
        </pc:spChg>
        <pc:spChg chg="mod">
          <ac:chgData name="Hao He" userId="53f25fbde486d948" providerId="LiveId" clId="{66EA00CA-6ABE-4733-B02F-CA0C497680C6}" dt="2025-03-12T15:46:05.606" v="5" actId="1076"/>
          <ac:spMkLst>
            <pc:docMk/>
            <pc:sldMk cId="1272184480" sldId="256"/>
            <ac:spMk id="147" creationId="{A7F84700-B201-4CE1-4B32-113A2D4D4A9B}"/>
          </ac:spMkLst>
        </pc:spChg>
        <pc:graphicFrameChg chg="mod">
          <ac:chgData name="Hao He" userId="53f25fbde486d948" providerId="LiveId" clId="{66EA00CA-6ABE-4733-B02F-CA0C497680C6}" dt="2025-03-12T15:46:05.606" v="5" actId="1076"/>
          <ac:graphicFrameMkLst>
            <pc:docMk/>
            <pc:sldMk cId="1272184480" sldId="256"/>
            <ac:graphicFrameMk id="148" creationId="{6EB0614E-EDE8-8368-09FC-E3C3A54969E2}"/>
          </ac:graphicFrameMkLst>
        </pc:graphicFrameChg>
        <pc:picChg chg="mod">
          <ac:chgData name="Hao He" userId="53f25fbde486d948" providerId="LiveId" clId="{66EA00CA-6ABE-4733-B02F-CA0C497680C6}" dt="2025-03-12T15:46:49.043" v="39" actId="1076"/>
          <ac:picMkLst>
            <pc:docMk/>
            <pc:sldMk cId="1272184480" sldId="256"/>
            <ac:picMk id="2" creationId="{3DAA874C-C6D2-8905-F9C7-7BA56DD06E61}"/>
          </ac:picMkLst>
        </pc:picChg>
        <pc:picChg chg="mod">
          <ac:chgData name="Hao He" userId="53f25fbde486d948" providerId="LiveId" clId="{66EA00CA-6ABE-4733-B02F-CA0C497680C6}" dt="2025-03-12T15:48:20.400" v="101" actId="1037"/>
          <ac:picMkLst>
            <pc:docMk/>
            <pc:sldMk cId="1272184480" sldId="256"/>
            <ac:picMk id="7" creationId="{C98E38E8-9D4C-0602-BB48-11AAE95197F1}"/>
          </ac:picMkLst>
        </pc:picChg>
        <pc:picChg chg="mod">
          <ac:chgData name="Hao He" userId="53f25fbde486d948" providerId="LiveId" clId="{66EA00CA-6ABE-4733-B02F-CA0C497680C6}" dt="2025-03-12T15:46:41" v="36" actId="1035"/>
          <ac:picMkLst>
            <pc:docMk/>
            <pc:sldMk cId="1272184480" sldId="256"/>
            <ac:picMk id="33" creationId="{E8ABB391-2873-8EE7-4C54-B90D05B79153}"/>
          </ac:picMkLst>
        </pc:picChg>
        <pc:picChg chg="mod">
          <ac:chgData name="Hao He" userId="53f25fbde486d948" providerId="LiveId" clId="{66EA00CA-6ABE-4733-B02F-CA0C497680C6}" dt="2025-03-12T15:46:44.140" v="37" actId="1076"/>
          <ac:picMkLst>
            <pc:docMk/>
            <pc:sldMk cId="1272184480" sldId="256"/>
            <ac:picMk id="54" creationId="{2BA9F7E8-7C01-E63A-C43F-AD4D38435093}"/>
          </ac:picMkLst>
        </pc:picChg>
        <pc:picChg chg="mod">
          <ac:chgData name="Hao He" userId="53f25fbde486d948" providerId="LiveId" clId="{66EA00CA-6ABE-4733-B02F-CA0C497680C6}" dt="2025-03-12T15:47:29.285" v="83" actId="1037"/>
          <ac:picMkLst>
            <pc:docMk/>
            <pc:sldMk cId="1272184480" sldId="256"/>
            <ac:picMk id="85" creationId="{042B96C4-3B6E-C154-9F69-F191931985E2}"/>
          </ac:picMkLst>
        </pc:picChg>
        <pc:cxnChg chg="mod">
          <ac:chgData name="Hao He" userId="53f25fbde486d948" providerId="LiveId" clId="{66EA00CA-6ABE-4733-B02F-CA0C497680C6}" dt="2025-03-12T15:48:20.400" v="101" actId="1037"/>
          <ac:cxnSpMkLst>
            <pc:docMk/>
            <pc:sldMk cId="1272184480" sldId="256"/>
            <ac:cxnSpMk id="9" creationId="{7999FE30-6078-44D8-3301-36E1DA0C6F54}"/>
          </ac:cxnSpMkLst>
        </pc:cxnChg>
        <pc:cxnChg chg="mod">
          <ac:chgData name="Hao He" userId="53f25fbde486d948" providerId="LiveId" clId="{66EA00CA-6ABE-4733-B02F-CA0C497680C6}" dt="2025-03-12T15:45:53.876" v="3" actId="14100"/>
          <ac:cxnSpMkLst>
            <pc:docMk/>
            <pc:sldMk cId="1272184480" sldId="256"/>
            <ac:cxnSpMk id="20" creationId="{4D818305-0380-52DD-B01B-9D66CB7D4358}"/>
          </ac:cxnSpMkLst>
        </pc:cxnChg>
        <pc:cxnChg chg="mod">
          <ac:chgData name="Hao He" userId="53f25fbde486d948" providerId="LiveId" clId="{66EA00CA-6ABE-4733-B02F-CA0C497680C6}" dt="2025-03-12T15:48:20.400" v="101" actId="1037"/>
          <ac:cxnSpMkLst>
            <pc:docMk/>
            <pc:sldMk cId="1272184480" sldId="256"/>
            <ac:cxnSpMk id="22" creationId="{07BD0229-E9B6-62C5-B8BA-8D3392105581}"/>
          </ac:cxnSpMkLst>
        </pc:cxnChg>
        <pc:cxnChg chg="mod">
          <ac:chgData name="Hao He" userId="53f25fbde486d948" providerId="LiveId" clId="{66EA00CA-6ABE-4733-B02F-CA0C497680C6}" dt="2025-03-12T15:46:37.771" v="25" actId="14100"/>
          <ac:cxnSpMkLst>
            <pc:docMk/>
            <pc:sldMk cId="1272184480" sldId="256"/>
            <ac:cxnSpMk id="23" creationId="{905E5189-258C-99E6-60AE-252AEDF8B9A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4371" y="448945"/>
            <a:ext cx="5966222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4371" y="1440815"/>
            <a:ext cx="5966222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4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FBAE40"/>
          </p15:clr>
        </p15:guide>
        <p15:guide id="2" pos="250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2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760" y="683895"/>
            <a:ext cx="6861156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760" y="1835785"/>
            <a:ext cx="6861156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9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904" y="730250"/>
            <a:ext cx="3380859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27200" y="730250"/>
            <a:ext cx="3380859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0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40" y="146050"/>
            <a:ext cx="6861156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7940" y="672465"/>
            <a:ext cx="3365322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940" y="1002030"/>
            <a:ext cx="336532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7200" y="672465"/>
            <a:ext cx="338189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7200" y="1002030"/>
            <a:ext cx="338189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7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40" y="182880"/>
            <a:ext cx="2565682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895" y="394970"/>
            <a:ext cx="402720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7940" y="822960"/>
            <a:ext cx="2565682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40" y="182880"/>
            <a:ext cx="2565682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81895" y="394970"/>
            <a:ext cx="402720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7940" y="822960"/>
            <a:ext cx="2565682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7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4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92770" y="146050"/>
            <a:ext cx="1715289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6904" y="146050"/>
            <a:ext cx="5046430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7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6904" y="146050"/>
            <a:ext cx="6861156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904" y="730250"/>
            <a:ext cx="6861156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6904" y="2542540"/>
            <a:ext cx="1789867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82A7B-79C9-4801-A664-5CC0634836D9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35082" y="2542540"/>
            <a:ext cx="26848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18192" y="2542540"/>
            <a:ext cx="1789867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72B4-DF5F-4C68-8B9F-7BCA0EADB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4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0A6BCE-69FD-7B4A-12C9-EE91DEBAAF69}"/>
              </a:ext>
            </a:extLst>
          </p:cNvPr>
          <p:cNvSpPr txBox="1"/>
          <p:nvPr/>
        </p:nvSpPr>
        <p:spPr>
          <a:xfrm>
            <a:off x="-183010" y="1310277"/>
            <a:ext cx="1730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333333"/>
                </a:solidFill>
                <a:latin typeface="Helvetica Neue"/>
              </a:rPr>
              <a:t>GH</a:t>
            </a:r>
            <a:r>
              <a:rPr lang="en-US" sz="2000" b="1" dirty="0" err="1">
                <a:solidFill>
                  <a:srgbClr val="C60000"/>
                </a:solidFill>
                <a:latin typeface="Helvetica Neue"/>
              </a:rPr>
              <a:t>Archive</a:t>
            </a:r>
            <a:endParaRPr lang="en-US" sz="2000" b="1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C98E38E8-9D4C-0602-BB48-11AAE9519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121" y="606324"/>
            <a:ext cx="766070" cy="766070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999FE30-6078-44D8-3301-36E1DA0C6F54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088734" y="-1959890"/>
            <a:ext cx="159639" cy="49727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B245F6-FF2A-7166-D2A3-DE3C7B51984C}"/>
              </a:ext>
            </a:extLst>
          </p:cNvPr>
          <p:cNvSpPr txBox="1"/>
          <p:nvPr/>
        </p:nvSpPr>
        <p:spPr>
          <a:xfrm>
            <a:off x="2445086" y="5464"/>
            <a:ext cx="2755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Low Activity Signature</a:t>
            </a:r>
          </a:p>
        </p:txBody>
      </p:sp>
      <p:pic>
        <p:nvPicPr>
          <p:cNvPr id="21" name="Graphic 20" descr="Lights On with solid fill">
            <a:extLst>
              <a:ext uri="{FF2B5EF4-FFF2-40B4-BE49-F238E27FC236}">
                <a16:creationId xmlns:a16="http://schemas.microsoft.com/office/drawing/2014/main" id="{3121CCD2-6B22-9600-D97B-0BDDB6716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4824" y="2"/>
            <a:ext cx="380261" cy="380261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7BD0229-E9B6-62C5-B8BA-8D3392105581}"/>
              </a:ext>
            </a:extLst>
          </p:cNvPr>
          <p:cNvCxnSpPr>
            <a:cxnSpLocks/>
            <a:stCxn id="5" idx="2"/>
            <a:endCxn id="42" idx="1"/>
          </p:cNvCxnSpPr>
          <p:nvPr/>
        </p:nvCxnSpPr>
        <p:spPr>
          <a:xfrm rot="16200000" flipH="1">
            <a:off x="875515" y="1517029"/>
            <a:ext cx="304412" cy="6911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69C90D6-ACCF-775A-77B7-79C0DFBAE48B}"/>
              </a:ext>
            </a:extLst>
          </p:cNvPr>
          <p:cNvSpPr txBox="1"/>
          <p:nvPr/>
        </p:nvSpPr>
        <p:spPr>
          <a:xfrm>
            <a:off x="2445082" y="620630"/>
            <a:ext cx="24246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Lockstep </a:t>
            </a:r>
            <a:r>
              <a:rPr lang="en-US" sz="2000" b="1" dirty="0"/>
              <a:t>Signature</a:t>
            </a:r>
          </a:p>
        </p:txBody>
      </p:sp>
      <p:pic>
        <p:nvPicPr>
          <p:cNvPr id="26" name="Graphic 25" descr="Lights On with solid fill">
            <a:extLst>
              <a:ext uri="{FF2B5EF4-FFF2-40B4-BE49-F238E27FC236}">
                <a16:creationId xmlns:a16="http://schemas.microsoft.com/office/drawing/2014/main" id="{582ACC99-EDA1-302E-8478-652AFCB43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4824" y="609704"/>
            <a:ext cx="380261" cy="38026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10A980-9333-F0E1-F476-814A508D501C}"/>
              </a:ext>
            </a:extLst>
          </p:cNvPr>
          <p:cNvSpPr/>
          <p:nvPr/>
        </p:nvSpPr>
        <p:spPr>
          <a:xfrm>
            <a:off x="1373285" y="1016700"/>
            <a:ext cx="4075674" cy="1648547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Stargazer Bipartite Graph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F83A148-D17B-E145-0D5D-F857BB49434B}"/>
              </a:ext>
            </a:extLst>
          </p:cNvPr>
          <p:cNvSpPr/>
          <p:nvPr/>
        </p:nvSpPr>
        <p:spPr>
          <a:xfrm>
            <a:off x="1623221" y="1315518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69CE97-E5C6-81E1-08A7-36AB98395E9F}"/>
              </a:ext>
            </a:extLst>
          </p:cNvPr>
          <p:cNvSpPr txBox="1"/>
          <p:nvPr/>
        </p:nvSpPr>
        <p:spPr>
          <a:xfrm>
            <a:off x="1385626" y="1247278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76DFDA-9C81-6FFF-CDB4-1B4024391C8D}"/>
              </a:ext>
            </a:extLst>
          </p:cNvPr>
          <p:cNvSpPr txBox="1"/>
          <p:nvPr/>
        </p:nvSpPr>
        <p:spPr>
          <a:xfrm>
            <a:off x="1381577" y="1501657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endParaRPr lang="en-US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F87B92-03A7-277B-2174-ED802734F734}"/>
              </a:ext>
            </a:extLst>
          </p:cNvPr>
          <p:cNvSpPr txBox="1"/>
          <p:nvPr/>
        </p:nvSpPr>
        <p:spPr>
          <a:xfrm>
            <a:off x="1373287" y="1845522"/>
            <a:ext cx="718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</a:t>
            </a:r>
            <a:endParaRPr lang="en-US" sz="20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677E770-A2A2-BACE-6674-9B63889BF7C4}"/>
              </a:ext>
            </a:extLst>
          </p:cNvPr>
          <p:cNvSpPr/>
          <p:nvPr/>
        </p:nvSpPr>
        <p:spPr>
          <a:xfrm>
            <a:off x="1617090" y="1917687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7AA5D2A-8439-DAAF-B7DB-B4F1C5E6FB8F}"/>
              </a:ext>
            </a:extLst>
          </p:cNvPr>
          <p:cNvSpPr/>
          <p:nvPr/>
        </p:nvSpPr>
        <p:spPr>
          <a:xfrm>
            <a:off x="2274330" y="1317841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3BE7C6-779F-888A-AD90-E9FB43AC60DB}"/>
              </a:ext>
            </a:extLst>
          </p:cNvPr>
          <p:cNvSpPr txBox="1"/>
          <p:nvPr/>
        </p:nvSpPr>
        <p:spPr>
          <a:xfrm>
            <a:off x="2406511" y="1261168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  <a:endParaRPr lang="en-US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9920ED-74AE-E398-C0DE-87B6BEE3E90A}"/>
              </a:ext>
            </a:extLst>
          </p:cNvPr>
          <p:cNvSpPr txBox="1"/>
          <p:nvPr/>
        </p:nvSpPr>
        <p:spPr>
          <a:xfrm>
            <a:off x="2406511" y="1503980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endParaRPr lang="en-US" sz="20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0CB671D-2887-07E7-5585-A3A21C293F29}"/>
              </a:ext>
            </a:extLst>
          </p:cNvPr>
          <p:cNvSpPr/>
          <p:nvPr/>
        </p:nvSpPr>
        <p:spPr>
          <a:xfrm>
            <a:off x="2280057" y="1920347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DA1EEF-FC71-2697-CEFF-2012097F431E}"/>
              </a:ext>
            </a:extLst>
          </p:cNvPr>
          <p:cNvSpPr txBox="1"/>
          <p:nvPr/>
        </p:nvSpPr>
        <p:spPr>
          <a:xfrm>
            <a:off x="2409440" y="1833368"/>
            <a:ext cx="7658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</a:t>
            </a:r>
            <a:endParaRPr lang="en-US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E9338C-9732-303F-83CB-8BD7C1526188}"/>
              </a:ext>
            </a:extLst>
          </p:cNvPr>
          <p:cNvSpPr txBox="1"/>
          <p:nvPr/>
        </p:nvSpPr>
        <p:spPr>
          <a:xfrm>
            <a:off x="2203757" y="1629481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…</a:t>
            </a:r>
            <a:endParaRPr lang="en-US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97EB86-5113-6591-0E1F-6EB8A776DB4F}"/>
              </a:ext>
            </a:extLst>
          </p:cNvPr>
          <p:cNvSpPr txBox="1"/>
          <p:nvPr/>
        </p:nvSpPr>
        <p:spPr>
          <a:xfrm>
            <a:off x="1428364" y="1020574"/>
            <a:ext cx="718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User</a:t>
            </a:r>
            <a:endParaRPr lang="en-US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509175-1B7A-A448-EAAC-09F336EF4522}"/>
              </a:ext>
            </a:extLst>
          </p:cNvPr>
          <p:cNvSpPr txBox="1"/>
          <p:nvPr/>
        </p:nvSpPr>
        <p:spPr>
          <a:xfrm>
            <a:off x="2047423" y="1024552"/>
            <a:ext cx="718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Repo</a:t>
            </a:r>
            <a:endParaRPr lang="en-US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907CFF-5232-274B-7E60-5C42192AF21C}"/>
              </a:ext>
            </a:extLst>
          </p:cNvPr>
          <p:cNvSpPr txBox="1"/>
          <p:nvPr/>
        </p:nvSpPr>
        <p:spPr>
          <a:xfrm>
            <a:off x="1346176" y="2102715"/>
            <a:ext cx="1625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Stargazer Bipartite Graph</a:t>
            </a:r>
            <a:endParaRPr lang="en-US" sz="2000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7CB367C-CF9C-4094-7F9B-6B16E0210B5D}"/>
              </a:ext>
            </a:extLst>
          </p:cNvPr>
          <p:cNvCxnSpPr>
            <a:stCxn id="36" idx="6"/>
            <a:endCxn id="48" idx="2"/>
          </p:cNvCxnSpPr>
          <p:nvPr/>
        </p:nvCxnSpPr>
        <p:spPr>
          <a:xfrm>
            <a:off x="1797325" y="1398765"/>
            <a:ext cx="482732" cy="604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D12E02E-E4E8-9975-2F17-5888DB0A12BD}"/>
              </a:ext>
            </a:extLst>
          </p:cNvPr>
          <p:cNvCxnSpPr>
            <a:cxnSpLocks/>
            <a:stCxn id="36" idx="6"/>
            <a:endCxn id="44" idx="2"/>
          </p:cNvCxnSpPr>
          <p:nvPr/>
        </p:nvCxnSpPr>
        <p:spPr>
          <a:xfrm>
            <a:off x="1797326" y="1398768"/>
            <a:ext cx="477004" cy="2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362E7CB-C113-051F-A815-5ADB2A8C2918}"/>
              </a:ext>
            </a:extLst>
          </p:cNvPr>
          <p:cNvCxnSpPr>
            <a:cxnSpLocks/>
            <a:stCxn id="41" idx="6"/>
            <a:endCxn id="46" idx="2"/>
          </p:cNvCxnSpPr>
          <p:nvPr/>
        </p:nvCxnSpPr>
        <p:spPr>
          <a:xfrm flipV="1">
            <a:off x="1791194" y="1652191"/>
            <a:ext cx="488864" cy="348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54E1F9-A356-A15B-AB4B-CA72C29EC2F7}"/>
              </a:ext>
            </a:extLst>
          </p:cNvPr>
          <p:cNvCxnSpPr>
            <a:cxnSpLocks/>
            <a:stCxn id="39" idx="6"/>
            <a:endCxn id="46" idx="2"/>
          </p:cNvCxnSpPr>
          <p:nvPr/>
        </p:nvCxnSpPr>
        <p:spPr>
          <a:xfrm flipV="1">
            <a:off x="1790652" y="1652196"/>
            <a:ext cx="489406" cy="1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B42B721E-67F7-C43C-9E3D-717925EC685C}"/>
              </a:ext>
            </a:extLst>
          </p:cNvPr>
          <p:cNvSpPr/>
          <p:nvPr/>
        </p:nvSpPr>
        <p:spPr>
          <a:xfrm>
            <a:off x="2280057" y="1568944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FC197D-1324-CE2E-FBC0-4BC936EE00CD}"/>
              </a:ext>
            </a:extLst>
          </p:cNvPr>
          <p:cNvSpPr txBox="1"/>
          <p:nvPr/>
        </p:nvSpPr>
        <p:spPr>
          <a:xfrm>
            <a:off x="1504647" y="1598653"/>
            <a:ext cx="352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…</a:t>
            </a:r>
            <a:endParaRPr lang="en-US" sz="20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9B87E21-45F4-43C1-1243-9856F8C9D1DE}"/>
              </a:ext>
            </a:extLst>
          </p:cNvPr>
          <p:cNvSpPr/>
          <p:nvPr/>
        </p:nvSpPr>
        <p:spPr>
          <a:xfrm>
            <a:off x="1616547" y="1570551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49121BF-4EF5-767D-96E7-0EE4F70BFC6B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1813785" y="1396535"/>
            <a:ext cx="466277" cy="255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DC68058-0126-3D3A-4679-2DD4339C6916}"/>
              </a:ext>
            </a:extLst>
          </p:cNvPr>
          <p:cNvCxnSpPr>
            <a:cxnSpLocks/>
          </p:cNvCxnSpPr>
          <p:nvPr/>
        </p:nvCxnSpPr>
        <p:spPr>
          <a:xfrm>
            <a:off x="2767381" y="1782998"/>
            <a:ext cx="10920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5" name="Graphic 84" descr="Playbook with solid fill">
            <a:extLst>
              <a:ext uri="{FF2B5EF4-FFF2-40B4-BE49-F238E27FC236}">
                <a16:creationId xmlns:a16="http://schemas.microsoft.com/office/drawing/2014/main" id="{042B96C4-3B6E-C154-9F69-F191931985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96705" y="1462667"/>
            <a:ext cx="230680" cy="230680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A911D002-2243-68EF-A150-86867404825A}"/>
              </a:ext>
            </a:extLst>
          </p:cNvPr>
          <p:cNvSpPr txBox="1"/>
          <p:nvPr/>
        </p:nvSpPr>
        <p:spPr>
          <a:xfrm>
            <a:off x="2812405" y="1404061"/>
            <a:ext cx="1239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CopyCatch</a:t>
            </a: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A08C7CE-7EC6-4C96-99AB-492E6EAFAEDC}"/>
                  </a:ext>
                </a:extLst>
              </p:cNvPr>
              <p:cNvSpPr txBox="1"/>
              <p:nvPr/>
            </p:nvSpPr>
            <p:spPr>
              <a:xfrm>
                <a:off x="3706898" y="2090391"/>
                <a:ext cx="17420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𝚫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</m:d>
                  </m:oMath>
                </a14:m>
                <a:r>
                  <a:rPr lang="en-US" sz="1600" b="1" dirty="0"/>
                  <a:t> </a:t>
                </a:r>
                <a:r>
                  <a:rPr lang="en-US" sz="1600" b="1"/>
                  <a:t>Near Bipartite Cores</a:t>
                </a:r>
                <a:endParaRPr lang="en-US" sz="1600" b="1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A08C7CE-7EC6-4C96-99AB-492E6EAFA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898" y="2090391"/>
                <a:ext cx="1742067" cy="584775"/>
              </a:xfrm>
              <a:prstGeom prst="rect">
                <a:avLst/>
              </a:prstGeom>
              <a:blipFill>
                <a:blip r:embed="rId8"/>
                <a:stretch>
                  <a:fillRect t="-3125" r="-349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Oval 89">
            <a:extLst>
              <a:ext uri="{FF2B5EF4-FFF2-40B4-BE49-F238E27FC236}">
                <a16:creationId xmlns:a16="http://schemas.microsoft.com/office/drawing/2014/main" id="{27ED5E8A-AA87-CD94-226E-C5C17A4F3F30}"/>
              </a:ext>
            </a:extLst>
          </p:cNvPr>
          <p:cNvSpPr/>
          <p:nvPr/>
        </p:nvSpPr>
        <p:spPr>
          <a:xfrm>
            <a:off x="4000319" y="1114105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1F8BE19F-BBB7-2001-847F-47E041F2ADB6}"/>
              </a:ext>
            </a:extLst>
          </p:cNvPr>
          <p:cNvSpPr/>
          <p:nvPr/>
        </p:nvSpPr>
        <p:spPr>
          <a:xfrm>
            <a:off x="4330941" y="1252059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FD16203-8B68-CB3F-4129-445153C97137}"/>
              </a:ext>
            </a:extLst>
          </p:cNvPr>
          <p:cNvSpPr/>
          <p:nvPr/>
        </p:nvSpPr>
        <p:spPr>
          <a:xfrm>
            <a:off x="3993645" y="1369138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4F8F8EA-3447-47C0-ACF5-537408770B99}"/>
              </a:ext>
            </a:extLst>
          </p:cNvPr>
          <p:cNvCxnSpPr>
            <a:cxnSpLocks/>
            <a:stCxn id="90" idx="6"/>
            <a:endCxn id="91" idx="2"/>
          </p:cNvCxnSpPr>
          <p:nvPr/>
        </p:nvCxnSpPr>
        <p:spPr>
          <a:xfrm>
            <a:off x="4174426" y="1197352"/>
            <a:ext cx="156519" cy="137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C2AE4AA-DEEA-444E-6527-9F442DE3EC46}"/>
              </a:ext>
            </a:extLst>
          </p:cNvPr>
          <p:cNvCxnSpPr>
            <a:cxnSpLocks/>
            <a:stCxn id="92" idx="6"/>
            <a:endCxn id="91" idx="2"/>
          </p:cNvCxnSpPr>
          <p:nvPr/>
        </p:nvCxnSpPr>
        <p:spPr>
          <a:xfrm flipV="1">
            <a:off x="4167753" y="1335310"/>
            <a:ext cx="163193" cy="117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276F824C-F8C5-C810-2B5B-2498429644BE}"/>
              </a:ext>
            </a:extLst>
          </p:cNvPr>
          <p:cNvSpPr/>
          <p:nvPr/>
        </p:nvSpPr>
        <p:spPr>
          <a:xfrm>
            <a:off x="4671958" y="1371395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B7A1C60-D485-71FE-6B6B-9BCFF8E39172}"/>
              </a:ext>
            </a:extLst>
          </p:cNvPr>
          <p:cNvSpPr/>
          <p:nvPr/>
        </p:nvSpPr>
        <p:spPr>
          <a:xfrm>
            <a:off x="5002578" y="1509348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EAA0E82-725F-8BE4-6A50-5200280D7D57}"/>
              </a:ext>
            </a:extLst>
          </p:cNvPr>
          <p:cNvSpPr/>
          <p:nvPr/>
        </p:nvSpPr>
        <p:spPr>
          <a:xfrm>
            <a:off x="4665284" y="1626428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6789A45-63D2-65FC-ABA0-0643E2E1BA81}"/>
              </a:ext>
            </a:extLst>
          </p:cNvPr>
          <p:cNvCxnSpPr>
            <a:cxnSpLocks/>
            <a:stCxn id="101" idx="6"/>
            <a:endCxn id="102" idx="2"/>
          </p:cNvCxnSpPr>
          <p:nvPr/>
        </p:nvCxnSpPr>
        <p:spPr>
          <a:xfrm>
            <a:off x="4846063" y="1454643"/>
            <a:ext cx="156519" cy="137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058D614B-1D2C-0B6E-4F30-FED3E02C07F0}"/>
              </a:ext>
            </a:extLst>
          </p:cNvPr>
          <p:cNvSpPr/>
          <p:nvPr/>
        </p:nvSpPr>
        <p:spPr>
          <a:xfrm>
            <a:off x="5002578" y="1752539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69E8E4-D3F0-3BED-B30F-D7B419AA8ED7}"/>
              </a:ext>
            </a:extLst>
          </p:cNvPr>
          <p:cNvSpPr/>
          <p:nvPr/>
        </p:nvSpPr>
        <p:spPr>
          <a:xfrm>
            <a:off x="5002578" y="1252964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49325CE-B566-3E0B-9EFD-153349BB454A}"/>
              </a:ext>
            </a:extLst>
          </p:cNvPr>
          <p:cNvCxnSpPr>
            <a:cxnSpLocks/>
            <a:stCxn id="101" idx="6"/>
            <a:endCxn id="107" idx="2"/>
          </p:cNvCxnSpPr>
          <p:nvPr/>
        </p:nvCxnSpPr>
        <p:spPr>
          <a:xfrm flipV="1">
            <a:off x="4846063" y="1336212"/>
            <a:ext cx="156519" cy="118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0A076A9-085A-CEDC-8789-AB4233F314B6}"/>
              </a:ext>
            </a:extLst>
          </p:cNvPr>
          <p:cNvCxnSpPr>
            <a:cxnSpLocks/>
            <a:endCxn id="107" idx="3"/>
          </p:cNvCxnSpPr>
          <p:nvPr/>
        </p:nvCxnSpPr>
        <p:spPr>
          <a:xfrm flipV="1">
            <a:off x="4846066" y="1395081"/>
            <a:ext cx="182015" cy="305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90400A0-64DF-3B25-0B5F-2037E6F0A996}"/>
              </a:ext>
            </a:extLst>
          </p:cNvPr>
          <p:cNvCxnSpPr>
            <a:cxnSpLocks/>
            <a:stCxn id="101" idx="6"/>
            <a:endCxn id="106" idx="2"/>
          </p:cNvCxnSpPr>
          <p:nvPr/>
        </p:nvCxnSpPr>
        <p:spPr>
          <a:xfrm>
            <a:off x="4846063" y="1454642"/>
            <a:ext cx="156519" cy="381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37B1DC2-04F0-CBC3-FBB4-259693D4B611}"/>
              </a:ext>
            </a:extLst>
          </p:cNvPr>
          <p:cNvCxnSpPr>
            <a:cxnSpLocks/>
            <a:stCxn id="103" idx="6"/>
            <a:endCxn id="106" idx="2"/>
          </p:cNvCxnSpPr>
          <p:nvPr/>
        </p:nvCxnSpPr>
        <p:spPr>
          <a:xfrm>
            <a:off x="4839390" y="1709680"/>
            <a:ext cx="163193" cy="126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1C39DDAE-36A1-5E12-BA1D-6F7B7946C5E7}"/>
              </a:ext>
            </a:extLst>
          </p:cNvPr>
          <p:cNvSpPr/>
          <p:nvPr/>
        </p:nvSpPr>
        <p:spPr>
          <a:xfrm>
            <a:off x="4047245" y="1672044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CEB119A6-68AD-AB0B-5CAF-ACC013710FA5}"/>
              </a:ext>
            </a:extLst>
          </p:cNvPr>
          <p:cNvSpPr/>
          <p:nvPr/>
        </p:nvSpPr>
        <p:spPr>
          <a:xfrm>
            <a:off x="4047245" y="1920727"/>
            <a:ext cx="174104" cy="1664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0BEA589-D842-3595-A3BF-DAE54ADD41AB}"/>
              </a:ext>
            </a:extLst>
          </p:cNvPr>
          <p:cNvSpPr/>
          <p:nvPr/>
        </p:nvSpPr>
        <p:spPr>
          <a:xfrm>
            <a:off x="4352790" y="1678658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638F3D2-1627-B489-E6CA-AC48A00A5A02}"/>
              </a:ext>
            </a:extLst>
          </p:cNvPr>
          <p:cNvSpPr/>
          <p:nvPr/>
        </p:nvSpPr>
        <p:spPr>
          <a:xfrm>
            <a:off x="4350341" y="1920727"/>
            <a:ext cx="174104" cy="16649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B025603-ECF4-E5A9-2CA0-CE584A0A1875}"/>
              </a:ext>
            </a:extLst>
          </p:cNvPr>
          <p:cNvCxnSpPr>
            <a:cxnSpLocks/>
            <a:stCxn id="121" idx="6"/>
            <a:endCxn id="124" idx="2"/>
          </p:cNvCxnSpPr>
          <p:nvPr/>
        </p:nvCxnSpPr>
        <p:spPr>
          <a:xfrm>
            <a:off x="4221352" y="1755296"/>
            <a:ext cx="128993" cy="248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0C40B5C-D268-BBEC-B1C0-62281B45A534}"/>
              </a:ext>
            </a:extLst>
          </p:cNvPr>
          <p:cNvCxnSpPr>
            <a:cxnSpLocks/>
            <a:stCxn id="122" idx="6"/>
            <a:endCxn id="123" idx="2"/>
          </p:cNvCxnSpPr>
          <p:nvPr/>
        </p:nvCxnSpPr>
        <p:spPr>
          <a:xfrm flipV="1">
            <a:off x="4221354" y="1761906"/>
            <a:ext cx="131441" cy="242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EFB24B10-8A8C-8C6C-0AB0-0C4C5D2DA7E0}"/>
              </a:ext>
            </a:extLst>
          </p:cNvPr>
          <p:cNvCxnSpPr>
            <a:cxnSpLocks/>
            <a:stCxn id="121" idx="6"/>
            <a:endCxn id="123" idx="2"/>
          </p:cNvCxnSpPr>
          <p:nvPr/>
        </p:nvCxnSpPr>
        <p:spPr>
          <a:xfrm>
            <a:off x="4221354" y="1755296"/>
            <a:ext cx="131441" cy="6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685A1E7-8387-C6C2-CE33-7FC3AD3F6034}"/>
              </a:ext>
            </a:extLst>
          </p:cNvPr>
          <p:cNvCxnSpPr>
            <a:cxnSpLocks/>
            <a:stCxn id="122" idx="6"/>
            <a:endCxn id="124" idx="2"/>
          </p:cNvCxnSpPr>
          <p:nvPr/>
        </p:nvCxnSpPr>
        <p:spPr>
          <a:xfrm>
            <a:off x="4221352" y="2003974"/>
            <a:ext cx="1289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A7F84700-B201-4CE1-4B32-113A2D4D4A9B}"/>
              </a:ext>
            </a:extLst>
          </p:cNvPr>
          <p:cNvSpPr txBox="1"/>
          <p:nvPr/>
        </p:nvSpPr>
        <p:spPr>
          <a:xfrm>
            <a:off x="5455632" y="21345"/>
            <a:ext cx="2388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(Suspected) Fake Stars</a:t>
            </a:r>
          </a:p>
        </p:txBody>
      </p:sp>
      <p:graphicFrame>
        <p:nvGraphicFramePr>
          <p:cNvPr id="148" name="Table 147">
            <a:extLst>
              <a:ext uri="{FF2B5EF4-FFF2-40B4-BE49-F238E27FC236}">
                <a16:creationId xmlns:a16="http://schemas.microsoft.com/office/drawing/2014/main" id="{6EB0614E-EDE8-8368-09FC-E3C3A5496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151108"/>
              </p:ext>
            </p:extLst>
          </p:nvPr>
        </p:nvGraphicFramePr>
        <p:xfrm>
          <a:off x="5668160" y="374392"/>
          <a:ext cx="1962950" cy="8229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5950">
                  <a:extLst>
                    <a:ext uri="{9D8B030D-6E8A-4147-A177-3AD203B41FA5}">
                      <a16:colId xmlns:a16="http://schemas.microsoft.com/office/drawing/2014/main" val="1230311427"/>
                    </a:ext>
                  </a:extLst>
                </a:gridCol>
                <a:gridCol w="547916">
                  <a:extLst>
                    <a:ext uri="{9D8B030D-6E8A-4147-A177-3AD203B41FA5}">
                      <a16:colId xmlns:a16="http://schemas.microsoft.com/office/drawing/2014/main" val="3394469077"/>
                    </a:ext>
                  </a:extLst>
                </a:gridCol>
                <a:gridCol w="849084">
                  <a:extLst>
                    <a:ext uri="{9D8B030D-6E8A-4147-A177-3AD203B41FA5}">
                      <a16:colId xmlns:a16="http://schemas.microsoft.com/office/drawing/2014/main" val="17098627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/>
                        <a:t>StarredAt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8635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Foo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20240830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5829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357058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818305-0380-52DD-B01B-9D66CB7D4358}"/>
              </a:ext>
            </a:extLst>
          </p:cNvPr>
          <p:cNvCxnSpPr>
            <a:cxnSpLocks/>
          </p:cNvCxnSpPr>
          <p:nvPr/>
        </p:nvCxnSpPr>
        <p:spPr>
          <a:xfrm>
            <a:off x="5455632" y="1123159"/>
            <a:ext cx="1909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5E5189-258C-99E6-60AE-252AEDF8B9A5}"/>
              </a:ext>
            </a:extLst>
          </p:cNvPr>
          <p:cNvCxnSpPr>
            <a:cxnSpLocks/>
          </p:cNvCxnSpPr>
          <p:nvPr/>
        </p:nvCxnSpPr>
        <p:spPr>
          <a:xfrm>
            <a:off x="5719557" y="1206633"/>
            <a:ext cx="0" cy="545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BF114A6-B3FD-7482-A922-E6391B45F7CE}"/>
              </a:ext>
            </a:extLst>
          </p:cNvPr>
          <p:cNvSpPr txBox="1"/>
          <p:nvPr/>
        </p:nvSpPr>
        <p:spPr>
          <a:xfrm>
            <a:off x="5973063" y="1272529"/>
            <a:ext cx="1990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Postprocessing</a:t>
            </a:r>
          </a:p>
        </p:txBody>
      </p:sp>
      <p:pic>
        <p:nvPicPr>
          <p:cNvPr id="33" name="Graphic 32" descr="Bar chart with solid fill">
            <a:extLst>
              <a:ext uri="{FF2B5EF4-FFF2-40B4-BE49-F238E27FC236}">
                <a16:creationId xmlns:a16="http://schemas.microsoft.com/office/drawing/2014/main" id="{E8ABB391-2873-8EE7-4C54-B90D05B791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29188" y="1306273"/>
            <a:ext cx="326038" cy="32603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3669050-5414-17C2-BF75-946C011DCB49}"/>
              </a:ext>
            </a:extLst>
          </p:cNvPr>
          <p:cNvSpPr txBox="1"/>
          <p:nvPr/>
        </p:nvSpPr>
        <p:spPr>
          <a:xfrm>
            <a:off x="5890487" y="1707146"/>
            <a:ext cx="2244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Repositories with Fake Star Campaigns</a:t>
            </a:r>
          </a:p>
        </p:txBody>
      </p:sp>
      <p:pic>
        <p:nvPicPr>
          <p:cNvPr id="54" name="Graphic 53" descr="Document with solid fill">
            <a:extLst>
              <a:ext uri="{FF2B5EF4-FFF2-40B4-BE49-F238E27FC236}">
                <a16:creationId xmlns:a16="http://schemas.microsoft.com/office/drawing/2014/main" id="{2BA9F7E8-7C01-E63A-C43F-AD4D384350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4780" y="1790363"/>
            <a:ext cx="393993" cy="393993"/>
          </a:xfrm>
          <a:prstGeom prst="rect">
            <a:avLst/>
          </a:prstGeom>
        </p:spPr>
      </p:pic>
      <p:pic>
        <p:nvPicPr>
          <p:cNvPr id="2" name="Graphic 1" descr="Document with solid fill">
            <a:extLst>
              <a:ext uri="{FF2B5EF4-FFF2-40B4-BE49-F238E27FC236}">
                <a16:creationId xmlns:a16="http://schemas.microsoft.com/office/drawing/2014/main" id="{3DAA874C-C6D2-8905-F9C7-7BA56DD06E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47768" y="2247468"/>
            <a:ext cx="393993" cy="393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9DBC62-0EBD-415C-646B-B2175643D851}"/>
              </a:ext>
            </a:extLst>
          </p:cNvPr>
          <p:cNvSpPr txBox="1"/>
          <p:nvPr/>
        </p:nvSpPr>
        <p:spPr>
          <a:xfrm>
            <a:off x="5890483" y="2178145"/>
            <a:ext cx="2111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Accounts in Fake Star Campaigns</a:t>
            </a:r>
          </a:p>
        </p:txBody>
      </p:sp>
    </p:spTree>
    <p:extLst>
      <p:ext uri="{BB962C8B-B14F-4D97-AF65-F5344CB8AC3E}">
        <p14:creationId xmlns:p14="http://schemas.microsoft.com/office/powerpoint/2010/main" val="127218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</TotalTime>
  <Words>52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Helvetica Neue</vt:lpstr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He</dc:creator>
  <cp:lastModifiedBy>Hao He</cp:lastModifiedBy>
  <cp:revision>1</cp:revision>
  <dcterms:created xsi:type="dcterms:W3CDTF">2024-10-22T21:31:52Z</dcterms:created>
  <dcterms:modified xsi:type="dcterms:W3CDTF">2025-03-12T15:48:58Z</dcterms:modified>
</cp:coreProperties>
</file>