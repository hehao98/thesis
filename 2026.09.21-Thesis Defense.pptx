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6"/>
  </p:notesMasterIdLst>
  <p:handoutMasterIdLst>
    <p:handoutMasterId r:id="rId47"/>
  </p:handoutMasterIdLst>
  <p:sldIdLst>
    <p:sldId id="305" r:id="rId2"/>
    <p:sldId id="337" r:id="rId3"/>
    <p:sldId id="338" r:id="rId4"/>
    <p:sldId id="352" r:id="rId5"/>
    <p:sldId id="344" r:id="rId6"/>
    <p:sldId id="343" r:id="rId7"/>
    <p:sldId id="340" r:id="rId8"/>
    <p:sldId id="316" r:id="rId9"/>
    <p:sldId id="363" r:id="rId10"/>
    <p:sldId id="361" r:id="rId11"/>
    <p:sldId id="364" r:id="rId12"/>
    <p:sldId id="315" r:id="rId13"/>
    <p:sldId id="331" r:id="rId14"/>
    <p:sldId id="332" r:id="rId15"/>
    <p:sldId id="318" r:id="rId16"/>
    <p:sldId id="360" r:id="rId17"/>
    <p:sldId id="365" r:id="rId18"/>
    <p:sldId id="376" r:id="rId19"/>
    <p:sldId id="342" r:id="rId20"/>
    <p:sldId id="369" r:id="rId21"/>
    <p:sldId id="350" r:id="rId22"/>
    <p:sldId id="389" r:id="rId23"/>
    <p:sldId id="375" r:id="rId24"/>
    <p:sldId id="351" r:id="rId25"/>
    <p:sldId id="377" r:id="rId26"/>
    <p:sldId id="378" r:id="rId27"/>
    <p:sldId id="370" r:id="rId28"/>
    <p:sldId id="382" r:id="rId29"/>
    <p:sldId id="388" r:id="rId30"/>
    <p:sldId id="384" r:id="rId31"/>
    <p:sldId id="357" r:id="rId32"/>
    <p:sldId id="386" r:id="rId33"/>
    <p:sldId id="387" r:id="rId34"/>
    <p:sldId id="371" r:id="rId35"/>
    <p:sldId id="383" r:id="rId36"/>
    <p:sldId id="390" r:id="rId37"/>
    <p:sldId id="385" r:id="rId38"/>
    <p:sldId id="391" r:id="rId39"/>
    <p:sldId id="392" r:id="rId40"/>
    <p:sldId id="393" r:id="rId41"/>
    <p:sldId id="379" r:id="rId42"/>
    <p:sldId id="373" r:id="rId43"/>
    <p:sldId id="380" r:id="rId44"/>
    <p:sldId id="381" r:id="rId4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默认节" id="{C17A1502-137B-402D-93E1-7C1800FB4D93}">
          <p14:sldIdLst>
            <p14:sldId id="305"/>
            <p14:sldId id="337"/>
            <p14:sldId id="338"/>
            <p14:sldId id="352"/>
            <p14:sldId id="344"/>
            <p14:sldId id="343"/>
            <p14:sldId id="340"/>
            <p14:sldId id="316"/>
            <p14:sldId id="363"/>
            <p14:sldId id="361"/>
            <p14:sldId id="364"/>
            <p14:sldId id="315"/>
            <p14:sldId id="331"/>
            <p14:sldId id="332"/>
            <p14:sldId id="318"/>
            <p14:sldId id="360"/>
            <p14:sldId id="365"/>
            <p14:sldId id="376"/>
            <p14:sldId id="342"/>
            <p14:sldId id="369"/>
            <p14:sldId id="350"/>
            <p14:sldId id="389"/>
            <p14:sldId id="375"/>
            <p14:sldId id="351"/>
            <p14:sldId id="377"/>
            <p14:sldId id="378"/>
            <p14:sldId id="370"/>
            <p14:sldId id="382"/>
            <p14:sldId id="388"/>
            <p14:sldId id="384"/>
            <p14:sldId id="357"/>
            <p14:sldId id="386"/>
            <p14:sldId id="387"/>
            <p14:sldId id="371"/>
            <p14:sldId id="383"/>
            <p14:sldId id="390"/>
            <p14:sldId id="385"/>
            <p14:sldId id="391"/>
            <p14:sldId id="392"/>
            <p14:sldId id="393"/>
            <p14:sldId id="379"/>
            <p14:sldId id="373"/>
            <p14:sldId id="380"/>
            <p14:sldId id="381"/>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ehao" initials="h" lastIdx="1" clrIdx="0">
    <p:extLst>
      <p:ext uri="{19B8F6BF-5375-455C-9EA6-DF929625EA0E}">
        <p15:presenceInfo xmlns:p15="http://schemas.microsoft.com/office/powerpoint/2012/main" userId="53f25fbde486d948"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E6E6E6"/>
    <a:srgbClr val="4472C4"/>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80A8531-2160-4F0A-8BF0-2BF5084DC85B}" v="1671" dt="2026-09-14T22:16:21.812"/>
  </p1510:revLst>
</p1510:revInfo>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浅色样式 2 - 强调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浅色样式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F2DE63D5-997A-4646-A377-4702673A728D}" styleName="浅色样式 2 - 强调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93D81CF-94F2-401A-BA57-92F5A7B2D0C5}" styleName="中度样式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FABFCF23-3B69-468F-B69F-88F6DE6A72F2}" styleName="中度样式 1 - 强调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A488322-F2BA-4B5B-9748-0D474271808F}" styleName="中度样式 3 - 强调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2" d="100"/>
          <a:sy n="152" d="100"/>
        </p:scale>
        <p:origin x="60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handoutMaster" Target="handoutMasters/handout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54"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 He" userId="566a5fee-3a01-4c2c-ae39-89ea6daa5f88" providerId="ADAL" clId="{C7204A7F-2326-4EA8-8E25-414BC0B7A123}"/>
    <pc:docChg chg="undo custSel addSld delSld modSld sldOrd modSection">
      <pc:chgData name="Hao He" userId="566a5fee-3a01-4c2c-ae39-89ea6daa5f88" providerId="ADAL" clId="{C7204A7F-2326-4EA8-8E25-414BC0B7A123}" dt="2026-09-14T22:30:05.410" v="8027" actId="20577"/>
      <pc:docMkLst>
        <pc:docMk/>
      </pc:docMkLst>
      <pc:sldChg chg="modSp mod">
        <pc:chgData name="Hao He" userId="566a5fee-3a01-4c2c-ae39-89ea6daa5f88" providerId="ADAL" clId="{C7204A7F-2326-4EA8-8E25-414BC0B7A123}" dt="2026-09-13T17:39:59.418" v="22" actId="21"/>
        <pc:sldMkLst>
          <pc:docMk/>
          <pc:sldMk cId="1303931892" sldId="305"/>
        </pc:sldMkLst>
        <pc:spChg chg="mod">
          <ac:chgData name="Hao He" userId="566a5fee-3a01-4c2c-ae39-89ea6daa5f88" providerId="ADAL" clId="{C7204A7F-2326-4EA8-8E25-414BC0B7A123}" dt="2026-09-13T17:39:59.418" v="22" actId="21"/>
          <ac:spMkLst>
            <pc:docMk/>
            <pc:sldMk cId="1303931892" sldId="305"/>
            <ac:spMk id="2" creationId="{55F962A1-DCCB-8A73-1799-011E6198FE71}"/>
          </ac:spMkLst>
        </pc:spChg>
        <pc:spChg chg="mod">
          <ac:chgData name="Hao He" userId="566a5fee-3a01-4c2c-ae39-89ea6daa5f88" providerId="ADAL" clId="{C7204A7F-2326-4EA8-8E25-414BC0B7A123}" dt="2026-09-13T17:39:48.759" v="20" actId="20577"/>
          <ac:spMkLst>
            <pc:docMk/>
            <pc:sldMk cId="1303931892" sldId="305"/>
            <ac:spMk id="5" creationId="{4C8B7464-6683-A2F9-EEEC-CA3D9CAB9961}"/>
          </ac:spMkLst>
        </pc:spChg>
      </pc:sldChg>
      <pc:sldChg chg="del">
        <pc:chgData name="Hao He" userId="566a5fee-3a01-4c2c-ae39-89ea6daa5f88" providerId="ADAL" clId="{C7204A7F-2326-4EA8-8E25-414BC0B7A123}" dt="2026-09-13T17:40:35.862" v="24" actId="47"/>
        <pc:sldMkLst>
          <pc:docMk/>
          <pc:sldMk cId="2882582753" sldId="308"/>
        </pc:sldMkLst>
      </pc:sldChg>
      <pc:sldChg chg="ord">
        <pc:chgData name="Hao He" userId="566a5fee-3a01-4c2c-ae39-89ea6daa5f88" providerId="ADAL" clId="{C7204A7F-2326-4EA8-8E25-414BC0B7A123}" dt="2026-09-13T18:38:32.670" v="667"/>
        <pc:sldMkLst>
          <pc:docMk/>
          <pc:sldMk cId="887472350" sldId="315"/>
        </pc:sldMkLst>
      </pc:sldChg>
      <pc:sldChg chg="modSp add del mod ord">
        <pc:chgData name="Hao He" userId="566a5fee-3a01-4c2c-ae39-89ea6daa5f88" providerId="ADAL" clId="{C7204A7F-2326-4EA8-8E25-414BC0B7A123}" dt="2026-09-13T18:38:14.786" v="659"/>
        <pc:sldMkLst>
          <pc:docMk/>
          <pc:sldMk cId="2227869089" sldId="316"/>
        </pc:sldMkLst>
        <pc:spChg chg="mod">
          <ac:chgData name="Hao He" userId="566a5fee-3a01-4c2c-ae39-89ea6daa5f88" providerId="ADAL" clId="{C7204A7F-2326-4EA8-8E25-414BC0B7A123}" dt="2026-09-13T17:45:32.018" v="91" actId="207"/>
          <ac:spMkLst>
            <pc:docMk/>
            <pc:sldMk cId="2227869089" sldId="316"/>
            <ac:spMk id="3" creationId="{B3C8611B-5A05-7CD0-565C-BBC1ECC36964}"/>
          </ac:spMkLst>
        </pc:spChg>
        <pc:spChg chg="mod">
          <ac:chgData name="Hao He" userId="566a5fee-3a01-4c2c-ae39-89ea6daa5f88" providerId="ADAL" clId="{C7204A7F-2326-4EA8-8E25-414BC0B7A123}" dt="2026-09-13T17:45:21.325" v="82" actId="14100"/>
          <ac:spMkLst>
            <pc:docMk/>
            <pc:sldMk cId="2227869089" sldId="316"/>
            <ac:spMk id="11" creationId="{3E4BF423-089E-230C-A26C-87A42A6816E0}"/>
          </ac:spMkLst>
        </pc:spChg>
        <pc:picChg chg="mod">
          <ac:chgData name="Hao He" userId="566a5fee-3a01-4c2c-ae39-89ea6daa5f88" providerId="ADAL" clId="{C7204A7F-2326-4EA8-8E25-414BC0B7A123}" dt="2026-09-13T17:45:13.986" v="80" actId="14100"/>
          <ac:picMkLst>
            <pc:docMk/>
            <pc:sldMk cId="2227869089" sldId="316"/>
            <ac:picMk id="9" creationId="{190D79E6-1D69-5E27-5AA7-752A4F6DE6BD}"/>
          </ac:picMkLst>
        </pc:picChg>
        <pc:cxnChg chg="mod">
          <ac:chgData name="Hao He" userId="566a5fee-3a01-4c2c-ae39-89ea6daa5f88" providerId="ADAL" clId="{C7204A7F-2326-4EA8-8E25-414BC0B7A123}" dt="2026-09-13T17:45:26.037" v="84" actId="1076"/>
          <ac:cxnSpMkLst>
            <pc:docMk/>
            <pc:sldMk cId="2227869089" sldId="316"/>
            <ac:cxnSpMk id="10" creationId="{9B854118-CFBF-3EA5-448D-4EC090C1284C}"/>
          </ac:cxnSpMkLst>
        </pc:cxnChg>
      </pc:sldChg>
      <pc:sldChg chg="mod ord modShow">
        <pc:chgData name="Hao He" userId="566a5fee-3a01-4c2c-ae39-89ea6daa5f88" providerId="ADAL" clId="{C7204A7F-2326-4EA8-8E25-414BC0B7A123}" dt="2026-09-13T18:39:11.804" v="677" actId="34476"/>
        <pc:sldMkLst>
          <pc:docMk/>
          <pc:sldMk cId="813303006" sldId="318"/>
        </pc:sldMkLst>
      </pc:sldChg>
      <pc:sldChg chg="del">
        <pc:chgData name="Hao He" userId="566a5fee-3a01-4c2c-ae39-89ea6daa5f88" providerId="ADAL" clId="{C7204A7F-2326-4EA8-8E25-414BC0B7A123}" dt="2026-09-13T18:50:40.785" v="1314" actId="47"/>
        <pc:sldMkLst>
          <pc:docMk/>
          <pc:sldMk cId="4215255389" sldId="320"/>
        </pc:sldMkLst>
      </pc:sldChg>
      <pc:sldChg chg="del">
        <pc:chgData name="Hao He" userId="566a5fee-3a01-4c2c-ae39-89ea6daa5f88" providerId="ADAL" clId="{C7204A7F-2326-4EA8-8E25-414BC0B7A123}" dt="2026-09-13T18:46:58.792" v="1163" actId="47"/>
        <pc:sldMkLst>
          <pc:docMk/>
          <pc:sldMk cId="2253495669" sldId="321"/>
        </pc:sldMkLst>
      </pc:sldChg>
      <pc:sldChg chg="del">
        <pc:chgData name="Hao He" userId="566a5fee-3a01-4c2c-ae39-89ea6daa5f88" providerId="ADAL" clId="{C7204A7F-2326-4EA8-8E25-414BC0B7A123}" dt="2026-09-13T18:46:58.216" v="1162" actId="47"/>
        <pc:sldMkLst>
          <pc:docMk/>
          <pc:sldMk cId="762547983" sldId="322"/>
        </pc:sldMkLst>
      </pc:sldChg>
      <pc:sldChg chg="del">
        <pc:chgData name="Hao He" userId="566a5fee-3a01-4c2c-ae39-89ea6daa5f88" providerId="ADAL" clId="{C7204A7F-2326-4EA8-8E25-414BC0B7A123}" dt="2026-09-13T18:46:57.621" v="1161" actId="47"/>
        <pc:sldMkLst>
          <pc:docMk/>
          <pc:sldMk cId="1704959172" sldId="323"/>
        </pc:sldMkLst>
      </pc:sldChg>
      <pc:sldChg chg="del">
        <pc:chgData name="Hao He" userId="566a5fee-3a01-4c2c-ae39-89ea6daa5f88" providerId="ADAL" clId="{C7204A7F-2326-4EA8-8E25-414BC0B7A123}" dt="2026-09-13T18:46:56.846" v="1160" actId="47"/>
        <pc:sldMkLst>
          <pc:docMk/>
          <pc:sldMk cId="966120556" sldId="324"/>
        </pc:sldMkLst>
      </pc:sldChg>
      <pc:sldChg chg="del">
        <pc:chgData name="Hao He" userId="566a5fee-3a01-4c2c-ae39-89ea6daa5f88" providerId="ADAL" clId="{C7204A7F-2326-4EA8-8E25-414BC0B7A123}" dt="2026-09-13T18:46:50.735" v="1156" actId="47"/>
        <pc:sldMkLst>
          <pc:docMk/>
          <pc:sldMk cId="546705867" sldId="325"/>
        </pc:sldMkLst>
      </pc:sldChg>
      <pc:sldChg chg="del">
        <pc:chgData name="Hao He" userId="566a5fee-3a01-4c2c-ae39-89ea6daa5f88" providerId="ADAL" clId="{C7204A7F-2326-4EA8-8E25-414BC0B7A123}" dt="2026-09-13T18:46:52.202" v="1157" actId="47"/>
        <pc:sldMkLst>
          <pc:docMk/>
          <pc:sldMk cId="1783706909" sldId="327"/>
        </pc:sldMkLst>
      </pc:sldChg>
      <pc:sldChg chg="del">
        <pc:chgData name="Hao He" userId="566a5fee-3a01-4c2c-ae39-89ea6daa5f88" providerId="ADAL" clId="{C7204A7F-2326-4EA8-8E25-414BC0B7A123}" dt="2026-09-13T18:46:45.628" v="1154" actId="47"/>
        <pc:sldMkLst>
          <pc:docMk/>
          <pc:sldMk cId="4277171034" sldId="328"/>
        </pc:sldMkLst>
      </pc:sldChg>
      <pc:sldChg chg="del">
        <pc:chgData name="Hao He" userId="566a5fee-3a01-4c2c-ae39-89ea6daa5f88" providerId="ADAL" clId="{C7204A7F-2326-4EA8-8E25-414BC0B7A123}" dt="2026-09-13T18:47:01.832" v="1167" actId="47"/>
        <pc:sldMkLst>
          <pc:docMk/>
          <pc:sldMk cId="161607488" sldId="329"/>
        </pc:sldMkLst>
      </pc:sldChg>
      <pc:sldChg chg="del">
        <pc:chgData name="Hao He" userId="566a5fee-3a01-4c2c-ae39-89ea6daa5f88" providerId="ADAL" clId="{C7204A7F-2326-4EA8-8E25-414BC0B7A123}" dt="2026-09-13T18:47:00.363" v="1165" actId="47"/>
        <pc:sldMkLst>
          <pc:docMk/>
          <pc:sldMk cId="2076733485" sldId="330"/>
        </pc:sldMkLst>
      </pc:sldChg>
      <pc:sldChg chg="modSp mod ord modShow">
        <pc:chgData name="Hao He" userId="566a5fee-3a01-4c2c-ae39-89ea6daa5f88" providerId="ADAL" clId="{C7204A7F-2326-4EA8-8E25-414BC0B7A123}" dt="2026-09-13T18:40:23.805" v="684" actId="20577"/>
        <pc:sldMkLst>
          <pc:docMk/>
          <pc:sldMk cId="2381455759" sldId="331"/>
        </pc:sldMkLst>
        <pc:spChg chg="mod">
          <ac:chgData name="Hao He" userId="566a5fee-3a01-4c2c-ae39-89ea6daa5f88" providerId="ADAL" clId="{C7204A7F-2326-4EA8-8E25-414BC0B7A123}" dt="2026-09-13T18:40:23.805" v="684" actId="20577"/>
          <ac:spMkLst>
            <pc:docMk/>
            <pc:sldMk cId="2381455759" sldId="331"/>
            <ac:spMk id="3" creationId="{6B96CAE7-9F7E-23F0-D89B-1D834216776E}"/>
          </ac:spMkLst>
        </pc:spChg>
      </pc:sldChg>
      <pc:sldChg chg="mod ord modShow">
        <pc:chgData name="Hao He" userId="566a5fee-3a01-4c2c-ae39-89ea6daa5f88" providerId="ADAL" clId="{C7204A7F-2326-4EA8-8E25-414BC0B7A123}" dt="2026-09-13T18:39:59.344" v="680"/>
        <pc:sldMkLst>
          <pc:docMk/>
          <pc:sldMk cId="2909985666" sldId="332"/>
        </pc:sldMkLst>
      </pc:sldChg>
      <pc:sldChg chg="del">
        <pc:chgData name="Hao He" userId="566a5fee-3a01-4c2c-ae39-89ea6daa5f88" providerId="ADAL" clId="{C7204A7F-2326-4EA8-8E25-414BC0B7A123}" dt="2026-09-13T18:47:01.086" v="1166" actId="47"/>
        <pc:sldMkLst>
          <pc:docMk/>
          <pc:sldMk cId="2822743288" sldId="334"/>
        </pc:sldMkLst>
      </pc:sldChg>
      <pc:sldChg chg="del">
        <pc:chgData name="Hao He" userId="566a5fee-3a01-4c2c-ae39-89ea6daa5f88" providerId="ADAL" clId="{C7204A7F-2326-4EA8-8E25-414BC0B7A123}" dt="2026-09-13T18:46:48.286" v="1155" actId="47"/>
        <pc:sldMkLst>
          <pc:docMk/>
          <pc:sldMk cId="142757376" sldId="335"/>
        </pc:sldMkLst>
      </pc:sldChg>
      <pc:sldChg chg="modSp">
        <pc:chgData name="Hao He" userId="566a5fee-3a01-4c2c-ae39-89ea6daa5f88" providerId="ADAL" clId="{C7204A7F-2326-4EA8-8E25-414BC0B7A123}" dt="2026-09-13T17:40:04.409" v="23"/>
        <pc:sldMkLst>
          <pc:docMk/>
          <pc:sldMk cId="231140887" sldId="337"/>
        </pc:sldMkLst>
        <pc:spChg chg="mod">
          <ac:chgData name="Hao He" userId="566a5fee-3a01-4c2c-ae39-89ea6daa5f88" providerId="ADAL" clId="{C7204A7F-2326-4EA8-8E25-414BC0B7A123}" dt="2026-09-13T17:40:04.409" v="23"/>
          <ac:spMkLst>
            <pc:docMk/>
            <pc:sldMk cId="231140887" sldId="337"/>
            <ac:spMk id="4" creationId="{DD6E8496-23C9-D5E9-3AC3-44F6DC9806FD}"/>
          </ac:spMkLst>
        </pc:spChg>
      </pc:sldChg>
      <pc:sldChg chg="del">
        <pc:chgData name="Hao He" userId="566a5fee-3a01-4c2c-ae39-89ea6daa5f88" providerId="ADAL" clId="{C7204A7F-2326-4EA8-8E25-414BC0B7A123}" dt="2026-09-13T17:42:10.447" v="25" actId="2696"/>
        <pc:sldMkLst>
          <pc:docMk/>
          <pc:sldMk cId="2058601401" sldId="339"/>
        </pc:sldMkLst>
      </pc:sldChg>
      <pc:sldChg chg="add del">
        <pc:chgData name="Hao He" userId="566a5fee-3a01-4c2c-ae39-89ea6daa5f88" providerId="ADAL" clId="{C7204A7F-2326-4EA8-8E25-414BC0B7A123}" dt="2026-09-13T17:43:48.787" v="26"/>
        <pc:sldMkLst>
          <pc:docMk/>
          <pc:sldMk cId="27402281" sldId="340"/>
        </pc:sldMkLst>
      </pc:sldChg>
      <pc:sldChg chg="modSp mod ord">
        <pc:chgData name="Hao He" userId="566a5fee-3a01-4c2c-ae39-89ea6daa5f88" providerId="ADAL" clId="{C7204A7F-2326-4EA8-8E25-414BC0B7A123}" dt="2026-09-13T18:42:18.977" v="728"/>
        <pc:sldMkLst>
          <pc:docMk/>
          <pc:sldMk cId="1633958688" sldId="342"/>
        </pc:sldMkLst>
        <pc:spChg chg="mod">
          <ac:chgData name="Hao He" userId="566a5fee-3a01-4c2c-ae39-89ea6daa5f88" providerId="ADAL" clId="{C7204A7F-2326-4EA8-8E25-414BC0B7A123}" dt="2026-09-13T18:25:35.375" v="302" actId="1076"/>
          <ac:spMkLst>
            <pc:docMk/>
            <pc:sldMk cId="1633958688" sldId="342"/>
            <ac:spMk id="6" creationId="{558C73C7-2131-808B-5B88-F50B3EFFF2D2}"/>
          </ac:spMkLst>
        </pc:spChg>
        <pc:spChg chg="mod">
          <ac:chgData name="Hao He" userId="566a5fee-3a01-4c2c-ae39-89ea6daa5f88" providerId="ADAL" clId="{C7204A7F-2326-4EA8-8E25-414BC0B7A123}" dt="2026-09-13T18:31:44.859" v="561" actId="20577"/>
          <ac:spMkLst>
            <pc:docMk/>
            <pc:sldMk cId="1633958688" sldId="342"/>
            <ac:spMk id="7" creationId="{FB227BF8-964B-2FF2-335F-C80992ADFEC9}"/>
          </ac:spMkLst>
        </pc:spChg>
      </pc:sldChg>
      <pc:sldChg chg="addSp delSp modSp mod">
        <pc:chgData name="Hao He" userId="566a5fee-3a01-4c2c-ae39-89ea6daa5f88" providerId="ADAL" clId="{C7204A7F-2326-4EA8-8E25-414BC0B7A123}" dt="2026-09-14T21:28:13.836" v="5846" actId="1076"/>
        <pc:sldMkLst>
          <pc:docMk/>
          <pc:sldMk cId="3556017698" sldId="343"/>
        </pc:sldMkLst>
        <pc:spChg chg="add del">
          <ac:chgData name="Hao He" userId="566a5fee-3a01-4c2c-ae39-89ea6daa5f88" providerId="ADAL" clId="{C7204A7F-2326-4EA8-8E25-414BC0B7A123}" dt="2026-09-14T21:28:01.602" v="5838" actId="478"/>
          <ac:spMkLst>
            <pc:docMk/>
            <pc:sldMk cId="3556017698" sldId="343"/>
            <ac:spMk id="9" creationId="{60F4339F-7677-7D15-8007-8CE795A04FB3}"/>
          </ac:spMkLst>
        </pc:spChg>
        <pc:picChg chg="add del">
          <ac:chgData name="Hao He" userId="566a5fee-3a01-4c2c-ae39-89ea6daa5f88" providerId="ADAL" clId="{C7204A7F-2326-4EA8-8E25-414BC0B7A123}" dt="2026-09-14T21:28:01.602" v="5838" actId="478"/>
          <ac:picMkLst>
            <pc:docMk/>
            <pc:sldMk cId="3556017698" sldId="343"/>
            <ac:picMk id="6" creationId="{736D961C-9DCE-880E-1DAE-C142F133FD9E}"/>
          </ac:picMkLst>
        </pc:picChg>
        <pc:picChg chg="add del">
          <ac:chgData name="Hao He" userId="566a5fee-3a01-4c2c-ae39-89ea6daa5f88" providerId="ADAL" clId="{C7204A7F-2326-4EA8-8E25-414BC0B7A123}" dt="2026-09-14T21:27:57.450" v="5836" actId="22"/>
          <ac:picMkLst>
            <pc:docMk/>
            <pc:sldMk cId="3556017698" sldId="343"/>
            <ac:picMk id="7" creationId="{BA222F3A-73BA-A462-D110-1BDC4B4DF45D}"/>
          </ac:picMkLst>
        </pc:picChg>
        <pc:picChg chg="add del">
          <ac:chgData name="Hao He" userId="566a5fee-3a01-4c2c-ae39-89ea6daa5f88" providerId="ADAL" clId="{C7204A7F-2326-4EA8-8E25-414BC0B7A123}" dt="2026-09-14T21:27:57.450" v="5836" actId="22"/>
          <ac:picMkLst>
            <pc:docMk/>
            <pc:sldMk cId="3556017698" sldId="343"/>
            <ac:picMk id="10" creationId="{01B536DE-805F-1E1F-43F4-3A83E7852D50}"/>
          </ac:picMkLst>
        </pc:picChg>
        <pc:picChg chg="add del mod">
          <ac:chgData name="Hao He" userId="566a5fee-3a01-4c2c-ae39-89ea6daa5f88" providerId="ADAL" clId="{C7204A7F-2326-4EA8-8E25-414BC0B7A123}" dt="2026-09-14T21:28:12.326" v="5845" actId="1076"/>
          <ac:picMkLst>
            <pc:docMk/>
            <pc:sldMk cId="3556017698" sldId="343"/>
            <ac:picMk id="12" creationId="{71C7B219-AA71-0899-CF50-C2E8A450F8B3}"/>
          </ac:picMkLst>
        </pc:picChg>
        <pc:picChg chg="add del mod">
          <ac:chgData name="Hao He" userId="566a5fee-3a01-4c2c-ae39-89ea6daa5f88" providerId="ADAL" clId="{C7204A7F-2326-4EA8-8E25-414BC0B7A123}" dt="2026-09-14T21:28:04.475" v="5841" actId="478"/>
          <ac:picMkLst>
            <pc:docMk/>
            <pc:sldMk cId="3556017698" sldId="343"/>
            <ac:picMk id="13" creationId="{33B7749E-F342-2DD2-B5C5-F57BF60A214D}"/>
          </ac:picMkLst>
        </pc:picChg>
        <pc:picChg chg="add mod">
          <ac:chgData name="Hao He" userId="566a5fee-3a01-4c2c-ae39-89ea6daa5f88" providerId="ADAL" clId="{C7204A7F-2326-4EA8-8E25-414BC0B7A123}" dt="2026-09-14T21:28:13.836" v="5846" actId="1076"/>
          <ac:picMkLst>
            <pc:docMk/>
            <pc:sldMk cId="3556017698" sldId="343"/>
            <ac:picMk id="15" creationId="{92C62683-7689-6F70-E87D-D33938AD93BA}"/>
          </ac:picMkLst>
        </pc:picChg>
      </pc:sldChg>
      <pc:sldChg chg="del">
        <pc:chgData name="Hao He" userId="566a5fee-3a01-4c2c-ae39-89ea6daa5f88" providerId="ADAL" clId="{C7204A7F-2326-4EA8-8E25-414BC0B7A123}" dt="2026-09-14T16:53:10.761" v="3223" actId="47"/>
        <pc:sldMkLst>
          <pc:docMk/>
          <pc:sldMk cId="3623607412" sldId="345"/>
        </pc:sldMkLst>
      </pc:sldChg>
      <pc:sldChg chg="del">
        <pc:chgData name="Hao He" userId="566a5fee-3a01-4c2c-ae39-89ea6daa5f88" providerId="ADAL" clId="{C7204A7F-2326-4EA8-8E25-414BC0B7A123}" dt="2026-09-13T18:47:02.435" v="1168" actId="47"/>
        <pc:sldMkLst>
          <pc:docMk/>
          <pc:sldMk cId="2864647328" sldId="346"/>
        </pc:sldMkLst>
      </pc:sldChg>
      <pc:sldChg chg="del">
        <pc:chgData name="Hao He" userId="566a5fee-3a01-4c2c-ae39-89ea6daa5f88" providerId="ADAL" clId="{C7204A7F-2326-4EA8-8E25-414BC0B7A123}" dt="2026-09-14T21:29:56.289" v="5847" actId="47"/>
        <pc:sldMkLst>
          <pc:docMk/>
          <pc:sldMk cId="3431044110" sldId="347"/>
        </pc:sldMkLst>
      </pc:sldChg>
      <pc:sldChg chg="del">
        <pc:chgData name="Hao He" userId="566a5fee-3a01-4c2c-ae39-89ea6daa5f88" providerId="ADAL" clId="{C7204A7F-2326-4EA8-8E25-414BC0B7A123}" dt="2026-09-14T22:09:52.512" v="7166" actId="47"/>
        <pc:sldMkLst>
          <pc:docMk/>
          <pc:sldMk cId="664022748" sldId="348"/>
        </pc:sldMkLst>
      </pc:sldChg>
      <pc:sldChg chg="del">
        <pc:chgData name="Hao He" userId="566a5fee-3a01-4c2c-ae39-89ea6daa5f88" providerId="ADAL" clId="{C7204A7F-2326-4EA8-8E25-414BC0B7A123}" dt="2026-09-13T18:46:59.454" v="1164" actId="47"/>
        <pc:sldMkLst>
          <pc:docMk/>
          <pc:sldMk cId="2188113165" sldId="349"/>
        </pc:sldMkLst>
      </pc:sldChg>
      <pc:sldChg chg="addSp delSp modSp mod">
        <pc:chgData name="Hao He" userId="566a5fee-3a01-4c2c-ae39-89ea6daa5f88" providerId="ADAL" clId="{C7204A7F-2326-4EA8-8E25-414BC0B7A123}" dt="2026-09-14T19:02:45.616" v="5802" actId="20577"/>
        <pc:sldMkLst>
          <pc:docMk/>
          <pc:sldMk cId="112783990" sldId="350"/>
        </pc:sldMkLst>
        <pc:spChg chg="mod">
          <ac:chgData name="Hao He" userId="566a5fee-3a01-4c2c-ae39-89ea6daa5f88" providerId="ADAL" clId="{C7204A7F-2326-4EA8-8E25-414BC0B7A123}" dt="2026-09-14T19:02:45.616" v="5802" actId="20577"/>
          <ac:spMkLst>
            <pc:docMk/>
            <pc:sldMk cId="112783990" sldId="350"/>
            <ac:spMk id="2" creationId="{A421B4CB-E55B-31D2-AC7C-C533BD3FC895}"/>
          </ac:spMkLst>
        </pc:spChg>
        <pc:spChg chg="mod">
          <ac:chgData name="Hao He" userId="566a5fee-3a01-4c2c-ae39-89ea6daa5f88" providerId="ADAL" clId="{C7204A7F-2326-4EA8-8E25-414BC0B7A123}" dt="2026-09-14T16:15:24.743" v="1414" actId="20577"/>
          <ac:spMkLst>
            <pc:docMk/>
            <pc:sldMk cId="112783990" sldId="350"/>
            <ac:spMk id="3" creationId="{B89BA133-FEC7-D22C-FDB5-9E9FAE6FCA1F}"/>
          </ac:spMkLst>
        </pc:spChg>
        <pc:spChg chg="del mod">
          <ac:chgData name="Hao He" userId="566a5fee-3a01-4c2c-ae39-89ea6daa5f88" providerId="ADAL" clId="{C7204A7F-2326-4EA8-8E25-414BC0B7A123}" dt="2026-09-14T16:13:58.241" v="1368" actId="478"/>
          <ac:spMkLst>
            <pc:docMk/>
            <pc:sldMk cId="112783990" sldId="350"/>
            <ac:spMk id="7" creationId="{9CD66FAA-2037-5DB3-0359-2CCB2FDF2E08}"/>
          </ac:spMkLst>
        </pc:spChg>
        <pc:spChg chg="del">
          <ac:chgData name="Hao He" userId="566a5fee-3a01-4c2c-ae39-89ea6daa5f88" providerId="ADAL" clId="{C7204A7F-2326-4EA8-8E25-414BC0B7A123}" dt="2026-09-14T16:14:40.382" v="1403" actId="478"/>
          <ac:spMkLst>
            <pc:docMk/>
            <pc:sldMk cId="112783990" sldId="350"/>
            <ac:spMk id="15" creationId="{8D29EDDC-A5DD-AB6D-4AF3-B9D6BFFFFDDA}"/>
          </ac:spMkLst>
        </pc:spChg>
        <pc:grpChg chg="del">
          <ac:chgData name="Hao He" userId="566a5fee-3a01-4c2c-ae39-89ea6daa5f88" providerId="ADAL" clId="{C7204A7F-2326-4EA8-8E25-414BC0B7A123}" dt="2026-09-14T16:14:39.552" v="1402" actId="478"/>
          <ac:grpSpMkLst>
            <pc:docMk/>
            <pc:sldMk cId="112783990" sldId="350"/>
            <ac:grpSpMk id="17" creationId="{C511E969-D8C9-813F-1590-0F7E933823F0}"/>
          </ac:grpSpMkLst>
        </pc:grpChg>
        <pc:picChg chg="add mod">
          <ac:chgData name="Hao He" userId="566a5fee-3a01-4c2c-ae39-89ea6daa5f88" providerId="ADAL" clId="{C7204A7F-2326-4EA8-8E25-414BC0B7A123}" dt="2026-09-14T16:14:56.861" v="1408" actId="1076"/>
          <ac:picMkLst>
            <pc:docMk/>
            <pc:sldMk cId="112783990" sldId="350"/>
            <ac:picMk id="13" creationId="{49A199A4-3400-99CD-112F-388A911B0CB7}"/>
          </ac:picMkLst>
        </pc:picChg>
        <pc:picChg chg="add mod">
          <ac:chgData name="Hao He" userId="566a5fee-3a01-4c2c-ae39-89ea6daa5f88" providerId="ADAL" clId="{C7204A7F-2326-4EA8-8E25-414BC0B7A123}" dt="2026-09-14T16:14:59.143" v="1410" actId="1076"/>
          <ac:picMkLst>
            <pc:docMk/>
            <pc:sldMk cId="112783990" sldId="350"/>
            <ac:picMk id="16" creationId="{B703D655-46BD-AC47-7ECD-143A05C86695}"/>
          </ac:picMkLst>
        </pc:picChg>
        <pc:picChg chg="add mod">
          <ac:chgData name="Hao He" userId="566a5fee-3a01-4c2c-ae39-89ea6daa5f88" providerId="ADAL" clId="{C7204A7F-2326-4EA8-8E25-414BC0B7A123}" dt="2026-09-14T16:14:58.065" v="1409" actId="1076"/>
          <ac:picMkLst>
            <pc:docMk/>
            <pc:sldMk cId="112783990" sldId="350"/>
            <ac:picMk id="19" creationId="{69A76289-86D5-69E4-6195-FA1699237899}"/>
          </ac:picMkLst>
        </pc:picChg>
        <pc:cxnChg chg="mod">
          <ac:chgData name="Hao He" userId="566a5fee-3a01-4c2c-ae39-89ea6daa5f88" providerId="ADAL" clId="{C7204A7F-2326-4EA8-8E25-414BC0B7A123}" dt="2026-09-14T16:14:39.552" v="1402" actId="478"/>
          <ac:cxnSpMkLst>
            <pc:docMk/>
            <pc:sldMk cId="112783990" sldId="350"/>
            <ac:cxnSpMk id="10" creationId="{5BF26AF5-B374-4354-B9E4-AD76FF0424EF}"/>
          </ac:cxnSpMkLst>
        </pc:cxnChg>
      </pc:sldChg>
      <pc:sldChg chg="modSp mod ord">
        <pc:chgData name="Hao He" userId="566a5fee-3a01-4c2c-ae39-89ea6daa5f88" providerId="ADAL" clId="{C7204A7F-2326-4EA8-8E25-414BC0B7A123}" dt="2026-09-14T16:48:33.614" v="3051" actId="20577"/>
        <pc:sldMkLst>
          <pc:docMk/>
          <pc:sldMk cId="2661689704" sldId="351"/>
        </pc:sldMkLst>
        <pc:spChg chg="mod">
          <ac:chgData name="Hao He" userId="566a5fee-3a01-4c2c-ae39-89ea6daa5f88" providerId="ADAL" clId="{C7204A7F-2326-4EA8-8E25-414BC0B7A123}" dt="2026-09-14T16:46:18.717" v="2959" actId="20577"/>
          <ac:spMkLst>
            <pc:docMk/>
            <pc:sldMk cId="2661689704" sldId="351"/>
            <ac:spMk id="2" creationId="{E47BE146-A981-4829-2B9A-4A435682430D}"/>
          </ac:spMkLst>
        </pc:spChg>
        <pc:spChg chg="mod">
          <ac:chgData name="Hao He" userId="566a5fee-3a01-4c2c-ae39-89ea6daa5f88" providerId="ADAL" clId="{C7204A7F-2326-4EA8-8E25-414BC0B7A123}" dt="2026-09-14T16:48:33.614" v="3051" actId="20577"/>
          <ac:spMkLst>
            <pc:docMk/>
            <pc:sldMk cId="2661689704" sldId="351"/>
            <ac:spMk id="3" creationId="{1D122AB8-1A21-F7C3-D512-936140698C03}"/>
          </ac:spMkLst>
        </pc:spChg>
      </pc:sldChg>
      <pc:sldChg chg="del">
        <pc:chgData name="Hao He" userId="566a5fee-3a01-4c2c-ae39-89ea6daa5f88" providerId="ADAL" clId="{C7204A7F-2326-4EA8-8E25-414BC0B7A123}" dt="2026-09-14T16:53:10.761" v="3223" actId="47"/>
        <pc:sldMkLst>
          <pc:docMk/>
          <pc:sldMk cId="1027683757" sldId="353"/>
        </pc:sldMkLst>
      </pc:sldChg>
      <pc:sldChg chg="del">
        <pc:chgData name="Hao He" userId="566a5fee-3a01-4c2c-ae39-89ea6daa5f88" providerId="ADAL" clId="{C7204A7F-2326-4EA8-8E25-414BC0B7A123}" dt="2026-09-14T22:09:52.512" v="7166" actId="47"/>
        <pc:sldMkLst>
          <pc:docMk/>
          <pc:sldMk cId="3243227567" sldId="354"/>
        </pc:sldMkLst>
      </pc:sldChg>
      <pc:sldChg chg="del">
        <pc:chgData name="Hao He" userId="566a5fee-3a01-4c2c-ae39-89ea6daa5f88" providerId="ADAL" clId="{C7204A7F-2326-4EA8-8E25-414BC0B7A123}" dt="2026-09-14T22:09:52.512" v="7166" actId="47"/>
        <pc:sldMkLst>
          <pc:docMk/>
          <pc:sldMk cId="1154134343" sldId="355"/>
        </pc:sldMkLst>
      </pc:sldChg>
      <pc:sldChg chg="modSp del">
        <pc:chgData name="Hao He" userId="566a5fee-3a01-4c2c-ae39-89ea6daa5f88" providerId="ADAL" clId="{C7204A7F-2326-4EA8-8E25-414BC0B7A123}" dt="2026-09-14T22:09:52.512" v="7166" actId="47"/>
        <pc:sldMkLst>
          <pc:docMk/>
          <pc:sldMk cId="2172948695" sldId="356"/>
        </pc:sldMkLst>
        <pc:spChg chg="mod">
          <ac:chgData name="Hao He" userId="566a5fee-3a01-4c2c-ae39-89ea6daa5f88" providerId="ADAL" clId="{C7204A7F-2326-4EA8-8E25-414BC0B7A123}" dt="2026-09-14T21:30:12.353" v="5848"/>
          <ac:spMkLst>
            <pc:docMk/>
            <pc:sldMk cId="2172948695" sldId="356"/>
            <ac:spMk id="2" creationId="{B007B9E1-20A2-00B9-26ED-38DF3B9583E8}"/>
          </ac:spMkLst>
        </pc:spChg>
      </pc:sldChg>
      <pc:sldChg chg="modSp mod">
        <pc:chgData name="Hao He" userId="566a5fee-3a01-4c2c-ae39-89ea6daa5f88" providerId="ADAL" clId="{C7204A7F-2326-4EA8-8E25-414BC0B7A123}" dt="2026-09-14T21:50:09.563" v="6229" actId="20577"/>
        <pc:sldMkLst>
          <pc:docMk/>
          <pc:sldMk cId="2595405271" sldId="357"/>
        </pc:sldMkLst>
        <pc:spChg chg="mod">
          <ac:chgData name="Hao He" userId="566a5fee-3a01-4c2c-ae39-89ea6daa5f88" providerId="ADAL" clId="{C7204A7F-2326-4EA8-8E25-414BC0B7A123}" dt="2026-09-14T21:30:29.240" v="5849"/>
          <ac:spMkLst>
            <pc:docMk/>
            <pc:sldMk cId="2595405271" sldId="357"/>
            <ac:spMk id="2" creationId="{923FA79A-799B-9E5D-9DDA-9243B37ED92C}"/>
          </ac:spMkLst>
        </pc:spChg>
        <pc:spChg chg="mod">
          <ac:chgData name="Hao He" userId="566a5fee-3a01-4c2c-ae39-89ea6daa5f88" providerId="ADAL" clId="{C7204A7F-2326-4EA8-8E25-414BC0B7A123}" dt="2026-09-14T21:50:09.563" v="6229" actId="20577"/>
          <ac:spMkLst>
            <pc:docMk/>
            <pc:sldMk cId="2595405271" sldId="357"/>
            <ac:spMk id="3" creationId="{5BE9242B-9BCF-3511-683A-C3044BF9ED27}"/>
          </ac:spMkLst>
        </pc:spChg>
      </pc:sldChg>
      <pc:sldChg chg="del">
        <pc:chgData name="Hao He" userId="566a5fee-3a01-4c2c-ae39-89ea6daa5f88" providerId="ADAL" clId="{C7204A7F-2326-4EA8-8E25-414BC0B7A123}" dt="2026-09-14T21:51:21.273" v="6262" actId="47"/>
        <pc:sldMkLst>
          <pc:docMk/>
          <pc:sldMk cId="568415041" sldId="358"/>
        </pc:sldMkLst>
      </pc:sldChg>
      <pc:sldChg chg="del">
        <pc:chgData name="Hao He" userId="566a5fee-3a01-4c2c-ae39-89ea6daa5f88" providerId="ADAL" clId="{C7204A7F-2326-4EA8-8E25-414BC0B7A123}" dt="2026-09-13T17:54:55.104" v="131" actId="47"/>
        <pc:sldMkLst>
          <pc:docMk/>
          <pc:sldMk cId="1103542059" sldId="359"/>
        </pc:sldMkLst>
      </pc:sldChg>
      <pc:sldChg chg="addSp delSp modSp mod ord">
        <pc:chgData name="Hao He" userId="566a5fee-3a01-4c2c-ae39-89ea6daa5f88" providerId="ADAL" clId="{C7204A7F-2326-4EA8-8E25-414BC0B7A123}" dt="2026-09-13T18:38:42.597" v="673"/>
        <pc:sldMkLst>
          <pc:docMk/>
          <pc:sldMk cId="2897126603" sldId="360"/>
        </pc:sldMkLst>
        <pc:spChg chg="add mod">
          <ac:chgData name="Hao He" userId="566a5fee-3a01-4c2c-ae39-89ea6daa5f88" providerId="ADAL" clId="{C7204A7F-2326-4EA8-8E25-414BC0B7A123}" dt="2026-09-13T17:52:49.824" v="127" actId="113"/>
          <ac:spMkLst>
            <pc:docMk/>
            <pc:sldMk cId="2897126603" sldId="360"/>
            <ac:spMk id="11" creationId="{14D9E5AC-E6DD-6F28-7DEF-A2778D510C4B}"/>
          </ac:spMkLst>
        </pc:spChg>
        <pc:picChg chg="add del mod">
          <ac:chgData name="Hao He" userId="566a5fee-3a01-4c2c-ae39-89ea6daa5f88" providerId="ADAL" clId="{C7204A7F-2326-4EA8-8E25-414BC0B7A123}" dt="2026-09-13T17:51:36.504" v="102" actId="478"/>
          <ac:picMkLst>
            <pc:docMk/>
            <pc:sldMk cId="2897126603" sldId="360"/>
            <ac:picMk id="6" creationId="{9F1D0932-FBE3-2C6E-DCB4-F8DA5B0C21F2}"/>
          </ac:picMkLst>
        </pc:picChg>
        <pc:picChg chg="add mod">
          <ac:chgData name="Hao He" userId="566a5fee-3a01-4c2c-ae39-89ea6daa5f88" providerId="ADAL" clId="{C7204A7F-2326-4EA8-8E25-414BC0B7A123}" dt="2026-09-13T17:52:44.130" v="125" actId="1076"/>
          <ac:picMkLst>
            <pc:docMk/>
            <pc:sldMk cId="2897126603" sldId="360"/>
            <ac:picMk id="8" creationId="{44F3E5FF-AC9D-C437-A938-BCCD97A924FE}"/>
          </ac:picMkLst>
        </pc:picChg>
        <pc:picChg chg="del">
          <ac:chgData name="Hao He" userId="566a5fee-3a01-4c2c-ae39-89ea6daa5f88" providerId="ADAL" clId="{C7204A7F-2326-4EA8-8E25-414BC0B7A123}" dt="2026-09-13T17:50:39.638" v="98" actId="478"/>
          <ac:picMkLst>
            <pc:docMk/>
            <pc:sldMk cId="2897126603" sldId="360"/>
            <ac:picMk id="9" creationId="{64ABE382-2285-1D33-F2C6-BD3414EA3F00}"/>
          </ac:picMkLst>
        </pc:picChg>
      </pc:sldChg>
      <pc:sldChg chg="mod ord modShow">
        <pc:chgData name="Hao He" userId="566a5fee-3a01-4c2c-ae39-89ea6daa5f88" providerId="ADAL" clId="{C7204A7F-2326-4EA8-8E25-414BC0B7A123}" dt="2026-09-13T18:38:55.412" v="676" actId="34476"/>
        <pc:sldMkLst>
          <pc:docMk/>
          <pc:sldMk cId="401995667" sldId="361"/>
        </pc:sldMkLst>
      </pc:sldChg>
      <pc:sldChg chg="ord">
        <pc:chgData name="Hao He" userId="566a5fee-3a01-4c2c-ae39-89ea6daa5f88" providerId="ADAL" clId="{C7204A7F-2326-4EA8-8E25-414BC0B7A123}" dt="2026-09-13T18:37:54.945" v="653"/>
        <pc:sldMkLst>
          <pc:docMk/>
          <pc:sldMk cId="3812095243" sldId="363"/>
        </pc:sldMkLst>
      </pc:sldChg>
      <pc:sldChg chg="ord">
        <pc:chgData name="Hao He" userId="566a5fee-3a01-4c2c-ae39-89ea6daa5f88" providerId="ADAL" clId="{C7204A7F-2326-4EA8-8E25-414BC0B7A123}" dt="2026-09-13T18:38:01.364" v="655"/>
        <pc:sldMkLst>
          <pc:docMk/>
          <pc:sldMk cId="2779981135" sldId="364"/>
        </pc:sldMkLst>
      </pc:sldChg>
      <pc:sldChg chg="add del ord">
        <pc:chgData name="Hao He" userId="566a5fee-3a01-4c2c-ae39-89ea6daa5f88" providerId="ADAL" clId="{C7204A7F-2326-4EA8-8E25-414BC0B7A123}" dt="2026-09-14T16:28:49.421" v="2062"/>
        <pc:sldMkLst>
          <pc:docMk/>
          <pc:sldMk cId="2332201327" sldId="365"/>
        </pc:sldMkLst>
      </pc:sldChg>
      <pc:sldChg chg="del">
        <pc:chgData name="Hao He" userId="566a5fee-3a01-4c2c-ae39-89ea6daa5f88" providerId="ADAL" clId="{C7204A7F-2326-4EA8-8E25-414BC0B7A123}" dt="2026-09-13T18:46:55.623" v="1159" actId="47"/>
        <pc:sldMkLst>
          <pc:docMk/>
          <pc:sldMk cId="2262778858" sldId="366"/>
        </pc:sldMkLst>
      </pc:sldChg>
      <pc:sldChg chg="del">
        <pc:chgData name="Hao He" userId="566a5fee-3a01-4c2c-ae39-89ea6daa5f88" providerId="ADAL" clId="{C7204A7F-2326-4EA8-8E25-414BC0B7A123}" dt="2026-09-13T18:46:53.953" v="1158" actId="47"/>
        <pc:sldMkLst>
          <pc:docMk/>
          <pc:sldMk cId="3103939190" sldId="367"/>
        </pc:sldMkLst>
      </pc:sldChg>
      <pc:sldChg chg="modSp new del mod">
        <pc:chgData name="Hao He" userId="566a5fee-3a01-4c2c-ae39-89ea6daa5f88" providerId="ADAL" clId="{C7204A7F-2326-4EA8-8E25-414BC0B7A123}" dt="2026-09-13T18:40:56.226" v="685" actId="47"/>
        <pc:sldMkLst>
          <pc:docMk/>
          <pc:sldMk cId="911433066" sldId="368"/>
        </pc:sldMkLst>
        <pc:spChg chg="mod">
          <ac:chgData name="Hao He" userId="566a5fee-3a01-4c2c-ae39-89ea6daa5f88" providerId="ADAL" clId="{C7204A7F-2326-4EA8-8E25-414BC0B7A123}" dt="2026-09-13T18:34:11.496" v="650" actId="20577"/>
          <ac:spMkLst>
            <pc:docMk/>
            <pc:sldMk cId="911433066" sldId="368"/>
            <ac:spMk id="2" creationId="{F6133DC6-B93D-836A-73C2-CE375A4A2D29}"/>
          </ac:spMkLst>
        </pc:spChg>
      </pc:sldChg>
      <pc:sldChg chg="modSp new del mod">
        <pc:chgData name="Hao He" userId="566a5fee-3a01-4c2c-ae39-89ea6daa5f88" providerId="ADAL" clId="{C7204A7F-2326-4EA8-8E25-414BC0B7A123}" dt="2026-09-13T18:42:00.618" v="726" actId="47"/>
        <pc:sldMkLst>
          <pc:docMk/>
          <pc:sldMk cId="1873527934" sldId="368"/>
        </pc:sldMkLst>
        <pc:spChg chg="mod">
          <ac:chgData name="Hao He" userId="566a5fee-3a01-4c2c-ae39-89ea6daa5f88" providerId="ADAL" clId="{C7204A7F-2326-4EA8-8E25-414BC0B7A123}" dt="2026-09-13T18:41:58.969" v="725" actId="20577"/>
          <ac:spMkLst>
            <pc:docMk/>
            <pc:sldMk cId="1873527934" sldId="368"/>
            <ac:spMk id="2" creationId="{36CA4E9F-E771-1C11-4053-875476001F33}"/>
          </ac:spMkLst>
        </pc:spChg>
      </pc:sldChg>
      <pc:sldChg chg="addSp delSp modSp add del mod">
        <pc:chgData name="Hao He" userId="566a5fee-3a01-4c2c-ae39-89ea6daa5f88" providerId="ADAL" clId="{C7204A7F-2326-4EA8-8E25-414BC0B7A123}" dt="2026-09-13T18:44:44.019" v="971" actId="47"/>
        <pc:sldMkLst>
          <pc:docMk/>
          <pc:sldMk cId="3169080919" sldId="368"/>
        </pc:sldMkLst>
        <pc:spChg chg="mod">
          <ac:chgData name="Hao He" userId="566a5fee-3a01-4c2c-ae39-89ea6daa5f88" providerId="ADAL" clId="{C7204A7F-2326-4EA8-8E25-414BC0B7A123}" dt="2026-09-13T18:43:34.963" v="833" actId="20577"/>
          <ac:spMkLst>
            <pc:docMk/>
            <pc:sldMk cId="3169080919" sldId="368"/>
            <ac:spMk id="2" creationId="{78BCC618-266B-948C-5482-5C8A30354EAD}"/>
          </ac:spMkLst>
        </pc:spChg>
        <pc:spChg chg="del">
          <ac:chgData name="Hao He" userId="566a5fee-3a01-4c2c-ae39-89ea6daa5f88" providerId="ADAL" clId="{C7204A7F-2326-4EA8-8E25-414BC0B7A123}" dt="2026-09-13T18:42:51.151" v="731" actId="478"/>
          <ac:spMkLst>
            <pc:docMk/>
            <pc:sldMk cId="3169080919" sldId="368"/>
            <ac:spMk id="3" creationId="{2695C557-387E-15FF-E292-A1A2EC94962D}"/>
          </ac:spMkLst>
        </pc:spChg>
        <pc:spChg chg="del">
          <ac:chgData name="Hao He" userId="566a5fee-3a01-4c2c-ae39-89ea6daa5f88" providerId="ADAL" clId="{C7204A7F-2326-4EA8-8E25-414BC0B7A123}" dt="2026-09-13T18:42:49.070" v="730" actId="478"/>
          <ac:spMkLst>
            <pc:docMk/>
            <pc:sldMk cId="3169080919" sldId="368"/>
            <ac:spMk id="5" creationId="{45EF5FB1-59E3-AD16-3E54-41472410D217}"/>
          </ac:spMkLst>
        </pc:spChg>
        <pc:spChg chg="add del mod">
          <ac:chgData name="Hao He" userId="566a5fee-3a01-4c2c-ae39-89ea6daa5f88" providerId="ADAL" clId="{C7204A7F-2326-4EA8-8E25-414BC0B7A123}" dt="2026-09-13T18:42:55.640" v="732" actId="478"/>
          <ac:spMkLst>
            <pc:docMk/>
            <pc:sldMk cId="3169080919" sldId="368"/>
            <ac:spMk id="8" creationId="{5BDDF3F5-1291-5470-C624-4896144A3299}"/>
          </ac:spMkLst>
        </pc:spChg>
      </pc:sldChg>
      <pc:sldChg chg="new del">
        <pc:chgData name="Hao He" userId="566a5fee-3a01-4c2c-ae39-89ea6daa5f88" providerId="ADAL" clId="{C7204A7F-2326-4EA8-8E25-414BC0B7A123}" dt="2026-09-13T18:32:40.287" v="565" actId="47"/>
        <pc:sldMkLst>
          <pc:docMk/>
          <pc:sldMk cId="707411880" sldId="369"/>
        </pc:sldMkLst>
      </pc:sldChg>
      <pc:sldChg chg="modSp add mod">
        <pc:chgData name="Hao He" userId="566a5fee-3a01-4c2c-ae39-89ea6daa5f88" providerId="ADAL" clId="{C7204A7F-2326-4EA8-8E25-414BC0B7A123}" dt="2026-09-14T16:13:54.814" v="1367" actId="20577"/>
        <pc:sldMkLst>
          <pc:docMk/>
          <pc:sldMk cId="1045461495" sldId="369"/>
        </pc:sldMkLst>
        <pc:spChg chg="mod">
          <ac:chgData name="Hao He" userId="566a5fee-3a01-4c2c-ae39-89ea6daa5f88" providerId="ADAL" clId="{C7204A7F-2326-4EA8-8E25-414BC0B7A123}" dt="2026-09-13T18:44:15.075" v="963" actId="14100"/>
          <ac:spMkLst>
            <pc:docMk/>
            <pc:sldMk cId="1045461495" sldId="369"/>
            <ac:spMk id="2" creationId="{E474F900-038A-DEBF-A14E-0DBD0C44D1A3}"/>
          </ac:spMkLst>
        </pc:spChg>
        <pc:spChg chg="mod">
          <ac:chgData name="Hao He" userId="566a5fee-3a01-4c2c-ae39-89ea6daa5f88" providerId="ADAL" clId="{C7204A7F-2326-4EA8-8E25-414BC0B7A123}" dt="2026-09-14T16:13:54.814" v="1367" actId="20577"/>
          <ac:spMkLst>
            <pc:docMk/>
            <pc:sldMk cId="1045461495" sldId="369"/>
            <ac:spMk id="3" creationId="{CAE3AFF9-D0C8-13EF-3A97-9D0D7FF7C79A}"/>
          </ac:spMkLst>
        </pc:spChg>
        <pc:spChg chg="mod">
          <ac:chgData name="Hao He" userId="566a5fee-3a01-4c2c-ae39-89ea6daa5f88" providerId="ADAL" clId="{C7204A7F-2326-4EA8-8E25-414BC0B7A123}" dt="2026-09-13T18:43:55.238" v="865" actId="20577"/>
          <ac:spMkLst>
            <pc:docMk/>
            <pc:sldMk cId="1045461495" sldId="369"/>
            <ac:spMk id="5" creationId="{749DC973-6C09-C900-1EA3-1B5974817C7E}"/>
          </ac:spMkLst>
        </pc:spChg>
      </pc:sldChg>
      <pc:sldChg chg="modSp add mod ord">
        <pc:chgData name="Hao He" userId="566a5fee-3a01-4c2c-ae39-89ea6daa5f88" providerId="ADAL" clId="{C7204A7F-2326-4EA8-8E25-414BC0B7A123}" dt="2026-09-13T18:48:54.918" v="1238" actId="14100"/>
        <pc:sldMkLst>
          <pc:docMk/>
          <pc:sldMk cId="626057953" sldId="370"/>
        </pc:sldMkLst>
        <pc:spChg chg="mod">
          <ac:chgData name="Hao He" userId="566a5fee-3a01-4c2c-ae39-89ea6daa5f88" providerId="ADAL" clId="{C7204A7F-2326-4EA8-8E25-414BC0B7A123}" dt="2026-09-13T18:48:14.466" v="1217" actId="20577"/>
          <ac:spMkLst>
            <pc:docMk/>
            <pc:sldMk cId="626057953" sldId="370"/>
            <ac:spMk id="2" creationId="{97AC9098-B630-7A59-7EC2-8096C1552531}"/>
          </ac:spMkLst>
        </pc:spChg>
        <pc:spChg chg="mod">
          <ac:chgData name="Hao He" userId="566a5fee-3a01-4c2c-ae39-89ea6daa5f88" providerId="ADAL" clId="{C7204A7F-2326-4EA8-8E25-414BC0B7A123}" dt="2026-09-13T18:48:54.918" v="1238" actId="14100"/>
          <ac:spMkLst>
            <pc:docMk/>
            <pc:sldMk cId="626057953" sldId="370"/>
            <ac:spMk id="3" creationId="{3E6C50F4-DB61-FD2E-F43D-BC7FBFB5892E}"/>
          </ac:spMkLst>
        </pc:spChg>
        <pc:spChg chg="mod">
          <ac:chgData name="Hao He" userId="566a5fee-3a01-4c2c-ae39-89ea6daa5f88" providerId="ADAL" clId="{C7204A7F-2326-4EA8-8E25-414BC0B7A123}" dt="2026-09-13T18:47:51.139" v="1174" actId="20577"/>
          <ac:spMkLst>
            <pc:docMk/>
            <pc:sldMk cId="626057953" sldId="370"/>
            <ac:spMk id="5" creationId="{771D21A0-B948-1FCA-E0FB-27CC5757EA46}"/>
          </ac:spMkLst>
        </pc:spChg>
      </pc:sldChg>
      <pc:sldChg chg="addSp delSp modSp add del mod modShow">
        <pc:chgData name="Hao He" userId="566a5fee-3a01-4c2c-ae39-89ea6daa5f88" providerId="ADAL" clId="{C7204A7F-2326-4EA8-8E25-414BC0B7A123}" dt="2026-09-13T18:33:53" v="618" actId="47"/>
        <pc:sldMkLst>
          <pc:docMk/>
          <pc:sldMk cId="823938727" sldId="370"/>
        </pc:sldMkLst>
        <pc:spChg chg="mod">
          <ac:chgData name="Hao He" userId="566a5fee-3a01-4c2c-ae39-89ea6daa5f88" providerId="ADAL" clId="{C7204A7F-2326-4EA8-8E25-414BC0B7A123}" dt="2026-09-13T18:33:44.936" v="614" actId="20577"/>
          <ac:spMkLst>
            <pc:docMk/>
            <pc:sldMk cId="823938727" sldId="370"/>
            <ac:spMk id="2" creationId="{F4B942EA-C496-B797-C45D-7A28A0021A4C}"/>
          </ac:spMkLst>
        </pc:spChg>
        <pc:spChg chg="del">
          <ac:chgData name="Hao He" userId="566a5fee-3a01-4c2c-ae39-89ea6daa5f88" providerId="ADAL" clId="{C7204A7F-2326-4EA8-8E25-414BC0B7A123}" dt="2026-09-13T18:33:04.290" v="585" actId="478"/>
          <ac:spMkLst>
            <pc:docMk/>
            <pc:sldMk cId="823938727" sldId="370"/>
            <ac:spMk id="3" creationId="{9E903A68-CAC1-5275-5B70-A76C039402AB}"/>
          </ac:spMkLst>
        </pc:spChg>
        <pc:spChg chg="del mod">
          <ac:chgData name="Hao He" userId="566a5fee-3a01-4c2c-ae39-89ea6daa5f88" providerId="ADAL" clId="{C7204A7F-2326-4EA8-8E25-414BC0B7A123}" dt="2026-09-13T18:33:10.951" v="587" actId="478"/>
          <ac:spMkLst>
            <pc:docMk/>
            <pc:sldMk cId="823938727" sldId="370"/>
            <ac:spMk id="5" creationId="{5D785027-B21A-7F69-B57F-13CF96B339BC}"/>
          </ac:spMkLst>
        </pc:spChg>
        <pc:spChg chg="add del mod">
          <ac:chgData name="Hao He" userId="566a5fee-3a01-4c2c-ae39-89ea6daa5f88" providerId="ADAL" clId="{C7204A7F-2326-4EA8-8E25-414BC0B7A123}" dt="2026-09-13T18:33:06.173" v="586" actId="478"/>
          <ac:spMkLst>
            <pc:docMk/>
            <pc:sldMk cId="823938727" sldId="370"/>
            <ac:spMk id="8" creationId="{C7B23638-08F6-B5A5-D289-B61412493E5C}"/>
          </ac:spMkLst>
        </pc:spChg>
      </pc:sldChg>
      <pc:sldChg chg="modSp new del mod">
        <pc:chgData name="Hao He" userId="566a5fee-3a01-4c2c-ae39-89ea6daa5f88" providerId="ADAL" clId="{C7204A7F-2326-4EA8-8E25-414BC0B7A123}" dt="2026-09-13T18:46:06.790" v="1151" actId="47"/>
        <pc:sldMkLst>
          <pc:docMk/>
          <pc:sldMk cId="1443085939" sldId="370"/>
        </pc:sldMkLst>
        <pc:spChg chg="mod">
          <ac:chgData name="Hao He" userId="566a5fee-3a01-4c2c-ae39-89ea6daa5f88" providerId="ADAL" clId="{C7204A7F-2326-4EA8-8E25-414BC0B7A123}" dt="2026-09-13T18:45:54.042" v="1150" actId="20577"/>
          <ac:spMkLst>
            <pc:docMk/>
            <pc:sldMk cId="1443085939" sldId="370"/>
            <ac:spMk id="2" creationId="{4BE9372F-5FAA-D38B-D04E-0A120B9628C9}"/>
          </ac:spMkLst>
        </pc:spChg>
      </pc:sldChg>
      <pc:sldChg chg="modSp add mod ord">
        <pc:chgData name="Hao He" userId="566a5fee-3a01-4c2c-ae39-89ea6daa5f88" providerId="ADAL" clId="{C7204A7F-2326-4EA8-8E25-414BC0B7A123}" dt="2026-09-14T16:31:16.527" v="2122" actId="20577"/>
        <pc:sldMkLst>
          <pc:docMk/>
          <pc:sldMk cId="195935261" sldId="371"/>
        </pc:sldMkLst>
        <pc:spChg chg="mod">
          <ac:chgData name="Hao He" userId="566a5fee-3a01-4c2c-ae39-89ea6daa5f88" providerId="ADAL" clId="{C7204A7F-2326-4EA8-8E25-414BC0B7A123}" dt="2026-09-13T18:49:33.114" v="1277" actId="20577"/>
          <ac:spMkLst>
            <pc:docMk/>
            <pc:sldMk cId="195935261" sldId="371"/>
            <ac:spMk id="2" creationId="{5E400B14-5EC4-393C-8B4B-A7123613B402}"/>
          </ac:spMkLst>
        </pc:spChg>
        <pc:spChg chg="mod">
          <ac:chgData name="Hao He" userId="566a5fee-3a01-4c2c-ae39-89ea6daa5f88" providerId="ADAL" clId="{C7204A7F-2326-4EA8-8E25-414BC0B7A123}" dt="2026-09-14T16:31:16.527" v="2122" actId="20577"/>
          <ac:spMkLst>
            <pc:docMk/>
            <pc:sldMk cId="195935261" sldId="371"/>
            <ac:spMk id="3" creationId="{2035DD2F-15E8-F370-7E11-E3B1AE6FA037}"/>
          </ac:spMkLst>
        </pc:spChg>
        <pc:spChg chg="mod">
          <ac:chgData name="Hao He" userId="566a5fee-3a01-4c2c-ae39-89ea6daa5f88" providerId="ADAL" clId="{C7204A7F-2326-4EA8-8E25-414BC0B7A123}" dt="2026-09-13T18:49:11.596" v="1242" actId="20577"/>
          <ac:spMkLst>
            <pc:docMk/>
            <pc:sldMk cId="195935261" sldId="371"/>
            <ac:spMk id="5" creationId="{722486D3-6A7F-61F2-4F5C-CFF84B7CC4B3}"/>
          </ac:spMkLst>
        </pc:spChg>
      </pc:sldChg>
      <pc:sldChg chg="new del">
        <pc:chgData name="Hao He" userId="566a5fee-3a01-4c2c-ae39-89ea6daa5f88" providerId="ADAL" clId="{C7204A7F-2326-4EA8-8E25-414BC0B7A123}" dt="2026-09-13T18:32:58.573" v="574" actId="680"/>
        <pc:sldMkLst>
          <pc:docMk/>
          <pc:sldMk cId="626166080" sldId="371"/>
        </pc:sldMkLst>
      </pc:sldChg>
      <pc:sldChg chg="add del ord">
        <pc:chgData name="Hao He" userId="566a5fee-3a01-4c2c-ae39-89ea6daa5f88" providerId="ADAL" clId="{C7204A7F-2326-4EA8-8E25-414BC0B7A123}" dt="2026-09-13T18:37:06.850" v="651" actId="47"/>
        <pc:sldMkLst>
          <pc:docMk/>
          <pc:sldMk cId="2494720092" sldId="371"/>
        </pc:sldMkLst>
      </pc:sldChg>
      <pc:sldChg chg="new del">
        <pc:chgData name="Hao He" userId="566a5fee-3a01-4c2c-ae39-89ea6daa5f88" providerId="ADAL" clId="{C7204A7F-2326-4EA8-8E25-414BC0B7A123}" dt="2026-09-13T18:50:39.395" v="1313" actId="47"/>
        <pc:sldMkLst>
          <pc:docMk/>
          <pc:sldMk cId="1023363192" sldId="372"/>
        </pc:sldMkLst>
      </pc:sldChg>
      <pc:sldChg chg="new del">
        <pc:chgData name="Hao He" userId="566a5fee-3a01-4c2c-ae39-89ea6daa5f88" providerId="ADAL" clId="{C7204A7F-2326-4EA8-8E25-414BC0B7A123}" dt="2026-09-13T18:51:00.591" v="1317" actId="47"/>
        <pc:sldMkLst>
          <pc:docMk/>
          <pc:sldMk cId="3142797849" sldId="372"/>
        </pc:sldMkLst>
      </pc:sldChg>
      <pc:sldChg chg="add modNotesTx">
        <pc:chgData name="Hao He" userId="566a5fee-3a01-4c2c-ae39-89ea6daa5f88" providerId="ADAL" clId="{C7204A7F-2326-4EA8-8E25-414BC0B7A123}" dt="2026-09-14T17:29:40.382" v="4501" actId="20577"/>
        <pc:sldMkLst>
          <pc:docMk/>
          <pc:sldMk cId="881223448" sldId="373"/>
        </pc:sldMkLst>
      </pc:sldChg>
      <pc:sldChg chg="modSp add del mod ord">
        <pc:chgData name="Hao He" userId="566a5fee-3a01-4c2c-ae39-89ea6daa5f88" providerId="ADAL" clId="{C7204A7F-2326-4EA8-8E25-414BC0B7A123}" dt="2026-09-13T18:50:37.088" v="1312" actId="47"/>
        <pc:sldMkLst>
          <pc:docMk/>
          <pc:sldMk cId="1808583122" sldId="373"/>
        </pc:sldMkLst>
        <pc:spChg chg="mod">
          <ac:chgData name="Hao He" userId="566a5fee-3a01-4c2c-ae39-89ea6daa5f88" providerId="ADAL" clId="{C7204A7F-2326-4EA8-8E25-414BC0B7A123}" dt="2026-09-13T18:50:27.967" v="1311" actId="20577"/>
          <ac:spMkLst>
            <pc:docMk/>
            <pc:sldMk cId="1808583122" sldId="373"/>
            <ac:spMk id="5" creationId="{1C1838BB-3610-546B-EB02-69A175401072}"/>
          </ac:spMkLst>
        </pc:spChg>
      </pc:sldChg>
      <pc:sldChg chg="addSp delSp modSp add del mod">
        <pc:chgData name="Hao He" userId="566a5fee-3a01-4c2c-ae39-89ea6daa5f88" providerId="ADAL" clId="{C7204A7F-2326-4EA8-8E25-414BC0B7A123}" dt="2026-09-14T16:54:00.715" v="3224" actId="47"/>
        <pc:sldMkLst>
          <pc:docMk/>
          <pc:sldMk cId="2539969792" sldId="374"/>
        </pc:sldMkLst>
        <pc:spChg chg="del">
          <ac:chgData name="Hao He" userId="566a5fee-3a01-4c2c-ae39-89ea6daa5f88" providerId="ADAL" clId="{C7204A7F-2326-4EA8-8E25-414BC0B7A123}" dt="2026-09-13T18:51:11.016" v="1319" actId="478"/>
          <ac:spMkLst>
            <pc:docMk/>
            <pc:sldMk cId="2539969792" sldId="374"/>
            <ac:spMk id="7" creationId="{D4B9783F-DEED-228B-B436-2527CE1B5BB0}"/>
          </ac:spMkLst>
        </pc:spChg>
        <pc:spChg chg="add del mod">
          <ac:chgData name="Hao He" userId="566a5fee-3a01-4c2c-ae39-89ea6daa5f88" providerId="ADAL" clId="{C7204A7F-2326-4EA8-8E25-414BC0B7A123}" dt="2026-09-13T18:51:19.260" v="1321" actId="478"/>
          <ac:spMkLst>
            <pc:docMk/>
            <pc:sldMk cId="2539969792" sldId="374"/>
            <ac:spMk id="8" creationId="{CD3FECBA-0988-8078-BFC9-B6E4BF0AB93F}"/>
          </ac:spMkLst>
        </pc:spChg>
      </pc:sldChg>
      <pc:sldChg chg="addSp delSp modSp new mod">
        <pc:chgData name="Hao He" userId="566a5fee-3a01-4c2c-ae39-89ea6daa5f88" providerId="ADAL" clId="{C7204A7F-2326-4EA8-8E25-414BC0B7A123}" dt="2026-09-14T16:37:33.642" v="2544" actId="20577"/>
        <pc:sldMkLst>
          <pc:docMk/>
          <pc:sldMk cId="3290921539" sldId="375"/>
        </pc:sldMkLst>
        <pc:spChg chg="mod">
          <ac:chgData name="Hao He" userId="566a5fee-3a01-4c2c-ae39-89ea6daa5f88" providerId="ADAL" clId="{C7204A7F-2326-4EA8-8E25-414BC0B7A123}" dt="2026-09-14T16:15:57.026" v="1434" actId="113"/>
          <ac:spMkLst>
            <pc:docMk/>
            <pc:sldMk cId="3290921539" sldId="375"/>
            <ac:spMk id="2" creationId="{42ADDC51-3F1A-C5D4-E201-FB4A7618DDA9}"/>
          </ac:spMkLst>
        </pc:spChg>
        <pc:spChg chg="del mod">
          <ac:chgData name="Hao He" userId="566a5fee-3a01-4c2c-ae39-89ea6daa5f88" providerId="ADAL" clId="{C7204A7F-2326-4EA8-8E25-414BC0B7A123}" dt="2026-09-14T16:33:09.469" v="2123" actId="478"/>
          <ac:spMkLst>
            <pc:docMk/>
            <pc:sldMk cId="3290921539" sldId="375"/>
            <ac:spMk id="3" creationId="{2B4D803B-50ED-48A1-D0FB-6EBA3C903B29}"/>
          </ac:spMkLst>
        </pc:spChg>
        <pc:spChg chg="add del mod">
          <ac:chgData name="Hao He" userId="566a5fee-3a01-4c2c-ae39-89ea6daa5f88" providerId="ADAL" clId="{C7204A7F-2326-4EA8-8E25-414BC0B7A123}" dt="2026-09-14T16:37:33.642" v="2544" actId="20577"/>
          <ac:spMkLst>
            <pc:docMk/>
            <pc:sldMk cId="3290921539" sldId="375"/>
            <ac:spMk id="9" creationId="{810B72A8-D0C5-8CA7-02C0-66BFF0BC06AB}"/>
          </ac:spMkLst>
        </pc:spChg>
        <pc:picChg chg="add mod">
          <ac:chgData name="Hao He" userId="566a5fee-3a01-4c2c-ae39-89ea6daa5f88" providerId="ADAL" clId="{C7204A7F-2326-4EA8-8E25-414BC0B7A123}" dt="2026-09-14T16:29:53.806" v="2065" actId="1076"/>
          <ac:picMkLst>
            <pc:docMk/>
            <pc:sldMk cId="3290921539" sldId="375"/>
            <ac:picMk id="7" creationId="{6B3FF5F9-5BD3-B0EB-6512-D4BB9CBAB7B8}"/>
          </ac:picMkLst>
        </pc:picChg>
      </pc:sldChg>
      <pc:sldChg chg="addSp delSp modSp new mod">
        <pc:chgData name="Hao He" userId="566a5fee-3a01-4c2c-ae39-89ea6daa5f88" providerId="ADAL" clId="{C7204A7F-2326-4EA8-8E25-414BC0B7A123}" dt="2026-09-14T21:27:25.372" v="5826" actId="1076"/>
        <pc:sldMkLst>
          <pc:docMk/>
          <pc:sldMk cId="3269833978" sldId="376"/>
        </pc:sldMkLst>
        <pc:spChg chg="mod">
          <ac:chgData name="Hao He" userId="566a5fee-3a01-4c2c-ae39-89ea6daa5f88" providerId="ADAL" clId="{C7204A7F-2326-4EA8-8E25-414BC0B7A123}" dt="2026-09-14T16:25:14.687" v="2010" actId="20577"/>
          <ac:spMkLst>
            <pc:docMk/>
            <pc:sldMk cId="3269833978" sldId="376"/>
            <ac:spMk id="2" creationId="{A8A517EA-DBB3-254A-227F-D274397D506A}"/>
          </ac:spMkLst>
        </pc:spChg>
        <pc:spChg chg="del mod">
          <ac:chgData name="Hao He" userId="566a5fee-3a01-4c2c-ae39-89ea6daa5f88" providerId="ADAL" clId="{C7204A7F-2326-4EA8-8E25-414BC0B7A123}" dt="2026-09-14T16:20:28.530" v="1700" actId="478"/>
          <ac:spMkLst>
            <pc:docMk/>
            <pc:sldMk cId="3269833978" sldId="376"/>
            <ac:spMk id="3" creationId="{D3F150FB-691D-8F04-BCBD-E21B4A47D71B}"/>
          </ac:spMkLst>
        </pc:spChg>
        <pc:spChg chg="add mod">
          <ac:chgData name="Hao He" userId="566a5fee-3a01-4c2c-ae39-89ea6daa5f88" providerId="ADAL" clId="{C7204A7F-2326-4EA8-8E25-414BC0B7A123}" dt="2026-09-14T16:52:25.861" v="3177" actId="1076"/>
          <ac:spMkLst>
            <pc:docMk/>
            <pc:sldMk cId="3269833978" sldId="376"/>
            <ac:spMk id="10" creationId="{07260A22-3367-B96E-268C-7277DA2BD2EE}"/>
          </ac:spMkLst>
        </pc:spChg>
        <pc:spChg chg="add mod">
          <ac:chgData name="Hao He" userId="566a5fee-3a01-4c2c-ae39-89ea6daa5f88" providerId="ADAL" clId="{C7204A7F-2326-4EA8-8E25-414BC0B7A123}" dt="2026-09-14T16:52:24.079" v="3171" actId="1076"/>
          <ac:spMkLst>
            <pc:docMk/>
            <pc:sldMk cId="3269833978" sldId="376"/>
            <ac:spMk id="12" creationId="{9EA8089C-CD77-FBB7-8ABB-E4566A0E3CF2}"/>
          </ac:spMkLst>
        </pc:spChg>
        <pc:spChg chg="add mod">
          <ac:chgData name="Hao He" userId="566a5fee-3a01-4c2c-ae39-89ea6daa5f88" providerId="ADAL" clId="{C7204A7F-2326-4EA8-8E25-414BC0B7A123}" dt="2026-09-14T16:50:30.355" v="3141" actId="20577"/>
          <ac:spMkLst>
            <pc:docMk/>
            <pc:sldMk cId="3269833978" sldId="376"/>
            <ac:spMk id="14" creationId="{3F2F1B85-B9E8-0069-69F9-E84ED0EB7307}"/>
          </ac:spMkLst>
        </pc:spChg>
        <pc:spChg chg="add mod">
          <ac:chgData name="Hao He" userId="566a5fee-3a01-4c2c-ae39-89ea6daa5f88" providerId="ADAL" clId="{C7204A7F-2326-4EA8-8E25-414BC0B7A123}" dt="2026-09-14T16:52:30.983" v="3179" actId="1076"/>
          <ac:spMkLst>
            <pc:docMk/>
            <pc:sldMk cId="3269833978" sldId="376"/>
            <ac:spMk id="16" creationId="{53B72F78-8A9A-5C61-1495-88B5AD2F170D}"/>
          </ac:spMkLst>
        </pc:spChg>
        <pc:spChg chg="add del mod">
          <ac:chgData name="Hao He" userId="566a5fee-3a01-4c2c-ae39-89ea6daa5f88" providerId="ADAL" clId="{C7204A7F-2326-4EA8-8E25-414BC0B7A123}" dt="2026-09-14T16:51:43.900" v="3149" actId="478"/>
          <ac:spMkLst>
            <pc:docMk/>
            <pc:sldMk cId="3269833978" sldId="376"/>
            <ac:spMk id="19" creationId="{1C20EAD4-6620-494E-5281-AA9B4D5AD6FB}"/>
          </ac:spMkLst>
        </pc:spChg>
        <pc:picChg chg="add del mod">
          <ac:chgData name="Hao He" userId="566a5fee-3a01-4c2c-ae39-89ea6daa5f88" providerId="ADAL" clId="{C7204A7F-2326-4EA8-8E25-414BC0B7A123}" dt="2026-09-14T16:18:59.598" v="1597" actId="478"/>
          <ac:picMkLst>
            <pc:docMk/>
            <pc:sldMk cId="3269833978" sldId="376"/>
            <ac:picMk id="7" creationId="{A3517F05-D33B-65C8-4562-86129EDECE22}"/>
          </ac:picMkLst>
        </pc:picChg>
        <pc:picChg chg="add mod">
          <ac:chgData name="Hao He" userId="566a5fee-3a01-4c2c-ae39-89ea6daa5f88" providerId="ADAL" clId="{C7204A7F-2326-4EA8-8E25-414BC0B7A123}" dt="2026-09-14T21:27:25.372" v="5826" actId="1076"/>
          <ac:picMkLst>
            <pc:docMk/>
            <pc:sldMk cId="3269833978" sldId="376"/>
            <ac:picMk id="9" creationId="{E6CC706B-2C8A-CC8B-6F02-4A5D45FC59B8}"/>
          </ac:picMkLst>
        </pc:picChg>
        <pc:picChg chg="add mod ord">
          <ac:chgData name="Hao He" userId="566a5fee-3a01-4c2c-ae39-89ea6daa5f88" providerId="ADAL" clId="{C7204A7F-2326-4EA8-8E25-414BC0B7A123}" dt="2026-09-14T21:27:25.372" v="5826" actId="1076"/>
          <ac:picMkLst>
            <pc:docMk/>
            <pc:sldMk cId="3269833978" sldId="376"/>
            <ac:picMk id="18" creationId="{B6C64E61-03DF-EFA1-6AE5-A79E7C707FDF}"/>
          </ac:picMkLst>
        </pc:picChg>
      </pc:sldChg>
      <pc:sldChg chg="modSp new mod">
        <pc:chgData name="Hao He" userId="566a5fee-3a01-4c2c-ae39-89ea6daa5f88" providerId="ADAL" clId="{C7204A7F-2326-4EA8-8E25-414BC0B7A123}" dt="2026-09-14T17:00:39.595" v="3953" actId="113"/>
        <pc:sldMkLst>
          <pc:docMk/>
          <pc:sldMk cId="28445861" sldId="377"/>
        </pc:sldMkLst>
        <pc:spChg chg="mod">
          <ac:chgData name="Hao He" userId="566a5fee-3a01-4c2c-ae39-89ea6daa5f88" providerId="ADAL" clId="{C7204A7F-2326-4EA8-8E25-414BC0B7A123}" dt="2026-09-14T16:59:48.169" v="3816" actId="20577"/>
          <ac:spMkLst>
            <pc:docMk/>
            <pc:sldMk cId="28445861" sldId="377"/>
            <ac:spMk id="2" creationId="{1D7E89C2-FAF5-1BAA-9F9D-1BC219123C3C}"/>
          </ac:spMkLst>
        </pc:spChg>
        <pc:spChg chg="mod">
          <ac:chgData name="Hao He" userId="566a5fee-3a01-4c2c-ae39-89ea6daa5f88" providerId="ADAL" clId="{C7204A7F-2326-4EA8-8E25-414BC0B7A123}" dt="2026-09-14T17:00:39.595" v="3953" actId="113"/>
          <ac:spMkLst>
            <pc:docMk/>
            <pc:sldMk cId="28445861" sldId="377"/>
            <ac:spMk id="3" creationId="{9B877286-D101-E70D-D9CB-0A6CC056DF10}"/>
          </ac:spMkLst>
        </pc:spChg>
      </pc:sldChg>
      <pc:sldChg chg="addSp modSp new mod">
        <pc:chgData name="Hao He" userId="566a5fee-3a01-4c2c-ae39-89ea6daa5f88" providerId="ADAL" clId="{C7204A7F-2326-4EA8-8E25-414BC0B7A123}" dt="2026-09-14T17:18:04.906" v="4325" actId="113"/>
        <pc:sldMkLst>
          <pc:docMk/>
          <pc:sldMk cId="735107167" sldId="378"/>
        </pc:sldMkLst>
        <pc:spChg chg="mod">
          <ac:chgData name="Hao He" userId="566a5fee-3a01-4c2c-ae39-89ea6daa5f88" providerId="ADAL" clId="{C7204A7F-2326-4EA8-8E25-414BC0B7A123}" dt="2026-09-14T16:53:03.912" v="3222" actId="20577"/>
          <ac:spMkLst>
            <pc:docMk/>
            <pc:sldMk cId="735107167" sldId="378"/>
            <ac:spMk id="2" creationId="{55835DF0-EF5B-5948-7B75-F95DFE46CE37}"/>
          </ac:spMkLst>
        </pc:spChg>
        <pc:spChg chg="mod">
          <ac:chgData name="Hao He" userId="566a5fee-3a01-4c2c-ae39-89ea6daa5f88" providerId="ADAL" clId="{C7204A7F-2326-4EA8-8E25-414BC0B7A123}" dt="2026-09-14T17:18:04.906" v="4325" actId="113"/>
          <ac:spMkLst>
            <pc:docMk/>
            <pc:sldMk cId="735107167" sldId="378"/>
            <ac:spMk id="3" creationId="{96A0D73D-2BF8-DCF9-45DA-B42949173DD1}"/>
          </ac:spMkLst>
        </pc:spChg>
        <pc:picChg chg="add mod">
          <ac:chgData name="Hao He" userId="566a5fee-3a01-4c2c-ae39-89ea6daa5f88" providerId="ADAL" clId="{C7204A7F-2326-4EA8-8E25-414BC0B7A123}" dt="2026-09-14T17:16:32.863" v="4070" actId="1076"/>
          <ac:picMkLst>
            <pc:docMk/>
            <pc:sldMk cId="735107167" sldId="378"/>
            <ac:picMk id="7" creationId="{1608CB20-ABAB-43C3-FE0B-42B837D1892D}"/>
          </ac:picMkLst>
        </pc:picChg>
      </pc:sldChg>
      <pc:sldChg chg="addSp delSp modSp add mod">
        <pc:chgData name="Hao He" userId="566a5fee-3a01-4c2c-ae39-89ea6daa5f88" providerId="ADAL" clId="{C7204A7F-2326-4EA8-8E25-414BC0B7A123}" dt="2026-09-14T17:20:59.130" v="4468" actId="20577"/>
        <pc:sldMkLst>
          <pc:docMk/>
          <pc:sldMk cId="3599499418" sldId="379"/>
        </pc:sldMkLst>
        <pc:spChg chg="mod">
          <ac:chgData name="Hao He" userId="566a5fee-3a01-4c2c-ae39-89ea6daa5f88" providerId="ADAL" clId="{C7204A7F-2326-4EA8-8E25-414BC0B7A123}" dt="2026-09-14T17:20:59.130" v="4468" actId="20577"/>
          <ac:spMkLst>
            <pc:docMk/>
            <pc:sldMk cId="3599499418" sldId="379"/>
            <ac:spMk id="2" creationId="{D30E4BF1-9947-C9F8-3F24-13C0663F63EC}"/>
          </ac:spMkLst>
        </pc:spChg>
        <pc:spChg chg="del">
          <ac:chgData name="Hao He" userId="566a5fee-3a01-4c2c-ae39-89ea6daa5f88" providerId="ADAL" clId="{C7204A7F-2326-4EA8-8E25-414BC0B7A123}" dt="2026-09-14T17:13:59.356" v="3956" actId="478"/>
          <ac:spMkLst>
            <pc:docMk/>
            <pc:sldMk cId="3599499418" sldId="379"/>
            <ac:spMk id="3" creationId="{63923F33-6AA2-4E8A-441C-404EEFE899CA}"/>
          </ac:spMkLst>
        </pc:spChg>
        <pc:spChg chg="del">
          <ac:chgData name="Hao He" userId="566a5fee-3a01-4c2c-ae39-89ea6daa5f88" providerId="ADAL" clId="{C7204A7F-2326-4EA8-8E25-414BC0B7A123}" dt="2026-09-14T17:13:56.838" v="3955" actId="478"/>
          <ac:spMkLst>
            <pc:docMk/>
            <pc:sldMk cId="3599499418" sldId="379"/>
            <ac:spMk id="5" creationId="{1598D949-937F-2B91-F422-7BF582167C9E}"/>
          </ac:spMkLst>
        </pc:spChg>
        <pc:spChg chg="add del mod">
          <ac:chgData name="Hao He" userId="566a5fee-3a01-4c2c-ae39-89ea6daa5f88" providerId="ADAL" clId="{C7204A7F-2326-4EA8-8E25-414BC0B7A123}" dt="2026-09-14T17:14:01.993" v="3957" actId="478"/>
          <ac:spMkLst>
            <pc:docMk/>
            <pc:sldMk cId="3599499418" sldId="379"/>
            <ac:spMk id="8" creationId="{55FF1DA9-9A1F-7BC3-48CF-AFC8711464E2}"/>
          </ac:spMkLst>
        </pc:spChg>
      </pc:sldChg>
      <pc:sldChg chg="addSp delSp modSp new mod">
        <pc:chgData name="Hao He" userId="566a5fee-3a01-4c2c-ae39-89ea6daa5f88" providerId="ADAL" clId="{C7204A7F-2326-4EA8-8E25-414BC0B7A123}" dt="2026-09-14T17:28:21.370" v="4500" actId="1076"/>
        <pc:sldMkLst>
          <pc:docMk/>
          <pc:sldMk cId="4017281229" sldId="380"/>
        </pc:sldMkLst>
        <pc:spChg chg="del">
          <ac:chgData name="Hao He" userId="566a5fee-3a01-4c2c-ae39-89ea6daa5f88" providerId="ADAL" clId="{C7204A7F-2326-4EA8-8E25-414BC0B7A123}" dt="2026-09-14T17:18:26.042" v="4327" actId="478"/>
          <ac:spMkLst>
            <pc:docMk/>
            <pc:sldMk cId="4017281229" sldId="380"/>
            <ac:spMk id="2" creationId="{72839E20-7191-4820-C7F2-1F51659234D9}"/>
          </ac:spMkLst>
        </pc:spChg>
        <pc:spChg chg="del">
          <ac:chgData name="Hao He" userId="566a5fee-3a01-4c2c-ae39-89ea6daa5f88" providerId="ADAL" clId="{C7204A7F-2326-4EA8-8E25-414BC0B7A123}" dt="2026-09-14T17:18:27.924" v="4328" actId="478"/>
          <ac:spMkLst>
            <pc:docMk/>
            <pc:sldMk cId="4017281229" sldId="380"/>
            <ac:spMk id="3" creationId="{56E67905-0399-1287-9D83-FD4354B294DE}"/>
          </ac:spMkLst>
        </pc:spChg>
        <pc:spChg chg="add mod">
          <ac:chgData name="Hao He" userId="566a5fee-3a01-4c2c-ae39-89ea6daa5f88" providerId="ADAL" clId="{C7204A7F-2326-4EA8-8E25-414BC0B7A123}" dt="2026-09-14T17:18:32.708" v="4329" actId="1076"/>
          <ac:spMkLst>
            <pc:docMk/>
            <pc:sldMk cId="4017281229" sldId="380"/>
            <ac:spMk id="7" creationId="{BB9C3E33-B09C-A798-2CE1-9ACA37293A29}"/>
          </ac:spMkLst>
        </pc:spChg>
        <pc:spChg chg="add del mod">
          <ac:chgData name="Hao He" userId="566a5fee-3a01-4c2c-ae39-89ea6daa5f88" providerId="ADAL" clId="{C7204A7F-2326-4EA8-8E25-414BC0B7A123}" dt="2026-09-14T17:19:44.842" v="4410" actId="478"/>
          <ac:spMkLst>
            <pc:docMk/>
            <pc:sldMk cId="4017281229" sldId="380"/>
            <ac:spMk id="10" creationId="{B9B1B2B4-3285-B099-77B4-6014BE0ECEDF}"/>
          </ac:spMkLst>
        </pc:spChg>
        <pc:spChg chg="add del">
          <ac:chgData name="Hao He" userId="566a5fee-3a01-4c2c-ae39-89ea6daa5f88" providerId="ADAL" clId="{C7204A7F-2326-4EA8-8E25-414BC0B7A123}" dt="2026-09-14T17:19:37.082" v="4407" actId="22"/>
          <ac:spMkLst>
            <pc:docMk/>
            <pc:sldMk cId="4017281229" sldId="380"/>
            <ac:spMk id="12" creationId="{AE0C6D02-BC3E-E35A-BA99-411AA73B5B02}"/>
          </ac:spMkLst>
        </pc:spChg>
        <pc:spChg chg="add del mod">
          <ac:chgData name="Hao He" userId="566a5fee-3a01-4c2c-ae39-89ea6daa5f88" providerId="ADAL" clId="{C7204A7F-2326-4EA8-8E25-414BC0B7A123}" dt="2026-09-14T17:19:47.003" v="4411" actId="478"/>
          <ac:spMkLst>
            <pc:docMk/>
            <pc:sldMk cId="4017281229" sldId="380"/>
            <ac:spMk id="14" creationId="{ABBDF6FF-58B2-A682-47A2-D411B805CB28}"/>
          </ac:spMkLst>
        </pc:spChg>
        <pc:picChg chg="add mod">
          <ac:chgData name="Hao He" userId="566a5fee-3a01-4c2c-ae39-89ea6daa5f88" providerId="ADAL" clId="{C7204A7F-2326-4EA8-8E25-414BC0B7A123}" dt="2026-09-14T17:28:10.574" v="4495" actId="1076"/>
          <ac:picMkLst>
            <pc:docMk/>
            <pc:sldMk cId="4017281229" sldId="380"/>
            <ac:picMk id="16" creationId="{34C46D06-A73A-4E2A-40C9-BB7EC377789F}"/>
          </ac:picMkLst>
        </pc:picChg>
        <pc:picChg chg="add mod">
          <ac:chgData name="Hao He" userId="566a5fee-3a01-4c2c-ae39-89ea6daa5f88" providerId="ADAL" clId="{C7204A7F-2326-4EA8-8E25-414BC0B7A123}" dt="2026-09-14T17:27:35.863" v="4489" actId="1076"/>
          <ac:picMkLst>
            <pc:docMk/>
            <pc:sldMk cId="4017281229" sldId="380"/>
            <ac:picMk id="18" creationId="{DB299342-EC9D-C676-675F-11120FE95D90}"/>
          </ac:picMkLst>
        </pc:picChg>
        <pc:picChg chg="add mod">
          <ac:chgData name="Hao He" userId="566a5fee-3a01-4c2c-ae39-89ea6daa5f88" providerId="ADAL" clId="{C7204A7F-2326-4EA8-8E25-414BC0B7A123}" dt="2026-09-14T17:28:21.370" v="4500" actId="1076"/>
          <ac:picMkLst>
            <pc:docMk/>
            <pc:sldMk cId="4017281229" sldId="380"/>
            <ac:picMk id="20" creationId="{A5E4315E-E9BC-6211-2E74-078995C318F4}"/>
          </ac:picMkLst>
        </pc:picChg>
        <pc:cxnChg chg="add del mod">
          <ac:chgData name="Hao He" userId="566a5fee-3a01-4c2c-ae39-89ea6daa5f88" providerId="ADAL" clId="{C7204A7F-2326-4EA8-8E25-414BC0B7A123}" dt="2026-09-14T17:19:49.193" v="4412" actId="478"/>
          <ac:cxnSpMkLst>
            <pc:docMk/>
            <pc:sldMk cId="4017281229" sldId="380"/>
            <ac:cxnSpMk id="8" creationId="{D0D3FC64-8CF0-F76F-F4C3-E46DB93E92BA}"/>
          </ac:cxnSpMkLst>
        </pc:cxnChg>
      </pc:sldChg>
      <pc:sldChg chg="modSp new mod">
        <pc:chgData name="Hao He" userId="566a5fee-3a01-4c2c-ae39-89ea6daa5f88" providerId="ADAL" clId="{C7204A7F-2326-4EA8-8E25-414BC0B7A123}" dt="2026-09-14T18:31:38.359" v="5733" actId="207"/>
        <pc:sldMkLst>
          <pc:docMk/>
          <pc:sldMk cId="3633236802" sldId="381"/>
        </pc:sldMkLst>
        <pc:spChg chg="mod">
          <ac:chgData name="Hao He" userId="566a5fee-3a01-4c2c-ae39-89ea6daa5f88" providerId="ADAL" clId="{C7204A7F-2326-4EA8-8E25-414BC0B7A123}" dt="2026-09-14T17:20:55.427" v="4463" actId="20577"/>
          <ac:spMkLst>
            <pc:docMk/>
            <pc:sldMk cId="3633236802" sldId="381"/>
            <ac:spMk id="2" creationId="{141439F3-9E7E-B1D5-A1BF-095C5AED2DD8}"/>
          </ac:spMkLst>
        </pc:spChg>
        <pc:spChg chg="mod">
          <ac:chgData name="Hao He" userId="566a5fee-3a01-4c2c-ae39-89ea6daa5f88" providerId="ADAL" clId="{C7204A7F-2326-4EA8-8E25-414BC0B7A123}" dt="2026-09-14T18:31:38.359" v="5733" actId="207"/>
          <ac:spMkLst>
            <pc:docMk/>
            <pc:sldMk cId="3633236802" sldId="381"/>
            <ac:spMk id="3" creationId="{1E885D47-202A-9A7A-8F34-C2D94E760B8F}"/>
          </ac:spMkLst>
        </pc:spChg>
      </pc:sldChg>
      <pc:sldChg chg="addSp delSp modSp new mod">
        <pc:chgData name="Hao He" userId="566a5fee-3a01-4c2c-ae39-89ea6daa5f88" providerId="ADAL" clId="{C7204A7F-2326-4EA8-8E25-414BC0B7A123}" dt="2026-09-14T19:02:50.433" v="5803"/>
        <pc:sldMkLst>
          <pc:docMk/>
          <pc:sldMk cId="540822478" sldId="382"/>
        </pc:sldMkLst>
        <pc:spChg chg="mod">
          <ac:chgData name="Hao He" userId="566a5fee-3a01-4c2c-ae39-89ea6daa5f88" providerId="ADAL" clId="{C7204A7F-2326-4EA8-8E25-414BC0B7A123}" dt="2026-09-14T19:02:50.433" v="5803"/>
          <ac:spMkLst>
            <pc:docMk/>
            <pc:sldMk cId="540822478" sldId="382"/>
            <ac:spMk id="2" creationId="{C997EEC3-234A-6222-8C55-629B8A4B5993}"/>
          </ac:spMkLst>
        </pc:spChg>
        <pc:spChg chg="mod">
          <ac:chgData name="Hao He" userId="566a5fee-3a01-4c2c-ae39-89ea6daa5f88" providerId="ADAL" clId="{C7204A7F-2326-4EA8-8E25-414BC0B7A123}" dt="2026-09-14T18:57:48.435" v="5747" actId="20577"/>
          <ac:spMkLst>
            <pc:docMk/>
            <pc:sldMk cId="540822478" sldId="382"/>
            <ac:spMk id="3" creationId="{201A9B68-DBAA-A967-7A6E-A78E1F232C2A}"/>
          </ac:spMkLst>
        </pc:spChg>
        <pc:picChg chg="add mod">
          <ac:chgData name="Hao He" userId="566a5fee-3a01-4c2c-ae39-89ea6daa5f88" providerId="ADAL" clId="{C7204A7F-2326-4EA8-8E25-414BC0B7A123}" dt="2026-09-14T19:02:24.745" v="5789" actId="14100"/>
          <ac:picMkLst>
            <pc:docMk/>
            <pc:sldMk cId="540822478" sldId="382"/>
            <ac:picMk id="7" creationId="{610F36D0-8AB3-C588-3FDA-EBE5046E36C2}"/>
          </ac:picMkLst>
        </pc:picChg>
        <pc:picChg chg="add del mod modCrop">
          <ac:chgData name="Hao He" userId="566a5fee-3a01-4c2c-ae39-89ea6daa5f88" providerId="ADAL" clId="{C7204A7F-2326-4EA8-8E25-414BC0B7A123}" dt="2026-09-14T19:01:58.029" v="5778" actId="478"/>
          <ac:picMkLst>
            <pc:docMk/>
            <pc:sldMk cId="540822478" sldId="382"/>
            <ac:picMk id="9" creationId="{7E11AFF7-7B36-2E71-5CFA-F9F92BCBDC9A}"/>
          </ac:picMkLst>
        </pc:picChg>
        <pc:picChg chg="add mod">
          <ac:chgData name="Hao He" userId="566a5fee-3a01-4c2c-ae39-89ea6daa5f88" providerId="ADAL" clId="{C7204A7F-2326-4EA8-8E25-414BC0B7A123}" dt="2026-09-14T19:02:16.530" v="5786" actId="1076"/>
          <ac:picMkLst>
            <pc:docMk/>
            <pc:sldMk cId="540822478" sldId="382"/>
            <ac:picMk id="11" creationId="{55EDF501-63DE-47FC-317E-C05AC0D80BF6}"/>
          </ac:picMkLst>
        </pc:picChg>
      </pc:sldChg>
      <pc:sldChg chg="addSp modSp new mod ord">
        <pc:chgData name="Hao He" userId="566a5fee-3a01-4c2c-ae39-89ea6daa5f88" providerId="ADAL" clId="{C7204A7F-2326-4EA8-8E25-414BC0B7A123}" dt="2026-09-14T21:27:47.849" v="5833" actId="14100"/>
        <pc:sldMkLst>
          <pc:docMk/>
          <pc:sldMk cId="1514820817" sldId="383"/>
        </pc:sldMkLst>
        <pc:spChg chg="mod">
          <ac:chgData name="Hao He" userId="566a5fee-3a01-4c2c-ae39-89ea6daa5f88" providerId="ADAL" clId="{C7204A7F-2326-4EA8-8E25-414BC0B7A123}" dt="2026-09-14T19:03:16.497" v="5805"/>
          <ac:spMkLst>
            <pc:docMk/>
            <pc:sldMk cId="1514820817" sldId="383"/>
            <ac:spMk id="2" creationId="{83D86FEB-CC4E-13E9-1C6B-39C844AF5364}"/>
          </ac:spMkLst>
        </pc:spChg>
        <pc:spChg chg="mod">
          <ac:chgData name="Hao He" userId="566a5fee-3a01-4c2c-ae39-89ea6daa5f88" providerId="ADAL" clId="{C7204A7F-2326-4EA8-8E25-414BC0B7A123}" dt="2026-09-14T21:07:25.248" v="5825" actId="113"/>
          <ac:spMkLst>
            <pc:docMk/>
            <pc:sldMk cId="1514820817" sldId="383"/>
            <ac:spMk id="3" creationId="{F3EB85E3-5F62-4CEA-EC91-BE5D48F111BA}"/>
          </ac:spMkLst>
        </pc:spChg>
        <pc:picChg chg="add mod">
          <ac:chgData name="Hao He" userId="566a5fee-3a01-4c2c-ae39-89ea6daa5f88" providerId="ADAL" clId="{C7204A7F-2326-4EA8-8E25-414BC0B7A123}" dt="2026-09-14T21:27:39.377" v="5830" actId="1076"/>
          <ac:picMkLst>
            <pc:docMk/>
            <pc:sldMk cId="1514820817" sldId="383"/>
            <ac:picMk id="7" creationId="{5DCF9AFA-A8A5-BA5A-800E-2EE477FFCBA4}"/>
          </ac:picMkLst>
        </pc:picChg>
        <pc:picChg chg="add mod">
          <ac:chgData name="Hao He" userId="566a5fee-3a01-4c2c-ae39-89ea6daa5f88" providerId="ADAL" clId="{C7204A7F-2326-4EA8-8E25-414BC0B7A123}" dt="2026-09-14T21:27:47.849" v="5833" actId="14100"/>
          <ac:picMkLst>
            <pc:docMk/>
            <pc:sldMk cId="1514820817" sldId="383"/>
            <ac:picMk id="9" creationId="{A11BC0CF-FA91-90A9-79A5-1EAE08DF3C12}"/>
          </ac:picMkLst>
        </pc:picChg>
      </pc:sldChg>
      <pc:sldChg chg="new del">
        <pc:chgData name="Hao He" userId="566a5fee-3a01-4c2c-ae39-89ea6daa5f88" providerId="ADAL" clId="{C7204A7F-2326-4EA8-8E25-414BC0B7A123}" dt="2026-09-14T20:11:20.192" v="5808" actId="47"/>
        <pc:sldMkLst>
          <pc:docMk/>
          <pc:sldMk cId="2443521137" sldId="384"/>
        </pc:sldMkLst>
      </pc:sldChg>
      <pc:sldChg chg="addSp delSp modSp new mod">
        <pc:chgData name="Hao He" userId="566a5fee-3a01-4c2c-ae39-89ea6daa5f88" providerId="ADAL" clId="{C7204A7F-2326-4EA8-8E25-414BC0B7A123}" dt="2026-09-14T21:31:37.613" v="5854" actId="1076"/>
        <pc:sldMkLst>
          <pc:docMk/>
          <pc:sldMk cId="2947473226" sldId="384"/>
        </pc:sldMkLst>
        <pc:spChg chg="mod">
          <ac:chgData name="Hao He" userId="566a5fee-3a01-4c2c-ae39-89ea6daa5f88" providerId="ADAL" clId="{C7204A7F-2326-4EA8-8E25-414BC0B7A123}" dt="2026-09-14T21:30:44.948" v="5851"/>
          <ac:spMkLst>
            <pc:docMk/>
            <pc:sldMk cId="2947473226" sldId="384"/>
            <ac:spMk id="2" creationId="{46E266B2-5F1F-953F-9A64-AA2DA9EF0B07}"/>
          </ac:spMkLst>
        </pc:spChg>
        <pc:spChg chg="del">
          <ac:chgData name="Hao He" userId="566a5fee-3a01-4c2c-ae39-89ea6daa5f88" providerId="ADAL" clId="{C7204A7F-2326-4EA8-8E25-414BC0B7A123}" dt="2026-09-14T21:31:29.977" v="5852" actId="22"/>
          <ac:spMkLst>
            <pc:docMk/>
            <pc:sldMk cId="2947473226" sldId="384"/>
            <ac:spMk id="3" creationId="{41A0591C-CF15-FCC2-D0BA-6B8EEA8729FE}"/>
          </ac:spMkLst>
        </pc:spChg>
        <pc:picChg chg="add mod ord">
          <ac:chgData name="Hao He" userId="566a5fee-3a01-4c2c-ae39-89ea6daa5f88" providerId="ADAL" clId="{C7204A7F-2326-4EA8-8E25-414BC0B7A123}" dt="2026-09-14T21:31:37.613" v="5854" actId="1076"/>
          <ac:picMkLst>
            <pc:docMk/>
            <pc:sldMk cId="2947473226" sldId="384"/>
            <ac:picMk id="7" creationId="{227C2B13-2015-62BC-F0AE-35B94FDC4693}"/>
          </ac:picMkLst>
        </pc:picChg>
      </pc:sldChg>
      <pc:sldChg chg="addSp delSp modSp new mod">
        <pc:chgData name="Hao He" userId="566a5fee-3a01-4c2c-ae39-89ea6daa5f88" providerId="ADAL" clId="{C7204A7F-2326-4EA8-8E25-414BC0B7A123}" dt="2026-09-14T22:08:40.188" v="7163" actId="1076"/>
        <pc:sldMkLst>
          <pc:docMk/>
          <pc:sldMk cId="1906107907" sldId="385"/>
        </pc:sldMkLst>
        <pc:spChg chg="mod">
          <ac:chgData name="Hao He" userId="566a5fee-3a01-4c2c-ae39-89ea6daa5f88" providerId="ADAL" clId="{C7204A7F-2326-4EA8-8E25-414BC0B7A123}" dt="2026-09-14T21:33:49.076" v="5856"/>
          <ac:spMkLst>
            <pc:docMk/>
            <pc:sldMk cId="1906107907" sldId="385"/>
            <ac:spMk id="2" creationId="{7E8B00F3-C6FA-3D47-8E7D-BDC09A146EA3}"/>
          </ac:spMkLst>
        </pc:spChg>
        <pc:spChg chg="del mod">
          <ac:chgData name="Hao He" userId="566a5fee-3a01-4c2c-ae39-89ea6daa5f88" providerId="ADAL" clId="{C7204A7F-2326-4EA8-8E25-414BC0B7A123}" dt="2026-09-14T22:08:37.178" v="7162" actId="478"/>
          <ac:spMkLst>
            <pc:docMk/>
            <pc:sldMk cId="1906107907" sldId="385"/>
            <ac:spMk id="3" creationId="{1B109748-C28F-E5DD-E7EB-6FC803DD5E8A}"/>
          </ac:spMkLst>
        </pc:spChg>
        <pc:picChg chg="add mod">
          <ac:chgData name="Hao He" userId="566a5fee-3a01-4c2c-ae39-89ea6daa5f88" providerId="ADAL" clId="{C7204A7F-2326-4EA8-8E25-414BC0B7A123}" dt="2026-09-14T22:08:40.188" v="7163" actId="1076"/>
          <ac:picMkLst>
            <pc:docMk/>
            <pc:sldMk cId="1906107907" sldId="385"/>
            <ac:picMk id="7" creationId="{74AF4320-F45F-F55A-1293-2A9E5363C995}"/>
          </ac:picMkLst>
        </pc:picChg>
      </pc:sldChg>
      <pc:sldChg chg="modSp new mod">
        <pc:chgData name="Hao He" userId="566a5fee-3a01-4c2c-ae39-89ea6daa5f88" providerId="ADAL" clId="{C7204A7F-2326-4EA8-8E25-414BC0B7A123}" dt="2026-09-14T22:06:21.732" v="7108" actId="20577"/>
        <pc:sldMkLst>
          <pc:docMk/>
          <pc:sldMk cId="3862555740" sldId="386"/>
        </pc:sldMkLst>
        <pc:spChg chg="mod">
          <ac:chgData name="Hao He" userId="566a5fee-3a01-4c2c-ae39-89ea6daa5f88" providerId="ADAL" clId="{C7204A7F-2326-4EA8-8E25-414BC0B7A123}" dt="2026-09-14T21:50:34.063" v="6231"/>
          <ac:spMkLst>
            <pc:docMk/>
            <pc:sldMk cId="3862555740" sldId="386"/>
            <ac:spMk id="2" creationId="{D5289700-959F-044F-F92A-235D2DEEEF04}"/>
          </ac:spMkLst>
        </pc:spChg>
        <pc:spChg chg="mod">
          <ac:chgData name="Hao He" userId="566a5fee-3a01-4c2c-ae39-89ea6daa5f88" providerId="ADAL" clId="{C7204A7F-2326-4EA8-8E25-414BC0B7A123}" dt="2026-09-14T22:06:21.732" v="7108" actId="20577"/>
          <ac:spMkLst>
            <pc:docMk/>
            <pc:sldMk cId="3862555740" sldId="386"/>
            <ac:spMk id="3" creationId="{748AFCD8-61C5-1605-F092-9C4772D9DEE2}"/>
          </ac:spMkLst>
        </pc:spChg>
      </pc:sldChg>
      <pc:sldChg chg="addSp delSp modSp new mod">
        <pc:chgData name="Hao He" userId="566a5fee-3a01-4c2c-ae39-89ea6daa5f88" providerId="ADAL" clId="{C7204A7F-2326-4EA8-8E25-414BC0B7A123}" dt="2026-09-14T21:53:49.567" v="6284" actId="1076"/>
        <pc:sldMkLst>
          <pc:docMk/>
          <pc:sldMk cId="2099719391" sldId="387"/>
        </pc:sldMkLst>
        <pc:spChg chg="mod">
          <ac:chgData name="Hao He" userId="566a5fee-3a01-4c2c-ae39-89ea6daa5f88" providerId="ADAL" clId="{C7204A7F-2326-4EA8-8E25-414BC0B7A123}" dt="2026-09-14T21:51:08.189" v="6260" actId="26606"/>
          <ac:spMkLst>
            <pc:docMk/>
            <pc:sldMk cId="2099719391" sldId="387"/>
            <ac:spMk id="2" creationId="{DB344A62-93B3-83D1-7FFA-BC1A166CAECF}"/>
          </ac:spMkLst>
        </pc:spChg>
        <pc:spChg chg="del">
          <ac:chgData name="Hao He" userId="566a5fee-3a01-4c2c-ae39-89ea6daa5f88" providerId="ADAL" clId="{C7204A7F-2326-4EA8-8E25-414BC0B7A123}" dt="2026-09-14T21:51:08.189" v="6260" actId="26606"/>
          <ac:spMkLst>
            <pc:docMk/>
            <pc:sldMk cId="2099719391" sldId="387"/>
            <ac:spMk id="3" creationId="{4D0DF06F-26EA-4C4D-8A59-CD216D98D2F9}"/>
          </ac:spMkLst>
        </pc:spChg>
        <pc:spChg chg="mod">
          <ac:chgData name="Hao He" userId="566a5fee-3a01-4c2c-ae39-89ea6daa5f88" providerId="ADAL" clId="{C7204A7F-2326-4EA8-8E25-414BC0B7A123}" dt="2026-09-14T21:51:08.189" v="6260" actId="26606"/>
          <ac:spMkLst>
            <pc:docMk/>
            <pc:sldMk cId="2099719391" sldId="387"/>
            <ac:spMk id="4" creationId="{D3715365-A1EB-C073-D821-5FADCA4934C3}"/>
          </ac:spMkLst>
        </pc:spChg>
        <pc:spChg chg="mod">
          <ac:chgData name="Hao He" userId="566a5fee-3a01-4c2c-ae39-89ea6daa5f88" providerId="ADAL" clId="{C7204A7F-2326-4EA8-8E25-414BC0B7A123}" dt="2026-09-14T21:51:08.189" v="6260" actId="26606"/>
          <ac:spMkLst>
            <pc:docMk/>
            <pc:sldMk cId="2099719391" sldId="387"/>
            <ac:spMk id="5" creationId="{3CF90BDF-7C13-958E-FEF0-83B5C4AE5E73}"/>
          </ac:spMkLst>
        </pc:spChg>
        <pc:picChg chg="add mod ord">
          <ac:chgData name="Hao He" userId="566a5fee-3a01-4c2c-ae39-89ea6daa5f88" providerId="ADAL" clId="{C7204A7F-2326-4EA8-8E25-414BC0B7A123}" dt="2026-09-14T21:53:49.567" v="6284" actId="1076"/>
          <ac:picMkLst>
            <pc:docMk/>
            <pc:sldMk cId="2099719391" sldId="387"/>
            <ac:picMk id="7" creationId="{2BC1F986-2272-B7E2-5B46-E5BA21B09353}"/>
          </ac:picMkLst>
        </pc:picChg>
      </pc:sldChg>
      <pc:sldChg chg="modSp new del">
        <pc:chgData name="Hao He" userId="566a5fee-3a01-4c2c-ae39-89ea6daa5f88" providerId="ADAL" clId="{C7204A7F-2326-4EA8-8E25-414BC0B7A123}" dt="2026-09-14T21:56:19.279" v="6422" actId="47"/>
        <pc:sldMkLst>
          <pc:docMk/>
          <pc:sldMk cId="58656451" sldId="388"/>
        </pc:sldMkLst>
        <pc:spChg chg="mod">
          <ac:chgData name="Hao He" userId="566a5fee-3a01-4c2c-ae39-89ea6daa5f88" providerId="ADAL" clId="{C7204A7F-2326-4EA8-8E25-414BC0B7A123}" dt="2026-09-14T21:56:17.073" v="6421"/>
          <ac:spMkLst>
            <pc:docMk/>
            <pc:sldMk cId="58656451" sldId="388"/>
            <ac:spMk id="2" creationId="{3ECAB645-9CB8-5CC9-F775-56F2EDC4C1FB}"/>
          </ac:spMkLst>
        </pc:spChg>
      </pc:sldChg>
      <pc:sldChg chg="addSp delSp modSp new mod">
        <pc:chgData name="Hao He" userId="566a5fee-3a01-4c2c-ae39-89ea6daa5f88" providerId="ADAL" clId="{C7204A7F-2326-4EA8-8E25-414BC0B7A123}" dt="2026-09-14T21:59:59.921" v="6471"/>
        <pc:sldMkLst>
          <pc:docMk/>
          <pc:sldMk cId="1366472783" sldId="388"/>
        </pc:sldMkLst>
        <pc:spChg chg="mod">
          <ac:chgData name="Hao He" userId="566a5fee-3a01-4c2c-ae39-89ea6daa5f88" providerId="ADAL" clId="{C7204A7F-2326-4EA8-8E25-414BC0B7A123}" dt="2026-09-14T21:56:32.544" v="6445" actId="20577"/>
          <ac:spMkLst>
            <pc:docMk/>
            <pc:sldMk cId="1366472783" sldId="388"/>
            <ac:spMk id="2" creationId="{DE6FA9DD-33E5-9F49-D281-F55C022B07C5}"/>
          </ac:spMkLst>
        </pc:spChg>
        <pc:spChg chg="mod">
          <ac:chgData name="Hao He" userId="566a5fee-3a01-4c2c-ae39-89ea6daa5f88" providerId="ADAL" clId="{C7204A7F-2326-4EA8-8E25-414BC0B7A123}" dt="2026-09-14T21:59:59.921" v="6471"/>
          <ac:spMkLst>
            <pc:docMk/>
            <pc:sldMk cId="1366472783" sldId="388"/>
            <ac:spMk id="3" creationId="{F09135AF-03C0-193D-8EB2-C70402055193}"/>
          </ac:spMkLst>
        </pc:spChg>
        <pc:spChg chg="add del">
          <ac:chgData name="Hao He" userId="566a5fee-3a01-4c2c-ae39-89ea6daa5f88" providerId="ADAL" clId="{C7204A7F-2326-4EA8-8E25-414BC0B7A123}" dt="2026-09-14T21:58:26.938" v="6462" actId="22"/>
          <ac:spMkLst>
            <pc:docMk/>
            <pc:sldMk cId="1366472783" sldId="388"/>
            <ac:spMk id="7" creationId="{F988A0AF-29B9-C68F-FBE8-F1A432AF73B4}"/>
          </ac:spMkLst>
        </pc:spChg>
        <pc:spChg chg="add del">
          <ac:chgData name="Hao He" userId="566a5fee-3a01-4c2c-ae39-89ea6daa5f88" providerId="ADAL" clId="{C7204A7F-2326-4EA8-8E25-414BC0B7A123}" dt="2026-09-14T21:58:29.320" v="6464" actId="478"/>
          <ac:spMkLst>
            <pc:docMk/>
            <pc:sldMk cId="1366472783" sldId="388"/>
            <ac:spMk id="9" creationId="{E9FECE1B-CD31-CBA4-B91F-4F8F2D5A82C3}"/>
          </ac:spMkLst>
        </pc:spChg>
        <pc:spChg chg="add mod">
          <ac:chgData name="Hao He" userId="566a5fee-3a01-4c2c-ae39-89ea6daa5f88" providerId="ADAL" clId="{C7204A7F-2326-4EA8-8E25-414BC0B7A123}" dt="2026-09-14T21:59:32.018" v="6469" actId="1076"/>
          <ac:spMkLst>
            <pc:docMk/>
            <pc:sldMk cId="1366472783" sldId="388"/>
            <ac:spMk id="11" creationId="{78D3C6D8-388A-3CD9-C9E4-1E46286B9FB7}"/>
          </ac:spMkLst>
        </pc:spChg>
        <pc:spChg chg="add mod">
          <ac:chgData name="Hao He" userId="566a5fee-3a01-4c2c-ae39-89ea6daa5f88" providerId="ADAL" clId="{C7204A7F-2326-4EA8-8E25-414BC0B7A123}" dt="2026-09-14T21:59:34.227" v="6470" actId="1076"/>
          <ac:spMkLst>
            <pc:docMk/>
            <pc:sldMk cId="1366472783" sldId="388"/>
            <ac:spMk id="13" creationId="{2EDEA4C1-59EC-56A8-7FC1-B51B9E280905}"/>
          </ac:spMkLst>
        </pc:spChg>
      </pc:sldChg>
      <pc:sldChg chg="addSp modSp new del mod">
        <pc:chgData name="Hao He" userId="566a5fee-3a01-4c2c-ae39-89ea6daa5f88" providerId="ADAL" clId="{C7204A7F-2326-4EA8-8E25-414BC0B7A123}" dt="2026-09-14T21:53:32.356" v="6282" actId="47"/>
        <pc:sldMkLst>
          <pc:docMk/>
          <pc:sldMk cId="3181588201" sldId="388"/>
        </pc:sldMkLst>
        <pc:spChg chg="mod">
          <ac:chgData name="Hao He" userId="566a5fee-3a01-4c2c-ae39-89ea6daa5f88" providerId="ADAL" clId="{C7204A7F-2326-4EA8-8E25-414BC0B7A123}" dt="2026-09-14T21:51:37.486" v="6279" actId="20577"/>
          <ac:spMkLst>
            <pc:docMk/>
            <pc:sldMk cId="3181588201" sldId="388"/>
            <ac:spMk id="2" creationId="{13B23D12-23AA-D586-AD20-2C23A3071CE1}"/>
          </ac:spMkLst>
        </pc:spChg>
        <pc:spChg chg="mod">
          <ac:chgData name="Hao He" userId="566a5fee-3a01-4c2c-ae39-89ea6daa5f88" providerId="ADAL" clId="{C7204A7F-2326-4EA8-8E25-414BC0B7A123}" dt="2026-09-14T21:52:06.748" v="6281" actId="14100"/>
          <ac:spMkLst>
            <pc:docMk/>
            <pc:sldMk cId="3181588201" sldId="388"/>
            <ac:spMk id="3" creationId="{D629E7F1-1E50-3F57-FD6E-603774E72022}"/>
          </ac:spMkLst>
        </pc:spChg>
        <pc:picChg chg="add">
          <ac:chgData name="Hao He" userId="566a5fee-3a01-4c2c-ae39-89ea6daa5f88" providerId="ADAL" clId="{C7204A7F-2326-4EA8-8E25-414BC0B7A123}" dt="2026-09-14T21:52:02.214" v="6280" actId="22"/>
          <ac:picMkLst>
            <pc:docMk/>
            <pc:sldMk cId="3181588201" sldId="388"/>
            <ac:picMk id="7" creationId="{8CB23C5C-F9E8-68F6-CB38-310D8F25949D}"/>
          </ac:picMkLst>
        </pc:picChg>
      </pc:sldChg>
      <pc:sldChg chg="addSp modSp new mod">
        <pc:chgData name="Hao He" userId="566a5fee-3a01-4c2c-ae39-89ea6daa5f88" providerId="ADAL" clId="{C7204A7F-2326-4EA8-8E25-414BC0B7A123}" dt="2026-09-14T22:02:34.548" v="6874" actId="1076"/>
        <pc:sldMkLst>
          <pc:docMk/>
          <pc:sldMk cId="4062541381" sldId="389"/>
        </pc:sldMkLst>
        <pc:spChg chg="mod">
          <ac:chgData name="Hao He" userId="566a5fee-3a01-4c2c-ae39-89ea6daa5f88" providerId="ADAL" clId="{C7204A7F-2326-4EA8-8E25-414BC0B7A123}" dt="2026-09-14T21:56:51.659" v="6458" actId="20577"/>
          <ac:spMkLst>
            <pc:docMk/>
            <pc:sldMk cId="4062541381" sldId="389"/>
            <ac:spMk id="2" creationId="{8F7D284B-E583-9928-58CA-31214E5DA2D1}"/>
          </ac:spMkLst>
        </pc:spChg>
        <pc:spChg chg="mod">
          <ac:chgData name="Hao He" userId="566a5fee-3a01-4c2c-ae39-89ea6daa5f88" providerId="ADAL" clId="{C7204A7F-2326-4EA8-8E25-414BC0B7A123}" dt="2026-09-14T22:02:29.246" v="6872" actId="14100"/>
          <ac:spMkLst>
            <pc:docMk/>
            <pc:sldMk cId="4062541381" sldId="389"/>
            <ac:spMk id="3" creationId="{0937BB8C-A153-44CC-EAAC-B8663963B0E3}"/>
          </ac:spMkLst>
        </pc:spChg>
        <pc:picChg chg="add mod">
          <ac:chgData name="Hao He" userId="566a5fee-3a01-4c2c-ae39-89ea6daa5f88" providerId="ADAL" clId="{C7204A7F-2326-4EA8-8E25-414BC0B7A123}" dt="2026-09-14T22:02:34.548" v="6874" actId="1076"/>
          <ac:picMkLst>
            <pc:docMk/>
            <pc:sldMk cId="4062541381" sldId="389"/>
            <ac:picMk id="7" creationId="{3D2C0FF2-AAEF-61BC-37CF-6927879CA0CA}"/>
          </ac:picMkLst>
        </pc:picChg>
        <pc:picChg chg="add mod">
          <ac:chgData name="Hao He" userId="566a5fee-3a01-4c2c-ae39-89ea6daa5f88" providerId="ADAL" clId="{C7204A7F-2326-4EA8-8E25-414BC0B7A123}" dt="2026-09-14T22:02:34.548" v="6874" actId="1076"/>
          <ac:picMkLst>
            <pc:docMk/>
            <pc:sldMk cId="4062541381" sldId="389"/>
            <ac:picMk id="9" creationId="{066EFC35-8BEF-1F29-07D6-868213545C93}"/>
          </ac:picMkLst>
        </pc:picChg>
      </pc:sldChg>
      <pc:sldChg chg="addSp delSp modSp new mod">
        <pc:chgData name="Hao He" userId="566a5fee-3a01-4c2c-ae39-89ea6daa5f88" providerId="ADAL" clId="{C7204A7F-2326-4EA8-8E25-414BC0B7A123}" dt="2026-09-14T22:08:50.966" v="7165" actId="20577"/>
        <pc:sldMkLst>
          <pc:docMk/>
          <pc:sldMk cId="2881051933" sldId="390"/>
        </pc:sldMkLst>
        <pc:spChg chg="mod">
          <ac:chgData name="Hao He" userId="566a5fee-3a01-4c2c-ae39-89ea6daa5f88" providerId="ADAL" clId="{C7204A7F-2326-4EA8-8E25-414BC0B7A123}" dt="2026-09-14T22:08:50.966" v="7165" actId="20577"/>
          <ac:spMkLst>
            <pc:docMk/>
            <pc:sldMk cId="2881051933" sldId="390"/>
            <ac:spMk id="2" creationId="{87CA0C7D-B8D8-47F8-321B-2B1B742B3AA8}"/>
          </ac:spMkLst>
        </pc:spChg>
        <pc:spChg chg="del">
          <ac:chgData name="Hao He" userId="566a5fee-3a01-4c2c-ae39-89ea6daa5f88" providerId="ADAL" clId="{C7204A7F-2326-4EA8-8E25-414BC0B7A123}" dt="2026-09-14T22:07:36.714" v="7119" actId="478"/>
          <ac:spMkLst>
            <pc:docMk/>
            <pc:sldMk cId="2881051933" sldId="390"/>
            <ac:spMk id="3" creationId="{F11F0863-129E-B360-7D86-FBB500F009B9}"/>
          </ac:spMkLst>
        </pc:spChg>
        <pc:picChg chg="add mod">
          <ac:chgData name="Hao He" userId="566a5fee-3a01-4c2c-ae39-89ea6daa5f88" providerId="ADAL" clId="{C7204A7F-2326-4EA8-8E25-414BC0B7A123}" dt="2026-09-14T22:07:34.777" v="7118" actId="1076"/>
          <ac:picMkLst>
            <pc:docMk/>
            <pc:sldMk cId="2881051933" sldId="390"/>
            <ac:picMk id="7" creationId="{4FAED79B-C761-0B7C-FABB-7DAF9BDC2B03}"/>
          </ac:picMkLst>
        </pc:picChg>
        <pc:picChg chg="add mod">
          <ac:chgData name="Hao He" userId="566a5fee-3a01-4c2c-ae39-89ea6daa5f88" providerId="ADAL" clId="{C7204A7F-2326-4EA8-8E25-414BC0B7A123}" dt="2026-09-14T22:08:10.453" v="7157" actId="1076"/>
          <ac:picMkLst>
            <pc:docMk/>
            <pc:sldMk cId="2881051933" sldId="390"/>
            <ac:picMk id="9" creationId="{2CE826A7-A635-4C8F-D5B6-6FF5D4553906}"/>
          </ac:picMkLst>
        </pc:picChg>
      </pc:sldChg>
      <pc:sldChg chg="modSp add mod">
        <pc:chgData name="Hao He" userId="566a5fee-3a01-4c2c-ae39-89ea6daa5f88" providerId="ADAL" clId="{C7204A7F-2326-4EA8-8E25-414BC0B7A123}" dt="2026-09-14T22:15:01.550" v="7675" actId="20577"/>
        <pc:sldMkLst>
          <pc:docMk/>
          <pc:sldMk cId="4106723039" sldId="391"/>
        </pc:sldMkLst>
        <pc:spChg chg="mod">
          <ac:chgData name="Hao He" userId="566a5fee-3a01-4c2c-ae39-89ea6daa5f88" providerId="ADAL" clId="{C7204A7F-2326-4EA8-8E25-414BC0B7A123}" dt="2026-09-14T22:15:01.550" v="7675" actId="20577"/>
          <ac:spMkLst>
            <pc:docMk/>
            <pc:sldMk cId="4106723039" sldId="391"/>
            <ac:spMk id="3" creationId="{DC242185-6A70-9D33-D826-CF984D1C28B1}"/>
          </ac:spMkLst>
        </pc:spChg>
      </pc:sldChg>
      <pc:sldChg chg="modSp add mod">
        <pc:chgData name="Hao He" userId="566a5fee-3a01-4c2c-ae39-89ea6daa5f88" providerId="ADAL" clId="{C7204A7F-2326-4EA8-8E25-414BC0B7A123}" dt="2026-09-14T22:30:05.410" v="8027" actId="20577"/>
        <pc:sldMkLst>
          <pc:docMk/>
          <pc:sldMk cId="3951644122" sldId="392"/>
        </pc:sldMkLst>
        <pc:spChg chg="mod">
          <ac:chgData name="Hao He" userId="566a5fee-3a01-4c2c-ae39-89ea6daa5f88" providerId="ADAL" clId="{C7204A7F-2326-4EA8-8E25-414BC0B7A123}" dt="2026-09-14T22:30:05.410" v="8027" actId="20577"/>
          <ac:spMkLst>
            <pc:docMk/>
            <pc:sldMk cId="3951644122" sldId="392"/>
            <ac:spMk id="3" creationId="{AAAE5A7B-6638-3754-17D2-F86C5085AA90}"/>
          </ac:spMkLst>
        </pc:spChg>
      </pc:sldChg>
      <pc:sldChg chg="addSp delSp modSp add mod">
        <pc:chgData name="Hao He" userId="566a5fee-3a01-4c2c-ae39-89ea6daa5f88" providerId="ADAL" clId="{C7204A7F-2326-4EA8-8E25-414BC0B7A123}" dt="2026-09-14T22:16:57.529" v="7710" actId="1076"/>
        <pc:sldMkLst>
          <pc:docMk/>
          <pc:sldMk cId="2771360749" sldId="393"/>
        </pc:sldMkLst>
        <pc:picChg chg="add mod">
          <ac:chgData name="Hao He" userId="566a5fee-3a01-4c2c-ae39-89ea6daa5f88" providerId="ADAL" clId="{C7204A7F-2326-4EA8-8E25-414BC0B7A123}" dt="2026-09-14T22:16:57.529" v="7710" actId="1076"/>
          <ac:picMkLst>
            <pc:docMk/>
            <pc:sldMk cId="2771360749" sldId="393"/>
            <ac:picMk id="6" creationId="{E894A963-F89F-C1D4-BDA8-C55F2D0E0286}"/>
          </ac:picMkLst>
        </pc:picChg>
        <pc:picChg chg="del">
          <ac:chgData name="Hao He" userId="566a5fee-3a01-4c2c-ae39-89ea6daa5f88" providerId="ADAL" clId="{C7204A7F-2326-4EA8-8E25-414BC0B7A123}" dt="2026-09-14T22:16:21.812" v="7705" actId="478"/>
          <ac:picMkLst>
            <pc:docMk/>
            <pc:sldMk cId="2771360749" sldId="393"/>
            <ac:picMk id="7" creationId="{C8DAF428-E33E-AC3B-0ECC-E7D0DC3B9D64}"/>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36F2EE1A-EC7F-4FF3-A4CC-7A4969AD5D4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a:extLst>
              <a:ext uri="{FF2B5EF4-FFF2-40B4-BE49-F238E27FC236}">
                <a16:creationId xmlns:a16="http://schemas.microsoft.com/office/drawing/2014/main" id="{203CACD7-D4EC-49AF-BC0E-64BE92B9EFE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8BD7C1F-9BD2-4176-B567-FEF7F021C831}" type="datetimeFigureOut">
              <a:rPr lang="zh-CN" altLang="en-US" smtClean="0"/>
              <a:t>2026/9/15</a:t>
            </a:fld>
            <a:endParaRPr lang="zh-CN" altLang="en-US"/>
          </a:p>
        </p:txBody>
      </p:sp>
      <p:sp>
        <p:nvSpPr>
          <p:cNvPr id="4" name="页脚占位符 3">
            <a:extLst>
              <a:ext uri="{FF2B5EF4-FFF2-40B4-BE49-F238E27FC236}">
                <a16:creationId xmlns:a16="http://schemas.microsoft.com/office/drawing/2014/main" id="{B26643D9-8297-4D8E-9ABF-4734A31171C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a:extLst>
              <a:ext uri="{FF2B5EF4-FFF2-40B4-BE49-F238E27FC236}">
                <a16:creationId xmlns:a16="http://schemas.microsoft.com/office/drawing/2014/main" id="{5E183742-F28C-4679-9EEC-C5AB403A09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0DB33B3-D20C-4DCC-B5E9-1AF388B0DA4B}" type="slidenum">
              <a:rPr lang="zh-CN" altLang="en-US" smtClean="0"/>
              <a:t>‹#›</a:t>
            </a:fld>
            <a:endParaRPr lang="zh-CN" altLang="en-US"/>
          </a:p>
        </p:txBody>
      </p:sp>
    </p:spTree>
    <p:extLst>
      <p:ext uri="{BB962C8B-B14F-4D97-AF65-F5344CB8AC3E}">
        <p14:creationId xmlns:p14="http://schemas.microsoft.com/office/powerpoint/2010/main" val="26981392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9CB3E-F21B-4A75-AD73-FC56ABBC6938}" type="datetimeFigureOut">
              <a:rPr lang="zh-CN" altLang="en-US" smtClean="0"/>
              <a:t>2026/9/15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E75974-D1CD-4370-88BE-127D0D2EB3AA}" type="slidenum">
              <a:rPr lang="zh-CN" altLang="en-US" smtClean="0"/>
              <a:t>‹#›</a:t>
            </a:fld>
            <a:endParaRPr lang="zh-CN" altLang="en-US"/>
          </a:p>
        </p:txBody>
      </p:sp>
    </p:spTree>
    <p:extLst>
      <p:ext uri="{BB962C8B-B14F-4D97-AF65-F5344CB8AC3E}">
        <p14:creationId xmlns:p14="http://schemas.microsoft.com/office/powerpoint/2010/main" val="37412907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EE75974-D1CD-4370-88BE-127D0D2EB3AA}" type="slidenum">
              <a:rPr lang="zh-CN" altLang="en-US" smtClean="0"/>
              <a:t>1</a:t>
            </a:fld>
            <a:endParaRPr lang="zh-CN" altLang="en-US"/>
          </a:p>
        </p:txBody>
      </p:sp>
    </p:spTree>
    <p:extLst>
      <p:ext uri="{BB962C8B-B14F-4D97-AF65-F5344CB8AC3E}">
        <p14:creationId xmlns:p14="http://schemas.microsoft.com/office/powerpoint/2010/main" val="22909959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Applying the thesis framework is feasible for dispelling software engineering myths and inform evidence-based practice. Do an educational paper instead of the migration</a:t>
            </a:r>
          </a:p>
        </p:txBody>
      </p:sp>
      <p:sp>
        <p:nvSpPr>
          <p:cNvPr id="4" name="Slide Number Placeholder 3"/>
          <p:cNvSpPr>
            <a:spLocks noGrp="1"/>
          </p:cNvSpPr>
          <p:nvPr>
            <p:ph type="sldNum" sz="quarter" idx="5"/>
          </p:nvPr>
        </p:nvSpPr>
        <p:spPr/>
        <p:txBody>
          <a:bodyPr/>
          <a:lstStyle/>
          <a:p>
            <a:fld id="{3EE75974-D1CD-4370-88BE-127D0D2EB3AA}" type="slidenum">
              <a:rPr lang="zh-CN" altLang="en-US" smtClean="0"/>
              <a:t>19</a:t>
            </a:fld>
            <a:endParaRPr lang="zh-CN" altLang="en-US"/>
          </a:p>
        </p:txBody>
      </p:sp>
    </p:spTree>
    <p:extLst>
      <p:ext uri="{BB962C8B-B14F-4D97-AF65-F5344CB8AC3E}">
        <p14:creationId xmlns:p14="http://schemas.microsoft.com/office/powerpoint/2010/main" val="1209905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B8059-2187-7AB7-88F9-BA3570FC25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F69985-7C5B-5601-AA56-3D045B455A5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1D6190-1CE7-B738-2DDC-C642EAA474D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DD02A5C-4AB3-0D36-AB1E-8AF859CC954D}"/>
              </a:ext>
            </a:extLst>
          </p:cNvPr>
          <p:cNvSpPr>
            <a:spLocks noGrp="1"/>
          </p:cNvSpPr>
          <p:nvPr>
            <p:ph type="sldNum" sz="quarter" idx="5"/>
          </p:nvPr>
        </p:nvSpPr>
        <p:spPr/>
        <p:txBody>
          <a:bodyPr/>
          <a:lstStyle/>
          <a:p>
            <a:fld id="{3EE75974-D1CD-4370-88BE-127D0D2EB3AA}" type="slidenum">
              <a:rPr lang="zh-CN" altLang="en-US" smtClean="0"/>
              <a:t>20</a:t>
            </a:fld>
            <a:endParaRPr lang="zh-CN" altLang="en-US"/>
          </a:p>
        </p:txBody>
      </p:sp>
    </p:spTree>
    <p:extLst>
      <p:ext uri="{BB962C8B-B14F-4D97-AF65-F5344CB8AC3E}">
        <p14:creationId xmlns:p14="http://schemas.microsoft.com/office/powerpoint/2010/main" val="26677620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418FB-40B2-0726-DAF4-540B7DC16B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655B2C-556E-6AAA-28E0-56BDC350399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C5901E-DC3A-0D26-EA72-5A1AFABB05F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C4F4054-8724-0475-7E25-E7C8EBF7926C}"/>
              </a:ext>
            </a:extLst>
          </p:cNvPr>
          <p:cNvSpPr>
            <a:spLocks noGrp="1"/>
          </p:cNvSpPr>
          <p:nvPr>
            <p:ph type="sldNum" sz="quarter" idx="5"/>
          </p:nvPr>
        </p:nvSpPr>
        <p:spPr/>
        <p:txBody>
          <a:bodyPr/>
          <a:lstStyle/>
          <a:p>
            <a:fld id="{3EE75974-D1CD-4370-88BE-127D0D2EB3AA}" type="slidenum">
              <a:rPr lang="zh-CN" altLang="en-US" smtClean="0"/>
              <a:t>27</a:t>
            </a:fld>
            <a:endParaRPr lang="zh-CN" altLang="en-US"/>
          </a:p>
        </p:txBody>
      </p:sp>
    </p:spTree>
    <p:extLst>
      <p:ext uri="{BB962C8B-B14F-4D97-AF65-F5344CB8AC3E}">
        <p14:creationId xmlns:p14="http://schemas.microsoft.com/office/powerpoint/2010/main" val="35352423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C2F89-14DB-505B-BD7A-6217827FAC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5A8211-4395-182A-09E0-933AF5E5BE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95DD10-A8F1-6C7C-F7DB-6BB18830F2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B15B4C1-B029-0D6F-81F1-D5A41C799B32}"/>
              </a:ext>
            </a:extLst>
          </p:cNvPr>
          <p:cNvSpPr>
            <a:spLocks noGrp="1"/>
          </p:cNvSpPr>
          <p:nvPr>
            <p:ph type="sldNum" sz="quarter" idx="5"/>
          </p:nvPr>
        </p:nvSpPr>
        <p:spPr/>
        <p:txBody>
          <a:bodyPr/>
          <a:lstStyle/>
          <a:p>
            <a:fld id="{3EE75974-D1CD-4370-88BE-127D0D2EB3AA}" type="slidenum">
              <a:rPr lang="zh-CN" altLang="en-US" smtClean="0"/>
              <a:t>34</a:t>
            </a:fld>
            <a:endParaRPr lang="zh-CN" altLang="en-US"/>
          </a:p>
        </p:txBody>
      </p:sp>
    </p:spTree>
    <p:extLst>
      <p:ext uri="{BB962C8B-B14F-4D97-AF65-F5344CB8AC3E}">
        <p14:creationId xmlns:p14="http://schemas.microsoft.com/office/powerpoint/2010/main" val="2945893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03CC0B-544E-DCA5-628C-7D6C455AB3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C3A130-562C-6085-3E25-EEBC8E2FFC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06806A-FCB2-CC60-06A1-37F92F71136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3D0C8E5-E385-5AFF-1EC4-2DC7E1624E72}"/>
              </a:ext>
            </a:extLst>
          </p:cNvPr>
          <p:cNvSpPr>
            <a:spLocks noGrp="1"/>
          </p:cNvSpPr>
          <p:nvPr>
            <p:ph type="sldNum" sz="quarter" idx="5"/>
          </p:nvPr>
        </p:nvSpPr>
        <p:spPr/>
        <p:txBody>
          <a:bodyPr/>
          <a:lstStyle/>
          <a:p>
            <a:fld id="{3EE75974-D1CD-4370-88BE-127D0D2EB3AA}" type="slidenum">
              <a:rPr lang="zh-CN" altLang="en-US" smtClean="0"/>
              <a:t>41</a:t>
            </a:fld>
            <a:endParaRPr lang="zh-CN" altLang="en-US"/>
          </a:p>
        </p:txBody>
      </p:sp>
    </p:spTree>
    <p:extLst>
      <p:ext uri="{BB962C8B-B14F-4D97-AF65-F5344CB8AC3E}">
        <p14:creationId xmlns:p14="http://schemas.microsoft.com/office/powerpoint/2010/main" val="27537921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4E568-624B-31B7-ADD7-392B57B17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BD8511-D8E0-3BBC-37C3-7F226DF355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181818E-C81A-01DA-22CA-A06EA317BE9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E51678F-7BFE-28BE-9852-6402675505E2}"/>
              </a:ext>
            </a:extLst>
          </p:cNvPr>
          <p:cNvSpPr>
            <a:spLocks noGrp="1"/>
          </p:cNvSpPr>
          <p:nvPr>
            <p:ph type="sldNum" sz="quarter" idx="5"/>
          </p:nvPr>
        </p:nvSpPr>
        <p:spPr/>
        <p:txBody>
          <a:bodyPr/>
          <a:lstStyle/>
          <a:p>
            <a:fld id="{3EE75974-D1CD-4370-88BE-127D0D2EB3AA}" type="slidenum">
              <a:rPr lang="zh-CN" altLang="en-US" smtClean="0"/>
              <a:t>42</a:t>
            </a:fld>
            <a:endParaRPr lang="zh-CN" altLang="en-US"/>
          </a:p>
        </p:txBody>
      </p:sp>
    </p:spTree>
    <p:extLst>
      <p:ext uri="{BB962C8B-B14F-4D97-AF65-F5344CB8AC3E}">
        <p14:creationId xmlns:p14="http://schemas.microsoft.com/office/powerpoint/2010/main" val="27499753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54BB1D6-E51B-494D-B89D-02DB666AC50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E595170B-ABA4-4928-90A0-24830A4257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9FD8C305-473C-4147-BD12-155DDC8A1E30}"/>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56CB69E3-0E39-4CD1-AED4-118D66A478A3}"/>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75C319D4-732B-4BAA-BC3D-0B22955DB80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7873299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7" name="矩形 6">
            <a:extLst>
              <a:ext uri="{FF2B5EF4-FFF2-40B4-BE49-F238E27FC236}">
                <a16:creationId xmlns:a16="http://schemas.microsoft.com/office/drawing/2014/main" id="{9EADDE72-738D-4AFD-A24B-6C57D7B61985}"/>
              </a:ext>
            </a:extLst>
          </p:cNvPr>
          <p:cNvSpPr/>
          <p:nvPr userDrawn="1"/>
        </p:nvSpPr>
        <p:spPr>
          <a:xfrm>
            <a:off x="0" y="6476495"/>
            <a:ext cx="12192000" cy="395749"/>
          </a:xfrm>
          <a:prstGeom prst="rect">
            <a:avLst/>
          </a:prstGeom>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CE1E8E23-4F7F-46D1-B69E-2846A29A793C}"/>
              </a:ext>
            </a:extLst>
          </p:cNvPr>
          <p:cNvSpPr>
            <a:spLocks noGrp="1"/>
          </p:cNvSpPr>
          <p:nvPr>
            <p:ph type="title" hasCustomPrompt="1"/>
          </p:nvPr>
        </p:nvSpPr>
        <p:spPr>
          <a:xfrm>
            <a:off x="320949" y="292927"/>
            <a:ext cx="11584418" cy="719878"/>
          </a:xfrm>
        </p:spPr>
        <p:txBody>
          <a:bodyPr>
            <a:normAutofit/>
          </a:bodyPr>
          <a:lstStyle>
            <a:lvl1pPr>
              <a:defRPr sz="2900">
                <a:latin typeface="Gadugi" panose="020B0502040204020203" pitchFamily="34" charset="0"/>
                <a:ea typeface="+mn-ea"/>
              </a:defRPr>
            </a:lvl1pPr>
          </a:lstStyle>
          <a:p>
            <a:r>
              <a:rPr lang="en-US" altLang="zh-CN"/>
              <a:t>Title</a:t>
            </a:r>
            <a:r>
              <a:rPr lang="zh-CN" altLang="en-US"/>
              <a:t>标题</a:t>
            </a:r>
          </a:p>
        </p:txBody>
      </p:sp>
      <p:sp>
        <p:nvSpPr>
          <p:cNvPr id="3" name="内容占位符 2">
            <a:extLst>
              <a:ext uri="{FF2B5EF4-FFF2-40B4-BE49-F238E27FC236}">
                <a16:creationId xmlns:a16="http://schemas.microsoft.com/office/drawing/2014/main" id="{47784E31-94D8-4571-B304-57E10A1707EA}"/>
              </a:ext>
            </a:extLst>
          </p:cNvPr>
          <p:cNvSpPr>
            <a:spLocks noGrp="1"/>
          </p:cNvSpPr>
          <p:nvPr>
            <p:ph idx="1"/>
          </p:nvPr>
        </p:nvSpPr>
        <p:spPr>
          <a:xfrm>
            <a:off x="320948" y="1205069"/>
            <a:ext cx="11584419" cy="5081939"/>
          </a:xfrm>
        </p:spPr>
        <p:txBody>
          <a:bodyPr/>
          <a:lstStyle>
            <a:lvl1pPr>
              <a:lnSpc>
                <a:spcPct val="120000"/>
              </a:lnSpc>
              <a:defRPr sz="2400">
                <a:latin typeface="Gadugi" panose="020B0502040204020203" pitchFamily="34" charset="0"/>
              </a:defRPr>
            </a:lvl1pPr>
            <a:lvl2pPr>
              <a:lnSpc>
                <a:spcPct val="120000"/>
              </a:lnSpc>
              <a:defRPr sz="2400">
                <a:latin typeface="Gadugi" panose="020B0502040204020203" pitchFamily="34" charset="0"/>
              </a:defRPr>
            </a:lvl2pPr>
            <a:lvl3pPr>
              <a:lnSpc>
                <a:spcPct val="120000"/>
              </a:lnSpc>
              <a:defRPr sz="2400">
                <a:latin typeface="Gadugi" panose="020B0502040204020203" pitchFamily="34" charset="0"/>
              </a:defRPr>
            </a:lvl3pPr>
            <a:lvl4pPr>
              <a:lnSpc>
                <a:spcPct val="120000"/>
              </a:lnSpc>
              <a:defRPr sz="2400">
                <a:latin typeface="Gadugi" panose="020B0502040204020203" pitchFamily="34" charset="0"/>
              </a:defRPr>
            </a:lvl4pPr>
            <a:lvl5pPr>
              <a:lnSpc>
                <a:spcPct val="120000"/>
              </a:lnSpc>
              <a:defRPr sz="2400">
                <a:latin typeface="Gadugi" panose="020B0502040204020203" pitchFamily="34" charset="0"/>
              </a:defRPr>
            </a:lvl5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页脚占位符 4">
            <a:extLst>
              <a:ext uri="{FF2B5EF4-FFF2-40B4-BE49-F238E27FC236}">
                <a16:creationId xmlns:a16="http://schemas.microsoft.com/office/drawing/2014/main" id="{334FCBF0-5B13-4046-B491-5A14D70BD78F}"/>
              </a:ext>
            </a:extLst>
          </p:cNvPr>
          <p:cNvSpPr>
            <a:spLocks noGrp="1"/>
          </p:cNvSpPr>
          <p:nvPr>
            <p:ph type="ftr" sz="quarter" idx="11"/>
          </p:nvPr>
        </p:nvSpPr>
        <p:spPr>
          <a:xfrm>
            <a:off x="320948" y="6494116"/>
            <a:ext cx="7835500" cy="365125"/>
          </a:xfrm>
        </p:spPr>
        <p:txBody>
          <a:bodyPr/>
          <a:lstStyle>
            <a:lvl1pPr algn="l">
              <a:defRPr lang="en-US" altLang="zh-CN" b="0" i="0" smtClean="0">
                <a:effectLst/>
              </a:defRPr>
            </a:lvl1p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6" name="灯片编号占位符 5">
            <a:extLst>
              <a:ext uri="{FF2B5EF4-FFF2-40B4-BE49-F238E27FC236}">
                <a16:creationId xmlns:a16="http://schemas.microsoft.com/office/drawing/2014/main" id="{3C5E3FEB-261C-4438-B709-F85F8CDD0DCA}"/>
              </a:ext>
            </a:extLst>
          </p:cNvPr>
          <p:cNvSpPr>
            <a:spLocks noGrp="1"/>
          </p:cNvSpPr>
          <p:nvPr>
            <p:ph type="sldNum" sz="quarter" idx="12"/>
          </p:nvPr>
        </p:nvSpPr>
        <p:spPr>
          <a:xfrm>
            <a:off x="8610600" y="6492875"/>
            <a:ext cx="3294767" cy="365125"/>
          </a:xfrm>
        </p:spPr>
        <p:txBody>
          <a:bodyPr/>
          <a:lstStyle>
            <a:lvl1pPr>
              <a:defRPr>
                <a:solidFill>
                  <a:schemeClr val="tx1">
                    <a:lumMod val="75000"/>
                    <a:lumOff val="25000"/>
                  </a:schemeClr>
                </a:solidFill>
                <a:latin typeface="Gadugi" panose="020B0502040204020203" pitchFamily="34" charset="0"/>
              </a:defRPr>
            </a:lvl1pPr>
          </a:lstStyle>
          <a:p>
            <a:fld id="{8E90A93A-CBEB-40B0-B638-E400989BEC3F}" type="slidenum">
              <a:rPr lang="zh-CN" altLang="en-US" smtClean="0"/>
              <a:pPr/>
              <a:t>‹#›</a:t>
            </a:fld>
            <a:endParaRPr lang="zh-CN" altLang="en-US"/>
          </a:p>
        </p:txBody>
      </p:sp>
    </p:spTree>
    <p:extLst>
      <p:ext uri="{BB962C8B-B14F-4D97-AF65-F5344CB8AC3E}">
        <p14:creationId xmlns:p14="http://schemas.microsoft.com/office/powerpoint/2010/main" val="191316687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4FB46A2-6C55-4AA8-BE57-8375EBC3D22C}"/>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E3A5A2F9-7080-40A4-B3C5-F0B3744349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a:extLst>
              <a:ext uri="{FF2B5EF4-FFF2-40B4-BE49-F238E27FC236}">
                <a16:creationId xmlns:a16="http://schemas.microsoft.com/office/drawing/2014/main" id="{70537502-C833-4A0E-9850-E6A79E036ED6}"/>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90FFF8FC-7B63-43C6-A25D-E4852B12138B}"/>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83FE08AA-3039-4DD0-9422-865D0DB17C59}"/>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1802315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911CE4-55ED-46F6-BD03-E8029FA9F83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87556A73-78F9-4C21-8CBA-59F5D377F076}"/>
              </a:ext>
            </a:extLst>
          </p:cNvPr>
          <p:cNvSpPr>
            <a:spLocks noGrp="1"/>
          </p:cNvSpPr>
          <p:nvPr>
            <p:ph sz="half" idx="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a:extLst>
              <a:ext uri="{FF2B5EF4-FFF2-40B4-BE49-F238E27FC236}">
                <a16:creationId xmlns:a16="http://schemas.microsoft.com/office/drawing/2014/main" id="{65F34492-8261-44AB-8262-998E112E22A4}"/>
              </a:ext>
            </a:extLst>
          </p:cNvPr>
          <p:cNvSpPr>
            <a:spLocks noGrp="1"/>
          </p:cNvSpPr>
          <p:nvPr>
            <p:ph sz="half" idx="2"/>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a:extLst>
              <a:ext uri="{FF2B5EF4-FFF2-40B4-BE49-F238E27FC236}">
                <a16:creationId xmlns:a16="http://schemas.microsoft.com/office/drawing/2014/main" id="{E5740D09-46C8-411A-993D-3E8032575FD1}"/>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F0ED5E57-D278-4F67-B0AC-AD20FF07113E}"/>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4232803C-3980-4C7B-86C6-D4CF140977ED}"/>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301488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4857AA-C027-4221-AD38-D6CCA860F3B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B42EF203-E49C-4D2F-B1BE-215A3647708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a:extLst>
              <a:ext uri="{FF2B5EF4-FFF2-40B4-BE49-F238E27FC236}">
                <a16:creationId xmlns:a16="http://schemas.microsoft.com/office/drawing/2014/main" id="{28505B32-A08A-4030-B26E-AD868F881BC7}"/>
              </a:ext>
            </a:extLst>
          </p:cNvPr>
          <p:cNvSpPr>
            <a:spLocks noGrp="1"/>
          </p:cNvSpPr>
          <p:nvPr>
            <p:ph sz="half" idx="2"/>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a:extLst>
              <a:ext uri="{FF2B5EF4-FFF2-40B4-BE49-F238E27FC236}">
                <a16:creationId xmlns:a16="http://schemas.microsoft.com/office/drawing/2014/main" id="{D9C7D848-40B5-4042-B01F-17EB878994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a:extLst>
              <a:ext uri="{FF2B5EF4-FFF2-40B4-BE49-F238E27FC236}">
                <a16:creationId xmlns:a16="http://schemas.microsoft.com/office/drawing/2014/main" id="{40C17650-5CA9-4AE7-A0FE-C8D32760C6E9}"/>
              </a:ext>
            </a:extLst>
          </p:cNvPr>
          <p:cNvSpPr>
            <a:spLocks noGrp="1"/>
          </p:cNvSpPr>
          <p:nvPr>
            <p:ph sz="quarter" idx="4"/>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a:extLst>
              <a:ext uri="{FF2B5EF4-FFF2-40B4-BE49-F238E27FC236}">
                <a16:creationId xmlns:a16="http://schemas.microsoft.com/office/drawing/2014/main" id="{41AC3736-A4EF-4A35-B16C-DD83D68B9C59}"/>
              </a:ext>
            </a:extLst>
          </p:cNvPr>
          <p:cNvSpPr>
            <a:spLocks noGrp="1"/>
          </p:cNvSpPr>
          <p:nvPr>
            <p:ph type="dt" sz="half" idx="10"/>
          </p:nvPr>
        </p:nvSpPr>
        <p:spPr/>
        <p:txBody>
          <a:bodyPr/>
          <a:lstStyle/>
          <a:p>
            <a:endParaRPr lang="zh-CN" altLang="en-US"/>
          </a:p>
        </p:txBody>
      </p:sp>
      <p:sp>
        <p:nvSpPr>
          <p:cNvPr id="8" name="页脚占位符 7">
            <a:extLst>
              <a:ext uri="{FF2B5EF4-FFF2-40B4-BE49-F238E27FC236}">
                <a16:creationId xmlns:a16="http://schemas.microsoft.com/office/drawing/2014/main" id="{273E3FA7-D490-486C-BA8A-0E9A5077FB76}"/>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9" name="灯片编号占位符 8">
            <a:extLst>
              <a:ext uri="{FF2B5EF4-FFF2-40B4-BE49-F238E27FC236}">
                <a16:creationId xmlns:a16="http://schemas.microsoft.com/office/drawing/2014/main" id="{D5214473-73D8-413F-900F-238B6684A9E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6439041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DF748D6-1BB3-4C28-84A6-34A387CD9EF1}"/>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474FA058-EB39-4D25-A56E-3E3716BD1B73}"/>
              </a:ext>
            </a:extLst>
          </p:cNvPr>
          <p:cNvSpPr>
            <a:spLocks noGrp="1"/>
          </p:cNvSpPr>
          <p:nvPr>
            <p:ph type="dt" sz="half" idx="10"/>
          </p:nvPr>
        </p:nvSpPr>
        <p:spPr/>
        <p:txBody>
          <a:bodyPr/>
          <a:lstStyle/>
          <a:p>
            <a:endParaRPr lang="zh-CN" altLang="en-US"/>
          </a:p>
        </p:txBody>
      </p:sp>
      <p:sp>
        <p:nvSpPr>
          <p:cNvPr id="4" name="页脚占位符 3">
            <a:extLst>
              <a:ext uri="{FF2B5EF4-FFF2-40B4-BE49-F238E27FC236}">
                <a16:creationId xmlns:a16="http://schemas.microsoft.com/office/drawing/2014/main" id="{AD59CA04-6C64-4685-9A6B-714522F418F5}"/>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5" name="灯片编号占位符 4">
            <a:extLst>
              <a:ext uri="{FF2B5EF4-FFF2-40B4-BE49-F238E27FC236}">
                <a16:creationId xmlns:a16="http://schemas.microsoft.com/office/drawing/2014/main" id="{BB02F80B-37EF-4904-B033-93D704D9DA53}"/>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3839160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817A5C5-0914-4D8B-ABDB-C098889D7BC9}"/>
              </a:ext>
            </a:extLst>
          </p:cNvPr>
          <p:cNvSpPr>
            <a:spLocks noGrp="1"/>
          </p:cNvSpPr>
          <p:nvPr>
            <p:ph type="dt" sz="half" idx="10"/>
          </p:nvPr>
        </p:nvSpPr>
        <p:spPr/>
        <p:txBody>
          <a:bodyPr/>
          <a:lstStyle/>
          <a:p>
            <a:endParaRPr lang="zh-CN" altLang="en-US"/>
          </a:p>
        </p:txBody>
      </p:sp>
      <p:sp>
        <p:nvSpPr>
          <p:cNvPr id="3" name="页脚占位符 2">
            <a:extLst>
              <a:ext uri="{FF2B5EF4-FFF2-40B4-BE49-F238E27FC236}">
                <a16:creationId xmlns:a16="http://schemas.microsoft.com/office/drawing/2014/main" id="{5A1CBE45-8EFE-495C-A795-6B0BC9276670}"/>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4" name="灯片编号占位符 3">
            <a:extLst>
              <a:ext uri="{FF2B5EF4-FFF2-40B4-BE49-F238E27FC236}">
                <a16:creationId xmlns:a16="http://schemas.microsoft.com/office/drawing/2014/main" id="{EFCA2EF4-8885-49A8-B59A-E4A7FF705BA0}"/>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3597046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75B1B2-CCA5-45FA-B09D-E9E40A2C027F}"/>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AB6FCB8C-51DC-46E2-A0B5-042BC93E512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a:extLst>
              <a:ext uri="{FF2B5EF4-FFF2-40B4-BE49-F238E27FC236}">
                <a16:creationId xmlns:a16="http://schemas.microsoft.com/office/drawing/2014/main" id="{EE2894A3-801D-4E56-9840-800CA32D4C8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856E60E6-8C05-4553-A214-D4C49B635210}"/>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3349480E-9093-4A58-A718-10437FDFE046}"/>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612A5449-C5E8-427A-88F9-70DA0B576870}"/>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9712738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83B9AB-8DB5-4DC9-869D-93122849E1ED}"/>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40526B53-93EC-4DE5-A64C-9344EC1381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8667A322-4789-4F37-B4A3-936F29BCE7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2CD8CD6E-8EE5-4303-BB69-4DC1FE93769A}"/>
              </a:ext>
            </a:extLst>
          </p:cNvPr>
          <p:cNvSpPr>
            <a:spLocks noGrp="1"/>
          </p:cNvSpPr>
          <p:nvPr>
            <p:ph type="dt" sz="half" idx="10"/>
          </p:nvPr>
        </p:nvSpPr>
        <p:spPr/>
        <p:txBody>
          <a:bodyPr/>
          <a:lstStyle/>
          <a:p>
            <a:endParaRPr lang="zh-CN" altLang="en-US"/>
          </a:p>
        </p:txBody>
      </p:sp>
      <p:sp>
        <p:nvSpPr>
          <p:cNvPr id="6" name="页脚占位符 5">
            <a:extLst>
              <a:ext uri="{FF2B5EF4-FFF2-40B4-BE49-F238E27FC236}">
                <a16:creationId xmlns:a16="http://schemas.microsoft.com/office/drawing/2014/main" id="{1D48F661-084F-4B36-AAAE-6FFA904D4D7B}"/>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7" name="灯片编号占位符 6">
            <a:extLst>
              <a:ext uri="{FF2B5EF4-FFF2-40B4-BE49-F238E27FC236}">
                <a16:creationId xmlns:a16="http://schemas.microsoft.com/office/drawing/2014/main" id="{E1B287E9-039E-4BE3-8FE3-CF6948F1350F}"/>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3552504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E9AEF45-01BE-4031-9624-A326DE09077D}"/>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68836C0A-CC31-416F-944A-807DC2D49752}"/>
              </a:ext>
            </a:extLst>
          </p:cNvPr>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E1A390A4-5C59-4163-875B-D53C8EA2FE8D}"/>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FB7313D1-5DA0-47A2-B464-F89E8129905D}"/>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8B44DB9-C3BC-4F4F-BB47-429938EDF5AB}"/>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1618411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5B31309C-0DC3-4205-8DEB-1EBCED4B2CAB}"/>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C0837F26-516E-4F3C-AB61-C9ADFD1C635E}"/>
              </a:ext>
            </a:extLst>
          </p:cNvPr>
          <p:cNvSpPr>
            <a:spLocks noGrp="1"/>
          </p:cNvSpPr>
          <p:nvPr>
            <p:ph type="body" orient="vert" idx="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465CABEE-7B2E-4FB3-B643-55C02D9695D3}"/>
              </a:ext>
            </a:extLst>
          </p:cNvPr>
          <p:cNvSpPr>
            <a:spLocks noGrp="1"/>
          </p:cNvSpPr>
          <p:nvPr>
            <p:ph type="dt" sz="half" idx="10"/>
          </p:nvPr>
        </p:nvSpPr>
        <p:spPr/>
        <p:txBody>
          <a:bodyPr/>
          <a:lstStyle/>
          <a:p>
            <a:endParaRPr lang="zh-CN" altLang="en-US"/>
          </a:p>
        </p:txBody>
      </p:sp>
      <p:sp>
        <p:nvSpPr>
          <p:cNvPr id="5" name="页脚占位符 4">
            <a:extLst>
              <a:ext uri="{FF2B5EF4-FFF2-40B4-BE49-F238E27FC236}">
                <a16:creationId xmlns:a16="http://schemas.microsoft.com/office/drawing/2014/main" id="{F8AA6966-0D6B-4CB1-B7CC-69CF42E5568D}"/>
              </a:ext>
            </a:extLst>
          </p:cNvPr>
          <p:cNvSpPr>
            <a:spLocks noGrp="1"/>
          </p:cNvSpPr>
          <p:nvPr>
            <p:ph type="ftr" sz="quarter" idx="11"/>
          </p:nvPr>
        </p:nvSpPr>
        <p:spPr/>
        <p:txBody>
          <a:body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B3D3656-387E-4B4F-8C1B-348B2510540B}"/>
              </a:ext>
            </a:extLst>
          </p:cNvPr>
          <p:cNvSpPr>
            <a:spLocks noGrp="1"/>
          </p:cNvSpPr>
          <p:nvPr>
            <p:ph type="sldNum" sz="quarter" idx="12"/>
          </p:nvPr>
        </p:nvSpPr>
        <p:spPr/>
        <p:txBody>
          <a:body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24081799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2AB43FA-A548-46D0-B411-3BD5D0DEA6B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5744A492-A549-453F-ACB7-2F805A63C28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F763B76C-D119-47E9-BE9D-BD219025C46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zh-CN" altLang="en-US"/>
          </a:p>
        </p:txBody>
      </p:sp>
      <p:sp>
        <p:nvSpPr>
          <p:cNvPr id="5" name="页脚占位符 4">
            <a:extLst>
              <a:ext uri="{FF2B5EF4-FFF2-40B4-BE49-F238E27FC236}">
                <a16:creationId xmlns:a16="http://schemas.microsoft.com/office/drawing/2014/main" id="{678EDE9E-4306-482D-92FC-393201AACBB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ltLang="zh-CN"/>
              <a:t>SANER 2021 – A Multi-Metric Ranking Approach for Library Migration Recommendations</a:t>
            </a:r>
            <a:endParaRPr lang="zh-CN" altLang="en-US"/>
          </a:p>
        </p:txBody>
      </p:sp>
      <p:sp>
        <p:nvSpPr>
          <p:cNvPr id="6" name="灯片编号占位符 5">
            <a:extLst>
              <a:ext uri="{FF2B5EF4-FFF2-40B4-BE49-F238E27FC236}">
                <a16:creationId xmlns:a16="http://schemas.microsoft.com/office/drawing/2014/main" id="{FB655EF5-8FC2-4FDF-BA6E-0F20095DF11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90A93A-CBEB-40B0-B638-E400989BEC3F}" type="slidenum">
              <a:rPr lang="zh-CN" altLang="en-US" smtClean="0"/>
              <a:t>‹#›</a:t>
            </a:fld>
            <a:endParaRPr lang="zh-CN" altLang="en-US"/>
          </a:p>
        </p:txBody>
      </p:sp>
    </p:spTree>
    <p:extLst>
      <p:ext uri="{BB962C8B-B14F-4D97-AF65-F5344CB8AC3E}">
        <p14:creationId xmlns:p14="http://schemas.microsoft.com/office/powerpoint/2010/main" val="41972206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mailto:haohe@andrew.cmu.edu"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jpeg"/><Relationship Id="rId1" Type="http://schemas.openxmlformats.org/officeDocument/2006/relationships/slideLayout" Target="../slideLayouts/slideLayout2.xml"/><Relationship Id="rId4" Type="http://schemas.openxmlformats.org/officeDocument/2006/relationships/image" Target="../media/image29.jpeg"/></Relationships>
</file>

<file path=ppt/slides/_rels/slide13.xml.rels><?xml version="1.0" encoding="UTF-8" standalone="yes"?>
<Relationships xmlns="http://schemas.openxmlformats.org/package/2006/relationships"><Relationship Id="rId2" Type="http://schemas.openxmlformats.org/officeDocument/2006/relationships/hyperlink" Target="https://mixtape.scunning.com/03-directed_acyclical_graphs"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36.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F962A1-DCCB-8A73-1799-011E6198FE71}"/>
              </a:ext>
            </a:extLst>
          </p:cNvPr>
          <p:cNvSpPr>
            <a:spLocks noGrp="1"/>
          </p:cNvSpPr>
          <p:nvPr>
            <p:ph type="ctrTitle"/>
          </p:nvPr>
        </p:nvSpPr>
        <p:spPr>
          <a:xfrm>
            <a:off x="2534918" y="1434920"/>
            <a:ext cx="9657081"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Dispelling Software Engineering Myths:</a:t>
            </a:r>
            <a:br>
              <a:rPr lang="en-US" altLang="zh-CN" sz="3600" dirty="0">
                <a:latin typeface="Gadugi" panose="020B0502040204020203" pitchFamily="34" charset="0"/>
                <a:ea typeface="Gadugi" panose="020B0502040204020203" pitchFamily="34" charset="0"/>
              </a:rPr>
            </a:br>
            <a:r>
              <a:rPr lang="en-US" altLang="zh-CN" sz="3600" dirty="0">
                <a:latin typeface="Gadugi" panose="020B0502040204020203" pitchFamily="34" charset="0"/>
                <a:ea typeface="Gadugi" panose="020B0502040204020203" pitchFamily="34" charset="0"/>
              </a:rPr>
              <a:t>A Pragmatic Causal Inference Approach</a:t>
            </a:r>
            <a:endParaRPr lang="en-US" sz="2400" dirty="0"/>
          </a:p>
        </p:txBody>
      </p:sp>
      <p:sp>
        <p:nvSpPr>
          <p:cNvPr id="3" name="Subtitle 2">
            <a:extLst>
              <a:ext uri="{FF2B5EF4-FFF2-40B4-BE49-F238E27FC236}">
                <a16:creationId xmlns:a16="http://schemas.microsoft.com/office/drawing/2014/main" id="{DD154F58-B086-ADB9-64C2-A1D687993C0F}"/>
              </a:ext>
            </a:extLst>
          </p:cNvPr>
          <p:cNvSpPr>
            <a:spLocks noGrp="1"/>
          </p:cNvSpPr>
          <p:nvPr>
            <p:ph type="subTitle" idx="1"/>
          </p:nvPr>
        </p:nvSpPr>
        <p:spPr>
          <a:xfrm>
            <a:off x="2595421" y="4420161"/>
            <a:ext cx="9144000" cy="2523171"/>
          </a:xfrm>
        </p:spPr>
        <p:txBody>
          <a:bodyPr>
            <a:normAutofit/>
          </a:bodyPr>
          <a:lstStyle/>
          <a:p>
            <a:pPr algn="l"/>
            <a:r>
              <a:rPr lang="en-US" sz="2000">
                <a:latin typeface="Roboto Slab" pitchFamily="2" charset="0"/>
                <a:ea typeface="Roboto Slab" pitchFamily="2" charset="0"/>
                <a:cs typeface="Roboto Slab" pitchFamily="2" charset="0"/>
              </a:rPr>
              <a:t>Hao He	</a:t>
            </a:r>
            <a:r>
              <a:rPr lang="en-US" sz="2000">
                <a:latin typeface="Roboto" panose="02000000000000000000" pitchFamily="2" charset="0"/>
                <a:ea typeface="Roboto" panose="02000000000000000000" pitchFamily="2" charset="0"/>
                <a:cs typeface="Roboto" panose="02000000000000000000" pitchFamily="2" charset="0"/>
              </a:rPr>
              <a:t>		</a:t>
            </a:r>
          </a:p>
          <a:p>
            <a:pPr algn="l"/>
            <a:r>
              <a:rPr lang="en-US" sz="2000">
                <a:latin typeface="Roboto Slab" pitchFamily="2" charset="0"/>
                <a:ea typeface="Roboto Slab" pitchFamily="2" charset="0"/>
                <a:cs typeface="Roboto Slab" pitchFamily="2" charset="0"/>
                <a:hlinkClick r:id="rId3"/>
              </a:rPr>
              <a:t>haohe@andrew.cmu.edu</a:t>
            </a:r>
            <a:r>
              <a:rPr lang="en-US" sz="2000">
                <a:latin typeface="Roboto Slab" pitchFamily="2" charset="0"/>
                <a:ea typeface="Roboto Slab" pitchFamily="2" charset="0"/>
                <a:cs typeface="Roboto Slab" pitchFamily="2" charset="0"/>
              </a:rPr>
              <a:t> </a:t>
            </a:r>
          </a:p>
          <a:p>
            <a:pPr algn="l"/>
            <a:r>
              <a:rPr lang="en-US" sz="2000">
                <a:latin typeface="Roboto Slab" pitchFamily="2" charset="0"/>
                <a:ea typeface="Roboto Slab" pitchFamily="2" charset="0"/>
                <a:cs typeface="Roboto Slab" pitchFamily="2" charset="0"/>
              </a:rPr>
              <a:t>Ph.D. Student in Software Engineering</a:t>
            </a:r>
          </a:p>
          <a:p>
            <a:pPr algn="l"/>
            <a:r>
              <a:rPr lang="en-US" sz="2000">
                <a:latin typeface="Roboto Slab" pitchFamily="2" charset="0"/>
                <a:ea typeface="Roboto Slab" pitchFamily="2" charset="0"/>
                <a:cs typeface="Roboto Slab" pitchFamily="2" charset="0"/>
              </a:rPr>
              <a:t>Carnegie Mellon University</a:t>
            </a:r>
          </a:p>
          <a:p>
            <a:pPr algn="l"/>
            <a:endParaRPr lang="en-US" sz="2000">
              <a:latin typeface="Roboto Slab" pitchFamily="2" charset="0"/>
              <a:ea typeface="Roboto Slab" pitchFamily="2" charset="0"/>
              <a:cs typeface="Roboto Slab" pitchFamily="2" charset="0"/>
            </a:endParaRPr>
          </a:p>
        </p:txBody>
      </p:sp>
      <p:pic>
        <p:nvPicPr>
          <p:cNvPr id="4" name="Picture 11">
            <a:extLst>
              <a:ext uri="{FF2B5EF4-FFF2-40B4-BE49-F238E27FC236}">
                <a16:creationId xmlns:a16="http://schemas.microsoft.com/office/drawing/2014/main" id="{A34E2C83-D2BD-2D7B-81D9-BD501F1EC1AC}"/>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150AE446-DFD7-57A3-F995-E43652358FB7}"/>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7C881E57-8FEC-4523-0259-F74664E94F8E}"/>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8FD1C81E-B209-515F-1AF7-1C800ACE5B3C}"/>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4C8B7464-6683-A2F9-EEEC-CA3D9CAB9961}"/>
              </a:ext>
            </a:extLst>
          </p:cNvPr>
          <p:cNvSpPr txBox="1"/>
          <p:nvPr/>
        </p:nvSpPr>
        <p:spPr>
          <a:xfrm>
            <a:off x="2534919" y="1056262"/>
            <a:ext cx="4718921"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Thesis Defense, September 21, 2026</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3039318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279294-A0C0-DAA7-DD17-C04F80E09B9C}"/>
              </a:ext>
            </a:extLst>
          </p:cNvPr>
          <p:cNvSpPr>
            <a:spLocks noGrp="1"/>
          </p:cNvSpPr>
          <p:nvPr>
            <p:ph type="title"/>
          </p:nvPr>
        </p:nvSpPr>
        <p:spPr>
          <a:xfrm>
            <a:off x="320949" y="292926"/>
            <a:ext cx="11584418" cy="1129007"/>
          </a:xfrm>
        </p:spPr>
        <p:txBody>
          <a:bodyPr>
            <a:normAutofit/>
          </a:bodyPr>
          <a:lstStyle/>
          <a:p>
            <a:r>
              <a:rPr lang="en-US"/>
              <a:t>Software engineering is one of the most consequential engineering disciplines in the modern era</a:t>
            </a:r>
          </a:p>
        </p:txBody>
      </p:sp>
      <p:sp>
        <p:nvSpPr>
          <p:cNvPr id="4" name="Footer Placeholder 3">
            <a:extLst>
              <a:ext uri="{FF2B5EF4-FFF2-40B4-BE49-F238E27FC236}">
                <a16:creationId xmlns:a16="http://schemas.microsoft.com/office/drawing/2014/main" id="{DD6E8496-23C9-D5E9-3AC3-44F6DC9806FD}"/>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F216BDD0-8BAD-B38D-323B-F2FF308AA70B}"/>
              </a:ext>
            </a:extLst>
          </p:cNvPr>
          <p:cNvSpPr>
            <a:spLocks noGrp="1"/>
          </p:cNvSpPr>
          <p:nvPr>
            <p:ph type="sldNum" sz="quarter" idx="12"/>
          </p:nvPr>
        </p:nvSpPr>
        <p:spPr/>
        <p:txBody>
          <a:bodyPr/>
          <a:lstStyle/>
          <a:p>
            <a:fld id="{8E90A93A-CBEB-40B0-B638-E400989BEC3F}" type="slidenum">
              <a:rPr lang="zh-CN" altLang="en-US" smtClean="0"/>
              <a:pPr/>
              <a:t>2</a:t>
            </a:fld>
            <a:endParaRPr lang="zh-CN" altLang="en-US"/>
          </a:p>
        </p:txBody>
      </p:sp>
      <p:pic>
        <p:nvPicPr>
          <p:cNvPr id="1026" name="Picture 2" descr="Autonomous Risk: The Complexity of Vehicle Code - Cybellum">
            <a:extLst>
              <a:ext uri="{FF2B5EF4-FFF2-40B4-BE49-F238E27FC236}">
                <a16:creationId xmlns:a16="http://schemas.microsoft.com/office/drawing/2014/main" id="{209E0F0B-FBA7-21DB-7C95-C3187BF431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50470" y="3773532"/>
            <a:ext cx="1532575" cy="123116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C26479DB-4B1F-3401-8DD0-D1AB40C4347B}"/>
              </a:ext>
            </a:extLst>
          </p:cNvPr>
          <p:cNvPicPr>
            <a:picLocks noChangeAspect="1"/>
          </p:cNvPicPr>
          <p:nvPr/>
        </p:nvPicPr>
        <p:blipFill>
          <a:blip r:embed="rId3"/>
          <a:stretch>
            <a:fillRect/>
          </a:stretch>
        </p:blipFill>
        <p:spPr>
          <a:xfrm>
            <a:off x="10098681" y="2457180"/>
            <a:ext cx="1855494" cy="972279"/>
          </a:xfrm>
          <a:prstGeom prst="rect">
            <a:avLst/>
          </a:prstGeom>
        </p:spPr>
      </p:pic>
      <p:pic>
        <p:nvPicPr>
          <p:cNvPr id="1030" name="Picture 6" descr="Positioning Solution for Autonomous Vehicle OEMs Released | UST">
            <a:extLst>
              <a:ext uri="{FF2B5EF4-FFF2-40B4-BE49-F238E27FC236}">
                <a16:creationId xmlns:a16="http://schemas.microsoft.com/office/drawing/2014/main" id="{FB6955F0-08CE-B536-96D2-5A5EC235D5C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28139" y="2063299"/>
            <a:ext cx="1969970" cy="978039"/>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xkcd: Dependency">
            <a:extLst>
              <a:ext uri="{FF2B5EF4-FFF2-40B4-BE49-F238E27FC236}">
                <a16:creationId xmlns:a16="http://schemas.microsoft.com/office/drawing/2014/main" id="{8450B5AD-8488-993E-CA55-89714B8C063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72723" y="1750411"/>
            <a:ext cx="3474989" cy="4413983"/>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descr="Understanding Terraform State: The Backbone of Infrastructure as Code ...">
            <a:extLst>
              <a:ext uri="{FF2B5EF4-FFF2-40B4-BE49-F238E27FC236}">
                <a16:creationId xmlns:a16="http://schemas.microsoft.com/office/drawing/2014/main" id="{160592AD-EFA4-AA4C-1140-AEB5CE18FEA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744288" y="1769954"/>
            <a:ext cx="1908214" cy="1075347"/>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Breaking Boundaries: Open Source Across Industries | by Charles Lo | Medium">
            <a:extLst>
              <a:ext uri="{FF2B5EF4-FFF2-40B4-BE49-F238E27FC236}">
                <a16:creationId xmlns:a16="http://schemas.microsoft.com/office/drawing/2014/main" id="{59254B25-7B6E-B69B-2F95-0271E57ECC19}"/>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501137" y="3094232"/>
            <a:ext cx="3697288" cy="2902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1408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4962BB-C740-C2EF-8C95-7400743A8ED3}"/>
              </a:ext>
            </a:extLst>
          </p:cNvPr>
          <p:cNvSpPr>
            <a:spLocks noGrp="1"/>
          </p:cNvSpPr>
          <p:nvPr>
            <p:ph type="title"/>
          </p:nvPr>
        </p:nvSpPr>
        <p:spPr/>
        <p:txBody>
          <a:bodyPr/>
          <a:lstStyle/>
          <a:p>
            <a:r>
              <a:rPr lang="en-US"/>
              <a:t>However, software engineering practice today is filled with </a:t>
            </a:r>
            <a:r>
              <a:rPr lang="en-US" b="1"/>
              <a:t>myths</a:t>
            </a:r>
          </a:p>
        </p:txBody>
      </p:sp>
      <p:sp>
        <p:nvSpPr>
          <p:cNvPr id="3" name="Content Placeholder 2">
            <a:extLst>
              <a:ext uri="{FF2B5EF4-FFF2-40B4-BE49-F238E27FC236}">
                <a16:creationId xmlns:a16="http://schemas.microsoft.com/office/drawing/2014/main" id="{A4AE96E6-FE6B-CC82-302A-AA4E4438D887}"/>
              </a:ext>
            </a:extLst>
          </p:cNvPr>
          <p:cNvSpPr>
            <a:spLocks noGrp="1"/>
          </p:cNvSpPr>
          <p:nvPr>
            <p:ph idx="1"/>
          </p:nvPr>
        </p:nvSpPr>
        <p:spPr>
          <a:xfrm>
            <a:off x="320948" y="4513278"/>
            <a:ext cx="11584419" cy="1489045"/>
          </a:xfrm>
        </p:spPr>
        <p:style>
          <a:lnRef idx="1">
            <a:schemeClr val="accent4"/>
          </a:lnRef>
          <a:fillRef idx="2">
            <a:schemeClr val="accent4"/>
          </a:fillRef>
          <a:effectRef idx="1">
            <a:schemeClr val="accent4"/>
          </a:effectRef>
          <a:fontRef idx="minor">
            <a:schemeClr val="dk1"/>
          </a:fontRef>
        </p:style>
        <p:txBody>
          <a:bodyPr>
            <a:normAutofit/>
          </a:bodyPr>
          <a:lstStyle/>
          <a:p>
            <a:r>
              <a:rPr lang="en-US" b="1" dirty="0"/>
              <a:t>Software Engineering Myths</a:t>
            </a:r>
            <a:r>
              <a:rPr lang="en-US" dirty="0"/>
              <a:t>: widely held beliefs on the </a:t>
            </a:r>
            <a:r>
              <a:rPr lang="en-US" dirty="0">
                <a:solidFill>
                  <a:srgbClr val="EE0000"/>
                </a:solidFill>
              </a:rPr>
              <a:t>outcome</a:t>
            </a:r>
            <a:r>
              <a:rPr lang="en-US" dirty="0"/>
              <a:t> of </a:t>
            </a:r>
            <a:r>
              <a:rPr lang="en-US" dirty="0">
                <a:solidFill>
                  <a:srgbClr val="EE0000"/>
                </a:solidFill>
              </a:rPr>
              <a:t>an SE intervention</a:t>
            </a:r>
            <a:r>
              <a:rPr lang="en-US" dirty="0"/>
              <a:t> derived from intuition, experience, and conventional wisdom</a:t>
            </a:r>
          </a:p>
          <a:p>
            <a:pPr lvl="1"/>
            <a:r>
              <a:rPr lang="en-US" dirty="0"/>
              <a:t>In many cases, not empirically tested at all (or not sufficiently tested)</a:t>
            </a:r>
          </a:p>
        </p:txBody>
      </p:sp>
      <p:sp>
        <p:nvSpPr>
          <p:cNvPr id="4" name="Footer Placeholder 3">
            <a:extLst>
              <a:ext uri="{FF2B5EF4-FFF2-40B4-BE49-F238E27FC236}">
                <a16:creationId xmlns:a16="http://schemas.microsoft.com/office/drawing/2014/main" id="{2D55954D-D3E9-74F6-3DFA-95F9357176DB}"/>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3C2C5A8F-2530-9568-7657-8382DCF80A49}"/>
              </a:ext>
            </a:extLst>
          </p:cNvPr>
          <p:cNvSpPr>
            <a:spLocks noGrp="1"/>
          </p:cNvSpPr>
          <p:nvPr>
            <p:ph type="sldNum" sz="quarter" idx="12"/>
          </p:nvPr>
        </p:nvSpPr>
        <p:spPr/>
        <p:txBody>
          <a:bodyPr/>
          <a:lstStyle/>
          <a:p>
            <a:fld id="{8E90A93A-CBEB-40B0-B638-E400989BEC3F}" type="slidenum">
              <a:rPr lang="zh-CN" altLang="en-US" smtClean="0"/>
              <a:pPr/>
              <a:t>3</a:t>
            </a:fld>
            <a:endParaRPr lang="zh-CN" altLang="en-US"/>
          </a:p>
        </p:txBody>
      </p:sp>
      <p:pic>
        <p:nvPicPr>
          <p:cNvPr id="2050" name="Picture 2" descr="Myth Versus Reality Words Show False Mythology Vs Real Life - 3d ...">
            <a:extLst>
              <a:ext uri="{FF2B5EF4-FFF2-40B4-BE49-F238E27FC236}">
                <a16:creationId xmlns:a16="http://schemas.microsoft.com/office/drawing/2014/main" id="{725788CF-E08E-FA7C-1929-2ABB7A4097C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81435" y="1153290"/>
            <a:ext cx="4152122" cy="31140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955482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783EF24F-FD74-8A0F-1046-53B2BC60965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40405372-79E7-BEB7-85AE-B554BB4707F7}"/>
              </a:ext>
            </a:extLst>
          </p:cNvPr>
          <p:cNvSpPr>
            <a:spLocks noGrp="1"/>
          </p:cNvSpPr>
          <p:nvPr>
            <p:ph type="sldNum" sz="quarter" idx="12"/>
          </p:nvPr>
        </p:nvSpPr>
        <p:spPr/>
        <p:txBody>
          <a:bodyPr/>
          <a:lstStyle/>
          <a:p>
            <a:fld id="{8E90A93A-CBEB-40B0-B638-E400989BEC3F}" type="slidenum">
              <a:rPr lang="zh-CN" altLang="en-US" smtClean="0"/>
              <a:pPr/>
              <a:t>4</a:t>
            </a:fld>
            <a:endParaRPr lang="zh-CN" altLang="en-US"/>
          </a:p>
        </p:txBody>
      </p:sp>
      <p:pic>
        <p:nvPicPr>
          <p:cNvPr id="6" name="Picture 5">
            <a:extLst>
              <a:ext uri="{FF2B5EF4-FFF2-40B4-BE49-F238E27FC236}">
                <a16:creationId xmlns:a16="http://schemas.microsoft.com/office/drawing/2014/main" id="{E068E78B-CE35-701D-5598-39397FDBB328}"/>
              </a:ext>
            </a:extLst>
          </p:cNvPr>
          <p:cNvPicPr>
            <a:picLocks noChangeAspect="1"/>
          </p:cNvPicPr>
          <p:nvPr/>
        </p:nvPicPr>
        <p:blipFill>
          <a:blip r:embed="rId2"/>
          <a:stretch>
            <a:fillRect/>
          </a:stretch>
        </p:blipFill>
        <p:spPr>
          <a:xfrm>
            <a:off x="354589" y="1648149"/>
            <a:ext cx="6475311" cy="177475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7" name="Picture 2">
            <a:extLst>
              <a:ext uri="{FF2B5EF4-FFF2-40B4-BE49-F238E27FC236}">
                <a16:creationId xmlns:a16="http://schemas.microsoft.com/office/drawing/2014/main" id="{0E0475F9-180A-B256-4600-C8C13FD8DE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29352" y="2153659"/>
            <a:ext cx="4824143" cy="294943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8" name="Picture 7">
            <a:extLst>
              <a:ext uri="{FF2B5EF4-FFF2-40B4-BE49-F238E27FC236}">
                <a16:creationId xmlns:a16="http://schemas.microsoft.com/office/drawing/2014/main" id="{D771A1FA-3039-81BB-BD0E-BC2232D6291C}"/>
              </a:ext>
            </a:extLst>
          </p:cNvPr>
          <p:cNvPicPr>
            <a:picLocks noChangeAspect="1"/>
          </p:cNvPicPr>
          <p:nvPr/>
        </p:nvPicPr>
        <p:blipFill rotWithShape="1">
          <a:blip r:embed="rId4"/>
          <a:srcRect b="55631"/>
          <a:stretch/>
        </p:blipFill>
        <p:spPr>
          <a:xfrm>
            <a:off x="354589" y="4361442"/>
            <a:ext cx="6475310" cy="134135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3" name="Title 1">
            <a:extLst>
              <a:ext uri="{FF2B5EF4-FFF2-40B4-BE49-F238E27FC236}">
                <a16:creationId xmlns:a16="http://schemas.microsoft.com/office/drawing/2014/main" id="{36D8ED2E-B571-0714-57BF-0DEFF918B023}"/>
              </a:ext>
            </a:extLst>
          </p:cNvPr>
          <p:cNvSpPr>
            <a:spLocks noGrp="1"/>
          </p:cNvSpPr>
          <p:nvPr>
            <p:ph type="title"/>
          </p:nvPr>
        </p:nvSpPr>
        <p:spPr>
          <a:xfrm>
            <a:off x="320675" y="293688"/>
            <a:ext cx="11583988" cy="719137"/>
          </a:xfrm>
        </p:spPr>
        <p:txBody>
          <a:bodyPr/>
          <a:lstStyle/>
          <a:p>
            <a:r>
              <a:rPr lang="en-US"/>
              <a:t>Example 1: Pinning vs. Floating </a:t>
            </a:r>
          </a:p>
        </p:txBody>
      </p:sp>
    </p:spTree>
    <p:extLst>
      <p:ext uri="{BB962C8B-B14F-4D97-AF65-F5344CB8AC3E}">
        <p14:creationId xmlns:p14="http://schemas.microsoft.com/office/powerpoint/2010/main" val="39742773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C3A5B-DB3C-CA3E-8C0F-5FBC1BE7D3FA}"/>
              </a:ext>
            </a:extLst>
          </p:cNvPr>
          <p:cNvSpPr>
            <a:spLocks noGrp="1"/>
          </p:cNvSpPr>
          <p:nvPr>
            <p:ph type="title"/>
          </p:nvPr>
        </p:nvSpPr>
        <p:spPr/>
        <p:txBody>
          <a:bodyPr/>
          <a:lstStyle/>
          <a:p>
            <a:r>
              <a:rPr lang="en-US"/>
              <a:t>Example 2: GitHub Stars for Growth Hacking</a:t>
            </a:r>
          </a:p>
        </p:txBody>
      </p:sp>
      <p:sp>
        <p:nvSpPr>
          <p:cNvPr id="4" name="Footer Placeholder 3">
            <a:extLst>
              <a:ext uri="{FF2B5EF4-FFF2-40B4-BE49-F238E27FC236}">
                <a16:creationId xmlns:a16="http://schemas.microsoft.com/office/drawing/2014/main" id="{05A926CC-0025-FFFC-A845-665FB51E70E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7B50BC8C-F0FC-EF66-7437-89108A432BD3}"/>
              </a:ext>
            </a:extLst>
          </p:cNvPr>
          <p:cNvSpPr>
            <a:spLocks noGrp="1"/>
          </p:cNvSpPr>
          <p:nvPr>
            <p:ph type="sldNum" sz="quarter" idx="12"/>
          </p:nvPr>
        </p:nvSpPr>
        <p:spPr/>
        <p:txBody>
          <a:bodyPr/>
          <a:lstStyle/>
          <a:p>
            <a:fld id="{8E90A93A-CBEB-40B0-B638-E400989BEC3F}" type="slidenum">
              <a:rPr lang="zh-CN" altLang="en-US" smtClean="0"/>
              <a:pPr/>
              <a:t>5</a:t>
            </a:fld>
            <a:endParaRPr lang="zh-CN" altLang="en-US"/>
          </a:p>
        </p:txBody>
      </p:sp>
      <p:pic>
        <p:nvPicPr>
          <p:cNvPr id="9" name="Picture 8">
            <a:extLst>
              <a:ext uri="{FF2B5EF4-FFF2-40B4-BE49-F238E27FC236}">
                <a16:creationId xmlns:a16="http://schemas.microsoft.com/office/drawing/2014/main" id="{17DD73F8-8B8A-9081-4F98-52BF873F2E6D}"/>
              </a:ext>
            </a:extLst>
          </p:cNvPr>
          <p:cNvPicPr>
            <a:picLocks noChangeAspect="1"/>
          </p:cNvPicPr>
          <p:nvPr/>
        </p:nvPicPr>
        <p:blipFill>
          <a:blip r:embed="rId2"/>
          <a:stretch>
            <a:fillRect/>
          </a:stretch>
        </p:blipFill>
        <p:spPr>
          <a:xfrm>
            <a:off x="6430046" y="1193625"/>
            <a:ext cx="4745394" cy="5118035"/>
          </a:xfrm>
          <a:prstGeom prst="rect">
            <a:avLst/>
          </a:prstGeom>
          <a:ln>
            <a:solidFill>
              <a:schemeClr val="tx1"/>
            </a:solidFill>
          </a:ln>
          <a:effectLst>
            <a:outerShdw blurRad="50800" dist="38100" dir="2700000" algn="tl" rotWithShape="0">
              <a:prstClr val="black">
                <a:alpha val="40000"/>
              </a:prstClr>
            </a:outerShdw>
          </a:effectLst>
        </p:spPr>
      </p:pic>
      <p:pic>
        <p:nvPicPr>
          <p:cNvPr id="10" name="Picture 9">
            <a:extLst>
              <a:ext uri="{FF2B5EF4-FFF2-40B4-BE49-F238E27FC236}">
                <a16:creationId xmlns:a16="http://schemas.microsoft.com/office/drawing/2014/main" id="{F18FC282-9C0A-EB17-A808-0E6CC2B13B62}"/>
              </a:ext>
            </a:extLst>
          </p:cNvPr>
          <p:cNvPicPr>
            <a:picLocks noChangeAspect="1"/>
          </p:cNvPicPr>
          <p:nvPr/>
        </p:nvPicPr>
        <p:blipFill>
          <a:blip r:embed="rId3"/>
          <a:stretch>
            <a:fillRect/>
          </a:stretch>
        </p:blipFill>
        <p:spPr>
          <a:xfrm>
            <a:off x="966725" y="1193625"/>
            <a:ext cx="3898238" cy="5118035"/>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0167130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C4E988-5704-2319-A374-A511479682BE}"/>
              </a:ext>
            </a:extLst>
          </p:cNvPr>
          <p:cNvSpPr>
            <a:spLocks noGrp="1"/>
          </p:cNvSpPr>
          <p:nvPr>
            <p:ph type="title"/>
          </p:nvPr>
        </p:nvSpPr>
        <p:spPr/>
        <p:txBody>
          <a:bodyPr/>
          <a:lstStyle/>
          <a:p>
            <a:r>
              <a:rPr lang="en-US"/>
              <a:t>Example 3: AI Coding Tools on Productivity</a:t>
            </a:r>
          </a:p>
        </p:txBody>
      </p:sp>
      <p:sp>
        <p:nvSpPr>
          <p:cNvPr id="4" name="Footer Placeholder 3">
            <a:extLst>
              <a:ext uri="{FF2B5EF4-FFF2-40B4-BE49-F238E27FC236}">
                <a16:creationId xmlns:a16="http://schemas.microsoft.com/office/drawing/2014/main" id="{5C48FF9D-74A2-F5A3-2976-31E22E97C577}"/>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797B14A2-A2AA-B00D-EFA6-DA4870C58FB6}"/>
              </a:ext>
            </a:extLst>
          </p:cNvPr>
          <p:cNvSpPr>
            <a:spLocks noGrp="1"/>
          </p:cNvSpPr>
          <p:nvPr>
            <p:ph type="sldNum" sz="quarter" idx="12"/>
          </p:nvPr>
        </p:nvSpPr>
        <p:spPr/>
        <p:txBody>
          <a:bodyPr/>
          <a:lstStyle/>
          <a:p>
            <a:fld id="{8E90A93A-CBEB-40B0-B638-E400989BEC3F}" type="slidenum">
              <a:rPr lang="zh-CN" altLang="en-US" smtClean="0"/>
              <a:pPr/>
              <a:t>6</a:t>
            </a:fld>
            <a:endParaRPr lang="zh-CN" altLang="en-US"/>
          </a:p>
        </p:txBody>
      </p:sp>
      <p:pic>
        <p:nvPicPr>
          <p:cNvPr id="12" name="Picture 11">
            <a:extLst>
              <a:ext uri="{FF2B5EF4-FFF2-40B4-BE49-F238E27FC236}">
                <a16:creationId xmlns:a16="http://schemas.microsoft.com/office/drawing/2014/main" id="{71C7B219-AA71-0899-CF50-C2E8A450F8B3}"/>
              </a:ext>
            </a:extLst>
          </p:cNvPr>
          <p:cNvPicPr>
            <a:picLocks noChangeAspect="1"/>
          </p:cNvPicPr>
          <p:nvPr/>
        </p:nvPicPr>
        <p:blipFill>
          <a:blip r:embed="rId2"/>
          <a:srcRect b="8425"/>
          <a:stretch>
            <a:fillRect/>
          </a:stretch>
        </p:blipFill>
        <p:spPr>
          <a:xfrm>
            <a:off x="386004" y="1230441"/>
            <a:ext cx="4409405" cy="5134834"/>
          </a:xfrm>
          <a:prstGeom prst="rect">
            <a:avLst/>
          </a:prstGeom>
          <a:ln>
            <a:solidFill>
              <a:schemeClr val="tx1"/>
            </a:solidFill>
          </a:ln>
          <a:effectLst>
            <a:outerShdw blurRad="50800" dist="38100" dir="2700000" algn="tl" rotWithShape="0">
              <a:prstClr val="black">
                <a:alpha val="40000"/>
              </a:prstClr>
            </a:outerShdw>
          </a:effectLst>
        </p:spPr>
      </p:pic>
      <p:pic>
        <p:nvPicPr>
          <p:cNvPr id="15" name="Picture 14">
            <a:extLst>
              <a:ext uri="{FF2B5EF4-FFF2-40B4-BE49-F238E27FC236}">
                <a16:creationId xmlns:a16="http://schemas.microsoft.com/office/drawing/2014/main" id="{92C62683-7689-6F70-E87D-D33938AD93BA}"/>
              </a:ext>
            </a:extLst>
          </p:cNvPr>
          <p:cNvPicPr>
            <a:picLocks noChangeAspect="1"/>
          </p:cNvPicPr>
          <p:nvPr/>
        </p:nvPicPr>
        <p:blipFill>
          <a:blip r:embed="rId3"/>
          <a:stretch>
            <a:fillRect/>
          </a:stretch>
        </p:blipFill>
        <p:spPr>
          <a:xfrm>
            <a:off x="5040468" y="1230441"/>
            <a:ext cx="6831623" cy="5134834"/>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5560176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12D94-86DA-8AAE-3401-A5DB5425D9C1}"/>
              </a:ext>
            </a:extLst>
          </p:cNvPr>
          <p:cNvSpPr>
            <a:spLocks noGrp="1"/>
          </p:cNvSpPr>
          <p:nvPr>
            <p:ph type="title"/>
          </p:nvPr>
        </p:nvSpPr>
        <p:spPr/>
        <p:txBody>
          <a:bodyPr/>
          <a:lstStyle/>
          <a:p>
            <a:r>
              <a:rPr lang="en-US"/>
              <a:t>Example 4: Programming Language vs. Defect Proneness</a:t>
            </a:r>
          </a:p>
        </p:txBody>
      </p:sp>
      <p:sp>
        <p:nvSpPr>
          <p:cNvPr id="4" name="Footer Placeholder 3">
            <a:extLst>
              <a:ext uri="{FF2B5EF4-FFF2-40B4-BE49-F238E27FC236}">
                <a16:creationId xmlns:a16="http://schemas.microsoft.com/office/drawing/2014/main" id="{3CFEC283-87ED-7CFE-B001-AA519A6F664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D283C50A-AD29-F5F9-8D6C-63E1AA22914B}"/>
              </a:ext>
            </a:extLst>
          </p:cNvPr>
          <p:cNvSpPr>
            <a:spLocks noGrp="1"/>
          </p:cNvSpPr>
          <p:nvPr>
            <p:ph type="sldNum" sz="quarter" idx="12"/>
          </p:nvPr>
        </p:nvSpPr>
        <p:spPr/>
        <p:txBody>
          <a:bodyPr/>
          <a:lstStyle/>
          <a:p>
            <a:fld id="{8E90A93A-CBEB-40B0-B638-E400989BEC3F}" type="slidenum">
              <a:rPr lang="zh-CN" altLang="en-US" smtClean="0"/>
              <a:pPr/>
              <a:t>7</a:t>
            </a:fld>
            <a:endParaRPr lang="zh-CN" altLang="en-US"/>
          </a:p>
        </p:txBody>
      </p:sp>
      <p:pic>
        <p:nvPicPr>
          <p:cNvPr id="6" name="Picture 5">
            <a:extLst>
              <a:ext uri="{FF2B5EF4-FFF2-40B4-BE49-F238E27FC236}">
                <a16:creationId xmlns:a16="http://schemas.microsoft.com/office/drawing/2014/main" id="{8FF8AC05-E644-1064-5917-815E9D999232}"/>
              </a:ext>
            </a:extLst>
          </p:cNvPr>
          <p:cNvPicPr>
            <a:picLocks noChangeAspect="1"/>
          </p:cNvPicPr>
          <p:nvPr/>
        </p:nvPicPr>
        <p:blipFill>
          <a:blip r:embed="rId2"/>
          <a:stretch>
            <a:fillRect/>
          </a:stretch>
        </p:blipFill>
        <p:spPr>
          <a:xfrm>
            <a:off x="4558612" y="1364126"/>
            <a:ext cx="3131295" cy="4645042"/>
          </a:xfrm>
          <a:prstGeom prst="rect">
            <a:avLst/>
          </a:prstGeom>
          <a:ln>
            <a:solidFill>
              <a:schemeClr val="tx1"/>
            </a:solidFill>
          </a:ln>
          <a:effectLst>
            <a:outerShdw blurRad="50800" dist="38100" dir="2700000" algn="tl" rotWithShape="0">
              <a:prstClr val="black">
                <a:alpha val="40000"/>
              </a:prstClr>
            </a:outerShdw>
          </a:effectLst>
        </p:spPr>
      </p:pic>
      <p:pic>
        <p:nvPicPr>
          <p:cNvPr id="8" name="Picture 7">
            <a:extLst>
              <a:ext uri="{FF2B5EF4-FFF2-40B4-BE49-F238E27FC236}">
                <a16:creationId xmlns:a16="http://schemas.microsoft.com/office/drawing/2014/main" id="{350C9A7A-9C0A-54CB-294E-7B28BB1EE350}"/>
              </a:ext>
            </a:extLst>
          </p:cNvPr>
          <p:cNvPicPr>
            <a:picLocks noChangeAspect="1"/>
          </p:cNvPicPr>
          <p:nvPr/>
        </p:nvPicPr>
        <p:blipFill>
          <a:blip r:embed="rId3"/>
          <a:stretch>
            <a:fillRect/>
          </a:stretch>
        </p:blipFill>
        <p:spPr>
          <a:xfrm>
            <a:off x="8222709" y="1366889"/>
            <a:ext cx="3602963" cy="4645042"/>
          </a:xfrm>
          <a:prstGeom prst="rect">
            <a:avLst/>
          </a:prstGeom>
          <a:ln>
            <a:solidFill>
              <a:schemeClr val="tx1"/>
            </a:solidFill>
          </a:ln>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A2104812-07A1-C354-36A2-B6CD8BF2B681}"/>
              </a:ext>
            </a:extLst>
          </p:cNvPr>
          <p:cNvPicPr>
            <a:picLocks noChangeAspect="1"/>
          </p:cNvPicPr>
          <p:nvPr/>
        </p:nvPicPr>
        <p:blipFill>
          <a:blip r:embed="rId4"/>
          <a:stretch>
            <a:fillRect/>
          </a:stretch>
        </p:blipFill>
        <p:spPr>
          <a:xfrm>
            <a:off x="366328" y="1364127"/>
            <a:ext cx="3659483" cy="4645041"/>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74022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7BAFE-07AB-590B-7E8A-C7828FB09A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131B24-CCC7-A2DA-AA9D-FD543C02A4BF}"/>
              </a:ext>
            </a:extLst>
          </p:cNvPr>
          <p:cNvSpPr>
            <a:spLocks noGrp="1"/>
          </p:cNvSpPr>
          <p:nvPr>
            <p:ph type="title"/>
          </p:nvPr>
        </p:nvSpPr>
        <p:spPr/>
        <p:txBody>
          <a:bodyPr/>
          <a:lstStyle/>
          <a:p>
            <a:r>
              <a:rPr lang="en-US"/>
              <a:t>Example 4: Programming Language vs. Defect Proneness</a:t>
            </a:r>
          </a:p>
        </p:txBody>
      </p:sp>
      <p:sp>
        <p:nvSpPr>
          <p:cNvPr id="4" name="Footer Placeholder 3">
            <a:extLst>
              <a:ext uri="{FF2B5EF4-FFF2-40B4-BE49-F238E27FC236}">
                <a16:creationId xmlns:a16="http://schemas.microsoft.com/office/drawing/2014/main" id="{3A930488-81BD-DAD8-DBFF-A021BA99EC5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EFE3189-D200-63C6-DE4A-A27922560F59}"/>
              </a:ext>
            </a:extLst>
          </p:cNvPr>
          <p:cNvSpPr>
            <a:spLocks noGrp="1"/>
          </p:cNvSpPr>
          <p:nvPr>
            <p:ph type="sldNum" sz="quarter" idx="12"/>
          </p:nvPr>
        </p:nvSpPr>
        <p:spPr/>
        <p:txBody>
          <a:bodyPr/>
          <a:lstStyle/>
          <a:p>
            <a:fld id="{8E90A93A-CBEB-40B0-B638-E400989BEC3F}" type="slidenum">
              <a:rPr lang="zh-CN" altLang="en-US" smtClean="0"/>
              <a:pPr/>
              <a:t>8</a:t>
            </a:fld>
            <a:endParaRPr lang="zh-CN" altLang="en-US"/>
          </a:p>
        </p:txBody>
      </p:sp>
      <p:pic>
        <p:nvPicPr>
          <p:cNvPr id="9" name="Picture 8">
            <a:extLst>
              <a:ext uri="{FF2B5EF4-FFF2-40B4-BE49-F238E27FC236}">
                <a16:creationId xmlns:a16="http://schemas.microsoft.com/office/drawing/2014/main" id="{190D79E6-1D69-5E27-5AA7-752A4F6DE6BD}"/>
              </a:ext>
            </a:extLst>
          </p:cNvPr>
          <p:cNvPicPr>
            <a:picLocks noChangeAspect="1"/>
          </p:cNvPicPr>
          <p:nvPr/>
        </p:nvPicPr>
        <p:blipFill>
          <a:blip r:embed="rId2"/>
          <a:stretch>
            <a:fillRect/>
          </a:stretch>
        </p:blipFill>
        <p:spPr>
          <a:xfrm>
            <a:off x="435099" y="1154339"/>
            <a:ext cx="3404125" cy="4415951"/>
          </a:xfrm>
          <a:prstGeom prst="rect">
            <a:avLst/>
          </a:prstGeom>
          <a:ln>
            <a:solidFill>
              <a:schemeClr val="tx1"/>
            </a:solidFill>
          </a:ln>
          <a:effectLst>
            <a:outerShdw blurRad="50800" dist="38100" dir="2700000" algn="tl" rotWithShape="0">
              <a:prstClr val="black">
                <a:alpha val="40000"/>
              </a:prstClr>
            </a:outerShdw>
          </a:effectLst>
        </p:spPr>
      </p:pic>
      <p:sp>
        <p:nvSpPr>
          <p:cNvPr id="11" name="TextBox 10">
            <a:extLst>
              <a:ext uri="{FF2B5EF4-FFF2-40B4-BE49-F238E27FC236}">
                <a16:creationId xmlns:a16="http://schemas.microsoft.com/office/drawing/2014/main" id="{3E4BF423-089E-230C-A26C-87A42A6816E0}"/>
              </a:ext>
            </a:extLst>
          </p:cNvPr>
          <p:cNvSpPr txBox="1"/>
          <p:nvPr/>
        </p:nvSpPr>
        <p:spPr>
          <a:xfrm>
            <a:off x="4063383" y="1158853"/>
            <a:ext cx="7597314" cy="1569660"/>
          </a:xfrm>
          <a:prstGeom prst="rect">
            <a:avLst/>
          </a:prstGeom>
          <a:noFill/>
        </p:spPr>
        <p:txBody>
          <a:bodyPr wrap="square">
            <a:spAutoFit/>
          </a:bodyPr>
          <a:lstStyle/>
          <a:p>
            <a:r>
              <a:rPr lang="en-US" sz="2400" dirty="0">
                <a:latin typeface="Gadugi" panose="020B0502040204020203" pitchFamily="34" charset="0"/>
                <a:ea typeface="Gadugi" panose="020B0502040204020203" pitchFamily="34" charset="0"/>
              </a:rPr>
              <a:t>“</a:t>
            </a:r>
            <a:r>
              <a:rPr lang="en-US" sz="2400" dirty="0">
                <a:latin typeface="Aptos Serif" panose="020B0502040204020203" pitchFamily="18" charset="0"/>
                <a:ea typeface="Gadugi" panose="020B0502040204020203" pitchFamily="34" charset="0"/>
                <a:cs typeface="Aptos Serif" panose="020B0502040204020203" pitchFamily="18" charset="0"/>
              </a:rPr>
              <a:t>We fundamentally do not believe that the question the FSE authors set out to answer, namely whether some languages are more defect prone than others, can be meaningfully answered by scraping GitHub</a:t>
            </a:r>
            <a:r>
              <a:rPr lang="en-US" sz="2400" dirty="0">
                <a:latin typeface="Gadugi" panose="020B0502040204020203" pitchFamily="34" charset="0"/>
                <a:ea typeface="Gadugi" panose="020B0502040204020203" pitchFamily="34" charset="0"/>
              </a:rPr>
              <a:t>.”</a:t>
            </a:r>
          </a:p>
        </p:txBody>
      </p:sp>
      <p:sp>
        <p:nvSpPr>
          <p:cNvPr id="3" name="TextBox 2">
            <a:extLst>
              <a:ext uri="{FF2B5EF4-FFF2-40B4-BE49-F238E27FC236}">
                <a16:creationId xmlns:a16="http://schemas.microsoft.com/office/drawing/2014/main" id="{B3C8611B-5A05-7CD0-565C-BBC1ECC36964}"/>
              </a:ext>
            </a:extLst>
          </p:cNvPr>
          <p:cNvSpPr txBox="1"/>
          <p:nvPr/>
        </p:nvSpPr>
        <p:spPr>
          <a:xfrm>
            <a:off x="4626879" y="4444221"/>
            <a:ext cx="7033818" cy="1200329"/>
          </a:xfrm>
          <a:prstGeom prst="rect">
            <a:avLst/>
          </a:prstGeom>
          <a:noFill/>
        </p:spPr>
        <p:txBody>
          <a:bodyPr wrap="square">
            <a:spAutoFit/>
          </a:bodyPr>
          <a:lstStyle/>
          <a:p>
            <a:r>
              <a:rPr lang="en-US" sz="2400" b="1" dirty="0">
                <a:solidFill>
                  <a:srgbClr val="EE0000"/>
                </a:solidFill>
                <a:latin typeface="Gadugi" panose="020B0502040204020203" pitchFamily="34" charset="0"/>
                <a:ea typeface="Gadugi" panose="020B0502040204020203" pitchFamily="34" charset="0"/>
              </a:rPr>
              <a:t>REALLY? </a:t>
            </a:r>
          </a:p>
          <a:p>
            <a:r>
              <a:rPr lang="en-US" sz="2400" b="1" dirty="0">
                <a:latin typeface="Gadugi" panose="020B0502040204020203" pitchFamily="34" charset="0"/>
                <a:ea typeface="Gadugi" panose="020B0502040204020203" pitchFamily="34" charset="0"/>
              </a:rPr>
              <a:t>Is it impossible to meaningfully settle important software engineering myths?</a:t>
            </a:r>
          </a:p>
        </p:txBody>
      </p:sp>
      <p:cxnSp>
        <p:nvCxnSpPr>
          <p:cNvPr id="10" name="Connector: Curved 9">
            <a:extLst>
              <a:ext uri="{FF2B5EF4-FFF2-40B4-BE49-F238E27FC236}">
                <a16:creationId xmlns:a16="http://schemas.microsoft.com/office/drawing/2014/main" id="{9B854118-CFBF-3EA5-448D-4EC090C1284C}"/>
              </a:ext>
            </a:extLst>
          </p:cNvPr>
          <p:cNvCxnSpPr>
            <a:cxnSpLocks/>
            <a:stCxn id="11" idx="2"/>
            <a:endCxn id="3" idx="1"/>
          </p:cNvCxnSpPr>
          <p:nvPr/>
        </p:nvCxnSpPr>
        <p:spPr>
          <a:xfrm rot="5400000">
            <a:off x="5086524" y="2268869"/>
            <a:ext cx="2315873" cy="3235161"/>
          </a:xfrm>
          <a:prstGeom prst="curvedConnector4">
            <a:avLst>
              <a:gd name="adj1" fmla="val 37042"/>
              <a:gd name="adj2" fmla="val 107066"/>
            </a:avLst>
          </a:prstGeom>
          <a:ln w="28575">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278690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72D0C5-7C58-0E28-BD4F-33EF0F9A1197}"/>
              </a:ext>
            </a:extLst>
          </p:cNvPr>
          <p:cNvSpPr>
            <a:spLocks noGrp="1"/>
          </p:cNvSpPr>
          <p:nvPr>
            <p:ph type="title"/>
          </p:nvPr>
        </p:nvSpPr>
        <p:spPr/>
        <p:txBody>
          <a:bodyPr>
            <a:normAutofit fontScale="90000"/>
          </a:bodyPr>
          <a:lstStyle/>
          <a:p>
            <a:r>
              <a:rPr lang="en-US" b="1"/>
              <a:t>Common </a:t>
            </a:r>
            <a:r>
              <a:rPr lang="en-US" altLang="zh-CN" b="1"/>
              <a:t>P</a:t>
            </a:r>
            <a:r>
              <a:rPr lang="en-US" b="1"/>
              <a:t>attern: </a:t>
            </a:r>
            <a:r>
              <a:rPr lang="en-US"/>
              <a:t>Claiming to be only studying correlation when the research question is fundamentally a question about causal relationships</a:t>
            </a:r>
          </a:p>
        </p:txBody>
      </p:sp>
      <p:sp>
        <p:nvSpPr>
          <p:cNvPr id="4" name="Footer Placeholder 3">
            <a:extLst>
              <a:ext uri="{FF2B5EF4-FFF2-40B4-BE49-F238E27FC236}">
                <a16:creationId xmlns:a16="http://schemas.microsoft.com/office/drawing/2014/main" id="{F62B9656-5395-39DE-E91F-A011482E681E}"/>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700B601-7FF3-280D-1BB5-79A20BDA18E9}"/>
              </a:ext>
            </a:extLst>
          </p:cNvPr>
          <p:cNvSpPr>
            <a:spLocks noGrp="1"/>
          </p:cNvSpPr>
          <p:nvPr>
            <p:ph type="sldNum" sz="quarter" idx="12"/>
          </p:nvPr>
        </p:nvSpPr>
        <p:spPr/>
        <p:txBody>
          <a:bodyPr/>
          <a:lstStyle/>
          <a:p>
            <a:fld id="{8E90A93A-CBEB-40B0-B638-E400989BEC3F}" type="slidenum">
              <a:rPr lang="zh-CN" altLang="en-US" smtClean="0"/>
              <a:pPr/>
              <a:t>9</a:t>
            </a:fld>
            <a:endParaRPr lang="zh-CN" altLang="en-US"/>
          </a:p>
        </p:txBody>
      </p:sp>
      <p:pic>
        <p:nvPicPr>
          <p:cNvPr id="7" name="Picture 6">
            <a:extLst>
              <a:ext uri="{FF2B5EF4-FFF2-40B4-BE49-F238E27FC236}">
                <a16:creationId xmlns:a16="http://schemas.microsoft.com/office/drawing/2014/main" id="{39618A3B-7FA2-FF5C-A46A-393F744CD4EC}"/>
              </a:ext>
            </a:extLst>
          </p:cNvPr>
          <p:cNvPicPr>
            <a:picLocks noChangeAspect="1"/>
          </p:cNvPicPr>
          <p:nvPr/>
        </p:nvPicPr>
        <p:blipFill>
          <a:blip r:embed="rId2"/>
          <a:stretch>
            <a:fillRect/>
          </a:stretch>
        </p:blipFill>
        <p:spPr>
          <a:xfrm>
            <a:off x="640399" y="1698245"/>
            <a:ext cx="5264981" cy="1398833"/>
          </a:xfrm>
          <a:prstGeom prst="rect">
            <a:avLst/>
          </a:prstGeom>
        </p:spPr>
      </p:pic>
      <p:pic>
        <p:nvPicPr>
          <p:cNvPr id="9" name="Picture 8">
            <a:extLst>
              <a:ext uri="{FF2B5EF4-FFF2-40B4-BE49-F238E27FC236}">
                <a16:creationId xmlns:a16="http://schemas.microsoft.com/office/drawing/2014/main" id="{42A0F50E-1F07-B3C9-1B7F-7E58A1FA7D35}"/>
              </a:ext>
            </a:extLst>
          </p:cNvPr>
          <p:cNvPicPr>
            <a:picLocks noChangeAspect="1"/>
          </p:cNvPicPr>
          <p:nvPr/>
        </p:nvPicPr>
        <p:blipFill>
          <a:blip r:embed="rId3"/>
          <a:stretch>
            <a:fillRect/>
          </a:stretch>
        </p:blipFill>
        <p:spPr>
          <a:xfrm>
            <a:off x="221653" y="3608663"/>
            <a:ext cx="5874347" cy="1551092"/>
          </a:xfrm>
          <a:prstGeom prst="rect">
            <a:avLst/>
          </a:prstGeom>
        </p:spPr>
      </p:pic>
      <p:pic>
        <p:nvPicPr>
          <p:cNvPr id="11" name="Picture 10">
            <a:extLst>
              <a:ext uri="{FF2B5EF4-FFF2-40B4-BE49-F238E27FC236}">
                <a16:creationId xmlns:a16="http://schemas.microsoft.com/office/drawing/2014/main" id="{CB88FE83-2A3F-B3F4-0E0B-A85B6A13C60A}"/>
              </a:ext>
            </a:extLst>
          </p:cNvPr>
          <p:cNvPicPr>
            <a:picLocks noChangeAspect="1"/>
          </p:cNvPicPr>
          <p:nvPr/>
        </p:nvPicPr>
        <p:blipFill>
          <a:blip r:embed="rId4"/>
          <a:stretch>
            <a:fillRect/>
          </a:stretch>
        </p:blipFill>
        <p:spPr>
          <a:xfrm>
            <a:off x="439446" y="5159755"/>
            <a:ext cx="5612462" cy="921449"/>
          </a:xfrm>
          <a:prstGeom prst="rect">
            <a:avLst/>
          </a:prstGeom>
        </p:spPr>
      </p:pic>
      <p:pic>
        <p:nvPicPr>
          <p:cNvPr id="13" name="Picture 12">
            <a:extLst>
              <a:ext uri="{FF2B5EF4-FFF2-40B4-BE49-F238E27FC236}">
                <a16:creationId xmlns:a16="http://schemas.microsoft.com/office/drawing/2014/main" id="{26164A51-89EE-8674-07B5-3BF6E43E4D1D}"/>
              </a:ext>
            </a:extLst>
          </p:cNvPr>
          <p:cNvPicPr>
            <a:picLocks noChangeAspect="1"/>
          </p:cNvPicPr>
          <p:nvPr/>
        </p:nvPicPr>
        <p:blipFill>
          <a:blip r:embed="rId5"/>
          <a:stretch>
            <a:fillRect/>
          </a:stretch>
        </p:blipFill>
        <p:spPr>
          <a:xfrm>
            <a:off x="6199219" y="1694554"/>
            <a:ext cx="5589582" cy="1279465"/>
          </a:xfrm>
          <a:prstGeom prst="rect">
            <a:avLst/>
          </a:prstGeom>
        </p:spPr>
      </p:pic>
      <p:pic>
        <p:nvPicPr>
          <p:cNvPr id="17" name="Picture 16">
            <a:extLst>
              <a:ext uri="{FF2B5EF4-FFF2-40B4-BE49-F238E27FC236}">
                <a16:creationId xmlns:a16="http://schemas.microsoft.com/office/drawing/2014/main" id="{A8303897-8E8A-CC9A-FC75-246849ED88A0}"/>
              </a:ext>
            </a:extLst>
          </p:cNvPr>
          <p:cNvPicPr>
            <a:picLocks noChangeAspect="1"/>
          </p:cNvPicPr>
          <p:nvPr/>
        </p:nvPicPr>
        <p:blipFill>
          <a:blip r:embed="rId6"/>
          <a:stretch>
            <a:fillRect/>
          </a:stretch>
        </p:blipFill>
        <p:spPr>
          <a:xfrm>
            <a:off x="6199219" y="3754437"/>
            <a:ext cx="5591048" cy="2255480"/>
          </a:xfrm>
          <a:prstGeom prst="rect">
            <a:avLst/>
          </a:prstGeom>
        </p:spPr>
      </p:pic>
    </p:spTree>
    <p:extLst>
      <p:ext uri="{BB962C8B-B14F-4D97-AF65-F5344CB8AC3E}">
        <p14:creationId xmlns:p14="http://schemas.microsoft.com/office/powerpoint/2010/main" val="38120952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F3956-C2D0-1484-C650-7596A8F25E82}"/>
              </a:ext>
            </a:extLst>
          </p:cNvPr>
          <p:cNvSpPr>
            <a:spLocks noGrp="1"/>
          </p:cNvSpPr>
          <p:nvPr>
            <p:ph type="title"/>
          </p:nvPr>
        </p:nvSpPr>
        <p:spPr/>
        <p:txBody>
          <a:bodyPr>
            <a:normAutofit fontScale="90000"/>
          </a:bodyPr>
          <a:lstStyle/>
          <a:p>
            <a:r>
              <a:rPr lang="en-US"/>
              <a:t>Even a “causal inference” method is claimed, SE research may fail to discuss the nuance of underlying assumptions and when you can make a causal claim</a:t>
            </a:r>
          </a:p>
        </p:txBody>
      </p:sp>
      <p:sp>
        <p:nvSpPr>
          <p:cNvPr id="3" name="Content Placeholder 2">
            <a:extLst>
              <a:ext uri="{FF2B5EF4-FFF2-40B4-BE49-F238E27FC236}">
                <a16:creationId xmlns:a16="http://schemas.microsoft.com/office/drawing/2014/main" id="{A0F6E6D3-C5BC-1E62-D1A6-1934E4311CFE}"/>
              </a:ext>
            </a:extLst>
          </p:cNvPr>
          <p:cNvSpPr>
            <a:spLocks noGrp="1"/>
          </p:cNvSpPr>
          <p:nvPr>
            <p:ph idx="1"/>
          </p:nvPr>
        </p:nvSpPr>
        <p:spPr>
          <a:xfrm>
            <a:off x="320949" y="1205069"/>
            <a:ext cx="5635968" cy="5081939"/>
          </a:xfrm>
        </p:spPr>
        <p:txBody>
          <a:bodyPr/>
          <a:lstStyle/>
          <a:p>
            <a:r>
              <a:rPr lang="en-US" b="1" dirty="0"/>
              <a:t>Example: </a:t>
            </a:r>
            <a:r>
              <a:rPr lang="en-US" dirty="0"/>
              <a:t>Use propensity score matching without </a:t>
            </a:r>
            <a:r>
              <a:rPr lang="en-US" dirty="0">
                <a:solidFill>
                  <a:srgbClr val="FF0000"/>
                </a:solidFill>
              </a:rPr>
              <a:t>assessing</a:t>
            </a:r>
            <a:r>
              <a:rPr lang="en-US" dirty="0"/>
              <a:t> </a:t>
            </a:r>
            <a:r>
              <a:rPr lang="en-US" altLang="zh-CN" dirty="0"/>
              <a:t>the</a:t>
            </a:r>
            <a:r>
              <a:rPr lang="en-US" dirty="0"/>
              <a:t> conditional </a:t>
            </a:r>
            <a:r>
              <a:rPr lang="en-US" dirty="0" err="1"/>
              <a:t>ignorability</a:t>
            </a:r>
            <a:r>
              <a:rPr lang="en-US" dirty="0"/>
              <a:t> assumption</a:t>
            </a:r>
          </a:p>
        </p:txBody>
      </p:sp>
      <p:sp>
        <p:nvSpPr>
          <p:cNvPr id="4" name="Footer Placeholder 3">
            <a:extLst>
              <a:ext uri="{FF2B5EF4-FFF2-40B4-BE49-F238E27FC236}">
                <a16:creationId xmlns:a16="http://schemas.microsoft.com/office/drawing/2014/main" id="{43C2D371-9CEC-8006-BE02-3D38A59247F3}"/>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0C8C556-0DDE-2817-E516-D0A41DCC1949}"/>
              </a:ext>
            </a:extLst>
          </p:cNvPr>
          <p:cNvSpPr>
            <a:spLocks noGrp="1"/>
          </p:cNvSpPr>
          <p:nvPr>
            <p:ph type="sldNum" sz="quarter" idx="12"/>
          </p:nvPr>
        </p:nvSpPr>
        <p:spPr/>
        <p:txBody>
          <a:bodyPr/>
          <a:lstStyle/>
          <a:p>
            <a:fld id="{8E90A93A-CBEB-40B0-B638-E400989BEC3F}" type="slidenum">
              <a:rPr lang="zh-CN" altLang="en-US" smtClean="0"/>
              <a:pPr/>
              <a:t>10</a:t>
            </a:fld>
            <a:endParaRPr lang="zh-CN" altLang="en-US"/>
          </a:p>
        </p:txBody>
      </p:sp>
      <p:sp>
        <p:nvSpPr>
          <p:cNvPr id="6" name="Content Placeholder 2">
            <a:extLst>
              <a:ext uri="{FF2B5EF4-FFF2-40B4-BE49-F238E27FC236}">
                <a16:creationId xmlns:a16="http://schemas.microsoft.com/office/drawing/2014/main" id="{087F5963-96B9-2243-ECAD-908D63E40E2F}"/>
              </a:ext>
            </a:extLst>
          </p:cNvPr>
          <p:cNvSpPr txBox="1">
            <a:spLocks/>
          </p:cNvSpPr>
          <p:nvPr/>
        </p:nvSpPr>
        <p:spPr>
          <a:xfrm>
            <a:off x="6115466" y="1219913"/>
            <a:ext cx="5635968" cy="527296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tx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tx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a:t>Example: </a:t>
            </a:r>
            <a:r>
              <a:rPr lang="en-US"/>
              <a:t>Believe that experiment is golden standard without </a:t>
            </a:r>
            <a:r>
              <a:rPr lang="en-US">
                <a:solidFill>
                  <a:srgbClr val="FF0000"/>
                </a:solidFill>
              </a:rPr>
              <a:t>assessing</a:t>
            </a:r>
            <a:r>
              <a:rPr lang="en-US"/>
              <a:t> if randomization can be truly achieved</a:t>
            </a:r>
          </a:p>
          <a:p>
            <a:pPr lvl="1"/>
            <a:r>
              <a:rPr lang="en-US" altLang="zh-CN"/>
              <a:t>Believe that a small sample (N=30) achieve sufficient randomization</a:t>
            </a:r>
            <a:endParaRPr lang="en-US"/>
          </a:p>
          <a:p>
            <a:pPr lvl="1"/>
            <a:r>
              <a:rPr lang="en-US"/>
              <a:t>Randomization on non-randomizable treatment </a:t>
            </a:r>
          </a:p>
          <a:p>
            <a:pPr lvl="2"/>
            <a:r>
              <a:rPr lang="en-US"/>
              <a:t>e.g., compare men vs. women </a:t>
            </a:r>
            <a:r>
              <a:rPr lang="en-US" altLang="zh-CN"/>
              <a:t>in software engineering</a:t>
            </a:r>
            <a:endParaRPr lang="en-US"/>
          </a:p>
          <a:p>
            <a:pPr marL="914400" lvl="2" indent="0">
              <a:buNone/>
            </a:pPr>
            <a:r>
              <a:rPr lang="en-US"/>
              <a:t>=&gt; strong selection bias in place</a:t>
            </a:r>
          </a:p>
          <a:p>
            <a:pPr lvl="2"/>
            <a:endParaRPr lang="en-US"/>
          </a:p>
          <a:p>
            <a:pPr marL="914400" lvl="2" indent="0">
              <a:buNone/>
            </a:pPr>
            <a:endParaRPr lang="en-US"/>
          </a:p>
          <a:p>
            <a:pPr lvl="1"/>
            <a:endParaRPr lang="en-US" sz="2000"/>
          </a:p>
        </p:txBody>
      </p:sp>
      <p:pic>
        <p:nvPicPr>
          <p:cNvPr id="10" name="Picture 9">
            <a:extLst>
              <a:ext uri="{FF2B5EF4-FFF2-40B4-BE49-F238E27FC236}">
                <a16:creationId xmlns:a16="http://schemas.microsoft.com/office/drawing/2014/main" id="{B276FDF5-924B-DEE4-6471-73212A85185A}"/>
              </a:ext>
            </a:extLst>
          </p:cNvPr>
          <p:cNvPicPr>
            <a:picLocks noChangeAspect="1"/>
          </p:cNvPicPr>
          <p:nvPr/>
        </p:nvPicPr>
        <p:blipFill>
          <a:blip r:embed="rId2"/>
          <a:stretch>
            <a:fillRect/>
          </a:stretch>
        </p:blipFill>
        <p:spPr>
          <a:xfrm>
            <a:off x="772142" y="4658847"/>
            <a:ext cx="4785281" cy="1414172"/>
          </a:xfrm>
          <a:prstGeom prst="rect">
            <a:avLst/>
          </a:prstGeom>
        </p:spPr>
      </p:pic>
      <p:pic>
        <p:nvPicPr>
          <p:cNvPr id="12" name="Picture 11">
            <a:extLst>
              <a:ext uri="{FF2B5EF4-FFF2-40B4-BE49-F238E27FC236}">
                <a16:creationId xmlns:a16="http://schemas.microsoft.com/office/drawing/2014/main" id="{E5F7CDCF-F313-2CCD-D4DE-EF6F2DCA9D5C}"/>
              </a:ext>
            </a:extLst>
          </p:cNvPr>
          <p:cNvPicPr>
            <a:picLocks noChangeAspect="1"/>
          </p:cNvPicPr>
          <p:nvPr/>
        </p:nvPicPr>
        <p:blipFill>
          <a:blip r:embed="rId3"/>
          <a:stretch>
            <a:fillRect/>
          </a:stretch>
        </p:blipFill>
        <p:spPr>
          <a:xfrm>
            <a:off x="701118" y="2794966"/>
            <a:ext cx="4734061" cy="1714889"/>
          </a:xfrm>
          <a:prstGeom prst="rect">
            <a:avLst/>
          </a:prstGeom>
        </p:spPr>
      </p:pic>
    </p:spTree>
    <p:extLst>
      <p:ext uri="{BB962C8B-B14F-4D97-AF65-F5344CB8AC3E}">
        <p14:creationId xmlns:p14="http://schemas.microsoft.com/office/powerpoint/2010/main" val="4019956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47BF0-2D79-A4C6-CC31-E60CEA3840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24E4B8-7C42-25C0-B08E-B0074038CC06}"/>
              </a:ext>
            </a:extLst>
          </p:cNvPr>
          <p:cNvSpPr>
            <a:spLocks noGrp="1"/>
          </p:cNvSpPr>
          <p:nvPr>
            <p:ph type="title"/>
          </p:nvPr>
        </p:nvSpPr>
        <p:spPr>
          <a:xfrm>
            <a:off x="441122" y="2932769"/>
            <a:ext cx="11584418" cy="1230209"/>
          </a:xfrm>
        </p:spPr>
        <p:txBody>
          <a:bodyPr>
            <a:normAutofit/>
          </a:bodyPr>
          <a:lstStyle/>
          <a:p>
            <a:r>
              <a:rPr lang="en-US" dirty="0"/>
              <a:t>Without a framework and language of causal credibility, </a:t>
            </a:r>
            <a:r>
              <a:rPr lang="en-US" b="1" dirty="0"/>
              <a:t>one has to be an expert to assess the strength of causal claims </a:t>
            </a:r>
            <a:r>
              <a:rPr lang="en-US" dirty="0"/>
              <a:t>in each paper</a:t>
            </a:r>
            <a:endParaRPr lang="en-US" b="1" dirty="0"/>
          </a:p>
        </p:txBody>
      </p:sp>
      <p:sp>
        <p:nvSpPr>
          <p:cNvPr id="4" name="Footer Placeholder 3">
            <a:extLst>
              <a:ext uri="{FF2B5EF4-FFF2-40B4-BE49-F238E27FC236}">
                <a16:creationId xmlns:a16="http://schemas.microsoft.com/office/drawing/2014/main" id="{86024C60-B89E-4E06-B69F-01BADAF55A4A}"/>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4DF4C0B-C3E1-3DE8-372A-91B092874A69}"/>
              </a:ext>
            </a:extLst>
          </p:cNvPr>
          <p:cNvSpPr>
            <a:spLocks noGrp="1"/>
          </p:cNvSpPr>
          <p:nvPr>
            <p:ph type="sldNum" sz="quarter" idx="12"/>
          </p:nvPr>
        </p:nvSpPr>
        <p:spPr/>
        <p:txBody>
          <a:bodyPr/>
          <a:lstStyle/>
          <a:p>
            <a:fld id="{8E90A93A-CBEB-40B0-B638-E400989BEC3F}" type="slidenum">
              <a:rPr lang="zh-CN" altLang="en-US" smtClean="0"/>
              <a:pPr/>
              <a:t>11</a:t>
            </a:fld>
            <a:endParaRPr lang="zh-CN" altLang="en-US"/>
          </a:p>
        </p:txBody>
      </p:sp>
    </p:spTree>
    <p:extLst>
      <p:ext uri="{BB962C8B-B14F-4D97-AF65-F5344CB8AC3E}">
        <p14:creationId xmlns:p14="http://schemas.microsoft.com/office/powerpoint/2010/main" val="2779981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631C7-E5CE-88C8-0715-D37F863C0524}"/>
              </a:ext>
            </a:extLst>
          </p:cNvPr>
          <p:cNvSpPr>
            <a:spLocks noGrp="1"/>
          </p:cNvSpPr>
          <p:nvPr>
            <p:ph type="title"/>
          </p:nvPr>
        </p:nvSpPr>
        <p:spPr/>
        <p:txBody>
          <a:bodyPr/>
          <a:lstStyle/>
          <a:p>
            <a:r>
              <a:rPr lang="en-US"/>
              <a:t>The Art of Causal Inference on Observational Data</a:t>
            </a:r>
          </a:p>
        </p:txBody>
      </p:sp>
      <p:sp>
        <p:nvSpPr>
          <p:cNvPr id="4" name="Footer Placeholder 3">
            <a:extLst>
              <a:ext uri="{FF2B5EF4-FFF2-40B4-BE49-F238E27FC236}">
                <a16:creationId xmlns:a16="http://schemas.microsoft.com/office/drawing/2014/main" id="{0396485D-9069-99B0-112E-8C0ED1AC70A7}"/>
              </a:ext>
            </a:extLst>
          </p:cNvPr>
          <p:cNvSpPr>
            <a:spLocks noGrp="1"/>
          </p:cNvSpPr>
          <p:nvPr>
            <p:ph type="ftr" sz="quarter" idx="11"/>
          </p:nvPr>
        </p:nvSpPr>
        <p:spPr>
          <a:xfrm>
            <a:off x="320948" y="6492875"/>
            <a:ext cx="7835500" cy="365125"/>
          </a:xfrm>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0FBE6FF-25B8-2D47-09B2-5EC0C0E05673}"/>
              </a:ext>
            </a:extLst>
          </p:cNvPr>
          <p:cNvSpPr>
            <a:spLocks noGrp="1"/>
          </p:cNvSpPr>
          <p:nvPr>
            <p:ph type="sldNum" sz="quarter" idx="12"/>
          </p:nvPr>
        </p:nvSpPr>
        <p:spPr/>
        <p:txBody>
          <a:bodyPr/>
          <a:lstStyle/>
          <a:p>
            <a:fld id="{8E90A93A-CBEB-40B0-B638-E400989BEC3F}" type="slidenum">
              <a:rPr lang="zh-CN" altLang="en-US" smtClean="0"/>
              <a:pPr/>
              <a:t>12</a:t>
            </a:fld>
            <a:endParaRPr lang="zh-CN" altLang="en-US"/>
          </a:p>
        </p:txBody>
      </p:sp>
      <p:pic>
        <p:nvPicPr>
          <p:cNvPr id="1026" name="Picture 2" descr="Causal Inference The Mixtape">
            <a:extLst>
              <a:ext uri="{FF2B5EF4-FFF2-40B4-BE49-F238E27FC236}">
                <a16:creationId xmlns:a16="http://schemas.microsoft.com/office/drawing/2014/main" id="{D99598C8-BB27-2595-AC63-A0DE349665A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66374" y="1270648"/>
            <a:ext cx="2934337" cy="4535362"/>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030" name="Picture 6" descr="Stata Bookstore: Econometrics">
            <a:extLst>
              <a:ext uri="{FF2B5EF4-FFF2-40B4-BE49-F238E27FC236}">
                <a16:creationId xmlns:a16="http://schemas.microsoft.com/office/drawing/2014/main" id="{7F1299B6-D907-BC34-3DD1-599B86B9D2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65331" y="1270647"/>
            <a:ext cx="3577293" cy="4520007"/>
          </a:xfrm>
          <a:prstGeom prst="rect">
            <a:avLst/>
          </a:prstGeom>
          <a:noFill/>
          <a:ln>
            <a:solidFill>
              <a:srgbClr val="000000"/>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pic>
        <p:nvPicPr>
          <p:cNvPr id="1032" name="Picture 8" descr="CAUSALITY, 2nd Edition, 2009">
            <a:extLst>
              <a:ext uri="{FF2B5EF4-FFF2-40B4-BE49-F238E27FC236}">
                <a16:creationId xmlns:a16="http://schemas.microsoft.com/office/drawing/2014/main" id="{625CB55C-376D-C8E2-CDAB-FB8EBF7B357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8153" y="1270647"/>
            <a:ext cx="3191209" cy="4520007"/>
          </a:xfrm>
          <a:prstGeom prst="rect">
            <a:avLst/>
          </a:prstGeom>
          <a:noFill/>
          <a:ln>
            <a:solidFill>
              <a:schemeClr val="tx1"/>
            </a:solidFill>
          </a:ln>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74723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BE02AE-57C3-7A79-78D5-212DDF742F32}"/>
              </a:ext>
            </a:extLst>
          </p:cNvPr>
          <p:cNvSpPr>
            <a:spLocks noGrp="1"/>
          </p:cNvSpPr>
          <p:nvPr>
            <p:ph type="title"/>
          </p:nvPr>
        </p:nvSpPr>
        <p:spPr/>
        <p:txBody>
          <a:bodyPr/>
          <a:lstStyle/>
          <a:p>
            <a:r>
              <a:rPr lang="en-US"/>
              <a:t>Causal Directed Acyclic Graphs (DAGs)</a:t>
            </a:r>
          </a:p>
        </p:txBody>
      </p:sp>
      <p:sp>
        <p:nvSpPr>
          <p:cNvPr id="3" name="Content Placeholder 2">
            <a:extLst>
              <a:ext uri="{FF2B5EF4-FFF2-40B4-BE49-F238E27FC236}">
                <a16:creationId xmlns:a16="http://schemas.microsoft.com/office/drawing/2014/main" id="{6B96CAE7-9F7E-23F0-D89B-1D834216776E}"/>
              </a:ext>
            </a:extLst>
          </p:cNvPr>
          <p:cNvSpPr>
            <a:spLocks noGrp="1"/>
          </p:cNvSpPr>
          <p:nvPr>
            <p:ph idx="1"/>
          </p:nvPr>
        </p:nvSpPr>
        <p:spPr/>
        <p:txBody>
          <a:bodyPr>
            <a:normAutofit/>
          </a:bodyPr>
          <a:lstStyle/>
          <a:p>
            <a:r>
              <a:rPr lang="en-US" dirty="0"/>
              <a:t>A way of formally specifying causal relationships</a:t>
            </a:r>
          </a:p>
          <a:p>
            <a:endParaRPr lang="en-US" dirty="0"/>
          </a:p>
          <a:p>
            <a:endParaRPr lang="en-US" dirty="0"/>
          </a:p>
          <a:p>
            <a:endParaRPr lang="en-US" dirty="0"/>
          </a:p>
          <a:p>
            <a:pPr marL="0" indent="0">
              <a:buNone/>
            </a:pPr>
            <a:endParaRPr lang="en-US" dirty="0"/>
          </a:p>
          <a:p>
            <a:endParaRPr lang="en-US" dirty="0"/>
          </a:p>
          <a:p>
            <a:endParaRPr lang="en-US" dirty="0"/>
          </a:p>
          <a:p>
            <a:r>
              <a:rPr lang="en-US" dirty="0"/>
              <a:t>Much more nuanced than what we show here,</a:t>
            </a:r>
            <a:r>
              <a:rPr lang="zh-CN" altLang="en-US" dirty="0"/>
              <a:t> </a:t>
            </a:r>
            <a:r>
              <a:rPr lang="en-US" altLang="zh-CN" dirty="0"/>
              <a:t>see: </a:t>
            </a:r>
            <a:r>
              <a:rPr lang="en-US" dirty="0">
                <a:hlinkClick r:id="rId2"/>
              </a:rPr>
              <a:t>https://mixtape.scunning.com/03-directed_acyclical_graphs</a:t>
            </a:r>
            <a:r>
              <a:rPr lang="en-US" dirty="0"/>
              <a:t> </a:t>
            </a:r>
          </a:p>
        </p:txBody>
      </p:sp>
      <p:sp>
        <p:nvSpPr>
          <p:cNvPr id="4" name="Footer Placeholder 3">
            <a:extLst>
              <a:ext uri="{FF2B5EF4-FFF2-40B4-BE49-F238E27FC236}">
                <a16:creationId xmlns:a16="http://schemas.microsoft.com/office/drawing/2014/main" id="{2E1DABA6-522C-D164-FE31-C34CBA0863B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0B6F0AA-A50E-E274-048C-A494E2A77E7F}"/>
              </a:ext>
            </a:extLst>
          </p:cNvPr>
          <p:cNvSpPr>
            <a:spLocks noGrp="1"/>
          </p:cNvSpPr>
          <p:nvPr>
            <p:ph type="sldNum" sz="quarter" idx="12"/>
          </p:nvPr>
        </p:nvSpPr>
        <p:spPr/>
        <p:txBody>
          <a:bodyPr/>
          <a:lstStyle/>
          <a:p>
            <a:fld id="{8E90A93A-CBEB-40B0-B638-E400989BEC3F}" type="slidenum">
              <a:rPr lang="zh-CN" altLang="en-US" smtClean="0"/>
              <a:pPr/>
              <a:t>13</a:t>
            </a:fld>
            <a:endParaRPr lang="zh-CN" altLang="en-US"/>
          </a:p>
        </p:txBody>
      </p:sp>
      <p:sp>
        <p:nvSpPr>
          <p:cNvPr id="6" name="Rectangle 5">
            <a:extLst>
              <a:ext uri="{FF2B5EF4-FFF2-40B4-BE49-F238E27FC236}">
                <a16:creationId xmlns:a16="http://schemas.microsoft.com/office/drawing/2014/main" id="{CE9AC132-9758-1D61-9453-305DD8FC7FE7}"/>
              </a:ext>
            </a:extLst>
          </p:cNvPr>
          <p:cNvSpPr/>
          <p:nvPr/>
        </p:nvSpPr>
        <p:spPr>
          <a:xfrm>
            <a:off x="3377954" y="1974057"/>
            <a:ext cx="3515557"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dirty="0">
                <a:latin typeface="Gadugi" panose="020B0502040204020203" pitchFamily="34" charset="0"/>
                <a:ea typeface="Gadugi" panose="020B0502040204020203" pitchFamily="34" charset="0"/>
              </a:rPr>
              <a:t>Programming Language</a:t>
            </a:r>
            <a:endParaRPr lang="en-US" sz="2400" dirty="0">
              <a:latin typeface="Gadugi" panose="020B0502040204020203" pitchFamily="34" charset="0"/>
              <a:ea typeface="Gadugi" panose="020B0502040204020203" pitchFamily="34" charset="0"/>
            </a:endParaRPr>
          </a:p>
        </p:txBody>
      </p:sp>
      <p:sp>
        <p:nvSpPr>
          <p:cNvPr id="7" name="Rectangle 6">
            <a:extLst>
              <a:ext uri="{FF2B5EF4-FFF2-40B4-BE49-F238E27FC236}">
                <a16:creationId xmlns:a16="http://schemas.microsoft.com/office/drawing/2014/main" id="{954F8CB3-368F-DD50-B942-6CBA6AECBB09}"/>
              </a:ext>
            </a:extLst>
          </p:cNvPr>
          <p:cNvSpPr/>
          <p:nvPr/>
        </p:nvSpPr>
        <p:spPr>
          <a:xfrm>
            <a:off x="7825667" y="1974057"/>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Defect Proneness</a:t>
            </a:r>
          </a:p>
        </p:txBody>
      </p:sp>
      <p:cxnSp>
        <p:nvCxnSpPr>
          <p:cNvPr id="8" name="Straight Arrow Connector 7">
            <a:extLst>
              <a:ext uri="{FF2B5EF4-FFF2-40B4-BE49-F238E27FC236}">
                <a16:creationId xmlns:a16="http://schemas.microsoft.com/office/drawing/2014/main" id="{59FA7300-2FC0-ECE2-D4E7-D25343906DC9}"/>
              </a:ext>
            </a:extLst>
          </p:cNvPr>
          <p:cNvCxnSpPr>
            <a:cxnSpLocks/>
            <a:stCxn id="6" idx="3"/>
            <a:endCxn id="7" idx="1"/>
          </p:cNvCxnSpPr>
          <p:nvPr/>
        </p:nvCxnSpPr>
        <p:spPr>
          <a:xfrm>
            <a:off x="6893511" y="2219435"/>
            <a:ext cx="932156"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19" name="TextBox 18">
            <a:extLst>
              <a:ext uri="{FF2B5EF4-FFF2-40B4-BE49-F238E27FC236}">
                <a16:creationId xmlns:a16="http://schemas.microsoft.com/office/drawing/2014/main" id="{F5784FF3-FF75-681E-7D0A-BA00F399D90F}"/>
              </a:ext>
            </a:extLst>
          </p:cNvPr>
          <p:cNvSpPr txBox="1"/>
          <p:nvPr/>
        </p:nvSpPr>
        <p:spPr>
          <a:xfrm>
            <a:off x="567061" y="2003147"/>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Direct Relationship</a:t>
            </a:r>
            <a:endParaRPr lang="en-US" sz="2400"/>
          </a:p>
        </p:txBody>
      </p:sp>
      <p:sp>
        <p:nvSpPr>
          <p:cNvPr id="20" name="TextBox 19">
            <a:extLst>
              <a:ext uri="{FF2B5EF4-FFF2-40B4-BE49-F238E27FC236}">
                <a16:creationId xmlns:a16="http://schemas.microsoft.com/office/drawing/2014/main" id="{F7DB56BC-69D7-85BE-E857-B1941FABBB38}"/>
              </a:ext>
            </a:extLst>
          </p:cNvPr>
          <p:cNvSpPr txBox="1"/>
          <p:nvPr/>
        </p:nvSpPr>
        <p:spPr>
          <a:xfrm>
            <a:off x="567061" y="2888947"/>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Confounders</a:t>
            </a:r>
            <a:endParaRPr lang="en-US" sz="2400"/>
          </a:p>
        </p:txBody>
      </p:sp>
      <p:sp>
        <p:nvSpPr>
          <p:cNvPr id="24" name="Rectangle 23">
            <a:extLst>
              <a:ext uri="{FF2B5EF4-FFF2-40B4-BE49-F238E27FC236}">
                <a16:creationId xmlns:a16="http://schemas.microsoft.com/office/drawing/2014/main" id="{7C2BC617-DCA1-8C54-C21F-DC940B0ECD33}"/>
              </a:ext>
            </a:extLst>
          </p:cNvPr>
          <p:cNvSpPr/>
          <p:nvPr/>
        </p:nvSpPr>
        <p:spPr>
          <a:xfrm>
            <a:off x="5844406" y="2859857"/>
            <a:ext cx="2738312"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a:latin typeface="Gadugi" panose="020B0502040204020203" pitchFamily="34" charset="0"/>
                <a:ea typeface="Gadugi" panose="020B0502040204020203" pitchFamily="34" charset="0"/>
              </a:rPr>
              <a:t>Task Difficulty</a:t>
            </a:r>
            <a:endParaRPr lang="en-US" sz="2400">
              <a:latin typeface="Gadugi" panose="020B0502040204020203" pitchFamily="34" charset="0"/>
              <a:ea typeface="Gadugi" panose="020B0502040204020203" pitchFamily="34" charset="0"/>
            </a:endParaRPr>
          </a:p>
        </p:txBody>
      </p:sp>
      <p:cxnSp>
        <p:nvCxnSpPr>
          <p:cNvPr id="25" name="Straight Arrow Connector 24">
            <a:extLst>
              <a:ext uri="{FF2B5EF4-FFF2-40B4-BE49-F238E27FC236}">
                <a16:creationId xmlns:a16="http://schemas.microsoft.com/office/drawing/2014/main" id="{0EF3D79C-55AA-9957-9A6C-5DB13BC20A0E}"/>
              </a:ext>
            </a:extLst>
          </p:cNvPr>
          <p:cNvCxnSpPr>
            <a:cxnSpLocks/>
            <a:stCxn id="24" idx="0"/>
            <a:endCxn id="6" idx="2"/>
          </p:cNvCxnSpPr>
          <p:nvPr/>
        </p:nvCxnSpPr>
        <p:spPr>
          <a:xfrm flipH="1" flipV="1">
            <a:off x="5135733" y="2464812"/>
            <a:ext cx="2077829" cy="39504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DD83CEAD-819A-9C44-DE66-D8519773ED04}"/>
              </a:ext>
            </a:extLst>
          </p:cNvPr>
          <p:cNvCxnSpPr>
            <a:cxnSpLocks/>
            <a:stCxn id="24" idx="0"/>
            <a:endCxn id="7" idx="2"/>
          </p:cNvCxnSpPr>
          <p:nvPr/>
        </p:nvCxnSpPr>
        <p:spPr>
          <a:xfrm flipV="1">
            <a:off x="7213562" y="2464812"/>
            <a:ext cx="2139064" cy="39504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37" name="TextBox 36">
            <a:extLst>
              <a:ext uri="{FF2B5EF4-FFF2-40B4-BE49-F238E27FC236}">
                <a16:creationId xmlns:a16="http://schemas.microsoft.com/office/drawing/2014/main" id="{527E21C8-8284-9577-5398-55E7EA52CF96}"/>
              </a:ext>
            </a:extLst>
          </p:cNvPr>
          <p:cNvSpPr txBox="1"/>
          <p:nvPr/>
        </p:nvSpPr>
        <p:spPr>
          <a:xfrm>
            <a:off x="567060" y="4650024"/>
            <a:ext cx="8426019"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Colliders / Backdoors (not shown here for brevity)</a:t>
            </a:r>
            <a:endParaRPr lang="en-US" sz="2400"/>
          </a:p>
        </p:txBody>
      </p:sp>
      <p:sp>
        <p:nvSpPr>
          <p:cNvPr id="38" name="Rectangle 37">
            <a:extLst>
              <a:ext uri="{FF2B5EF4-FFF2-40B4-BE49-F238E27FC236}">
                <a16:creationId xmlns:a16="http://schemas.microsoft.com/office/drawing/2014/main" id="{597A438F-CD6C-F3BB-E25D-FB74F68B1FDB}"/>
              </a:ext>
            </a:extLst>
          </p:cNvPr>
          <p:cNvSpPr/>
          <p:nvPr/>
        </p:nvSpPr>
        <p:spPr>
          <a:xfrm>
            <a:off x="2829019" y="3810845"/>
            <a:ext cx="1862830"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2400">
                <a:latin typeface="Gadugi" panose="020B0502040204020203" pitchFamily="34" charset="0"/>
                <a:ea typeface="Gadugi" panose="020B0502040204020203" pitchFamily="34" charset="0"/>
              </a:rPr>
              <a:t>Team Skill</a:t>
            </a:r>
            <a:endParaRPr lang="en-US" sz="2400">
              <a:latin typeface="Gadugi" panose="020B0502040204020203" pitchFamily="34" charset="0"/>
              <a:ea typeface="Gadugi" panose="020B0502040204020203" pitchFamily="34" charset="0"/>
            </a:endParaRPr>
          </a:p>
        </p:txBody>
      </p:sp>
      <p:sp>
        <p:nvSpPr>
          <p:cNvPr id="39" name="Rectangle 38">
            <a:extLst>
              <a:ext uri="{FF2B5EF4-FFF2-40B4-BE49-F238E27FC236}">
                <a16:creationId xmlns:a16="http://schemas.microsoft.com/office/drawing/2014/main" id="{9D7AEBD7-B63A-288A-2CBA-F9CF59774318}"/>
              </a:ext>
            </a:extLst>
          </p:cNvPr>
          <p:cNvSpPr/>
          <p:nvPr/>
        </p:nvSpPr>
        <p:spPr>
          <a:xfrm>
            <a:off x="8756343" y="3810845"/>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Defect Proneness</a:t>
            </a:r>
          </a:p>
        </p:txBody>
      </p:sp>
      <p:sp>
        <p:nvSpPr>
          <p:cNvPr id="40" name="Rectangle 39">
            <a:extLst>
              <a:ext uri="{FF2B5EF4-FFF2-40B4-BE49-F238E27FC236}">
                <a16:creationId xmlns:a16="http://schemas.microsoft.com/office/drawing/2014/main" id="{81A79DA1-71E3-A4E2-766E-71E62B73D7AB}"/>
              </a:ext>
            </a:extLst>
          </p:cNvPr>
          <p:cNvSpPr/>
          <p:nvPr/>
        </p:nvSpPr>
        <p:spPr>
          <a:xfrm>
            <a:off x="5178641" y="3810845"/>
            <a:ext cx="3053918" cy="490755"/>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sz="2400">
                <a:latin typeface="Gadugi" panose="020B0502040204020203" pitchFamily="34" charset="0"/>
                <a:ea typeface="Gadugi" panose="020B0502040204020203" pitchFamily="34" charset="0"/>
              </a:rPr>
              <a:t>Code Complexity</a:t>
            </a:r>
          </a:p>
        </p:txBody>
      </p:sp>
      <p:cxnSp>
        <p:nvCxnSpPr>
          <p:cNvPr id="41" name="Straight Arrow Connector 40">
            <a:extLst>
              <a:ext uri="{FF2B5EF4-FFF2-40B4-BE49-F238E27FC236}">
                <a16:creationId xmlns:a16="http://schemas.microsoft.com/office/drawing/2014/main" id="{CC48BA29-19BE-0DF1-0AD5-E638E8221F09}"/>
              </a:ext>
            </a:extLst>
          </p:cNvPr>
          <p:cNvCxnSpPr>
            <a:cxnSpLocks/>
            <a:stCxn id="38" idx="3"/>
            <a:endCxn id="40" idx="1"/>
          </p:cNvCxnSpPr>
          <p:nvPr/>
        </p:nvCxnSpPr>
        <p:spPr>
          <a:xfrm>
            <a:off x="4691849" y="4056223"/>
            <a:ext cx="486792"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id="{0FB42227-9037-4071-E05D-2BDD286AB991}"/>
              </a:ext>
            </a:extLst>
          </p:cNvPr>
          <p:cNvCxnSpPr>
            <a:cxnSpLocks/>
            <a:stCxn id="40" idx="3"/>
            <a:endCxn id="39" idx="1"/>
          </p:cNvCxnSpPr>
          <p:nvPr/>
        </p:nvCxnSpPr>
        <p:spPr>
          <a:xfrm>
            <a:off x="8232559" y="4056223"/>
            <a:ext cx="523784"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sp>
        <p:nvSpPr>
          <p:cNvPr id="49" name="TextBox 48">
            <a:extLst>
              <a:ext uri="{FF2B5EF4-FFF2-40B4-BE49-F238E27FC236}">
                <a16:creationId xmlns:a16="http://schemas.microsoft.com/office/drawing/2014/main" id="{F8C61B9A-4341-1AD0-14E0-5449F6560FFA}"/>
              </a:ext>
            </a:extLst>
          </p:cNvPr>
          <p:cNvSpPr txBox="1"/>
          <p:nvPr/>
        </p:nvSpPr>
        <p:spPr>
          <a:xfrm>
            <a:off x="567061" y="3838059"/>
            <a:ext cx="2868598" cy="461665"/>
          </a:xfrm>
          <a:prstGeom prst="rect">
            <a:avLst/>
          </a:prstGeom>
          <a:noFill/>
        </p:spPr>
        <p:txBody>
          <a:bodyPr wrap="square">
            <a:spAutoFit/>
          </a:bodyPr>
          <a:lstStyle/>
          <a:p>
            <a:r>
              <a:rPr lang="en-US" altLang="zh-CN" sz="2400">
                <a:latin typeface="Gadugi" panose="020B0502040204020203" pitchFamily="34" charset="0"/>
                <a:ea typeface="Gadugi" panose="020B0502040204020203" pitchFamily="34" charset="0"/>
              </a:rPr>
              <a:t>Mediators</a:t>
            </a:r>
            <a:endParaRPr lang="en-US" sz="2400"/>
          </a:p>
        </p:txBody>
      </p:sp>
    </p:spTree>
    <p:extLst>
      <p:ext uri="{BB962C8B-B14F-4D97-AF65-F5344CB8AC3E}">
        <p14:creationId xmlns:p14="http://schemas.microsoft.com/office/powerpoint/2010/main" val="23814557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47983-C86C-423A-13EB-8F07483ED959}"/>
              </a:ext>
            </a:extLst>
          </p:cNvPr>
          <p:cNvSpPr>
            <a:spLocks noGrp="1"/>
          </p:cNvSpPr>
          <p:nvPr>
            <p:ph type="title"/>
          </p:nvPr>
        </p:nvSpPr>
        <p:spPr/>
        <p:txBody>
          <a:bodyPr/>
          <a:lstStyle/>
          <a:p>
            <a:r>
              <a:rPr lang="en-US"/>
              <a:t>The Potential Outcome Framework</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DC5E45-FD2F-2DF1-846F-6C47584612B5}"/>
                  </a:ext>
                </a:extLst>
              </p:cNvPr>
              <p:cNvSpPr>
                <a:spLocks noGrp="1"/>
              </p:cNvSpPr>
              <p:nvPr>
                <p:ph idx="1"/>
              </p:nvPr>
            </p:nvSpPr>
            <p:spPr/>
            <p:txBody>
              <a:bodyPr>
                <a:normAutofit lnSpcReduction="10000"/>
              </a:bodyPr>
              <a:lstStyle/>
              <a:p>
                <a:r>
                  <a:rPr lang="en-US"/>
                  <a:t>A formal way of reasoning about </a:t>
                </a:r>
                <a:r>
                  <a:rPr lang="en-US">
                    <a:solidFill>
                      <a:srgbClr val="FF0000"/>
                    </a:solidFill>
                  </a:rPr>
                  <a:t>counterfactuals</a:t>
                </a:r>
              </a:p>
              <a:p>
                <a:pPr lvl="1"/>
                <a:r>
                  <a:rPr lang="en-US"/>
                  <a:t>In all study settings, we observe entities with treatment </a:t>
                </a:r>
                <a14:m>
                  <m:oMath xmlns:m="http://schemas.openxmlformats.org/officeDocument/2006/math">
                    <m:r>
                      <a:rPr lang="en-US" i="1">
                        <a:latin typeface="Cambria Math" panose="02040503050406030204" pitchFamily="18" charset="0"/>
                      </a:rPr>
                      <m:t>𝑋</m:t>
                    </m:r>
                  </m:oMath>
                </a14:m>
                <a:r>
                  <a:rPr lang="en-US"/>
                  <a:t> and without</a:t>
                </a:r>
              </a:p>
              <a:p>
                <a:pPr lvl="1"/>
                <a:r>
                  <a:rPr lang="en-US"/>
                  <a:t>The treatment effect on </a:t>
                </a:r>
                <a14:m>
                  <m:oMath xmlns:m="http://schemas.openxmlformats.org/officeDocument/2006/math">
                    <m:r>
                      <a:rPr lang="en-US" i="1">
                        <a:latin typeface="Cambria Math" panose="02040503050406030204" pitchFamily="18" charset="0"/>
                      </a:rPr>
                      <m:t>𝑌</m:t>
                    </m:r>
                  </m:oMath>
                </a14:m>
                <a:r>
                  <a:rPr lang="en-US"/>
                  <a:t> for those with treatment should be</a:t>
                </a:r>
              </a:p>
              <a:p>
                <a:pPr marL="914400" lvl="2" indent="0">
                  <a:buNone/>
                </a:pPr>
                <a14:m>
                  <m:oMathPara xmlns:m="http://schemas.openxmlformats.org/officeDocument/2006/math">
                    <m:oMath>
                      <m:r>
                        <a:rPr lang="en-US" b="0" i="1" smtClean="0">
                          <a:latin typeface="Cambria Math" panose="02040503050406030204" pitchFamily="18" charset="0"/>
                        </a:rPr>
                        <m:t>𝐴𝑇𝑇</m:t>
                      </m:r>
                      <m:r>
                        <a:rPr lang="en-US" b="0" i="1" smtClean="0">
                          <a:latin typeface="Cambria Math" panose="02040503050406030204" pitchFamily="18" charset="0"/>
                        </a:rPr>
                        <m:t>=</m:t>
                      </m:r>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e>
                        <m:e>
                          <m:r>
                            <a:rPr lang="en-US" b="0" i="1" smtClean="0">
                              <a:latin typeface="Cambria Math" panose="02040503050406030204" pitchFamily="18" charset="0"/>
                            </a:rPr>
                            <m:t>𝑋</m:t>
                          </m:r>
                          <m:r>
                            <a:rPr lang="en-US" b="0" i="1" smtClean="0">
                              <a:latin typeface="Cambria Math" panose="02040503050406030204" pitchFamily="18" charset="0"/>
                            </a:rPr>
                            <m:t>=1</m:t>
                          </m:r>
                        </m:e>
                      </m:d>
                      <m:r>
                        <a:rPr lang="en-US" b="0" i="1" smtClean="0">
                          <a:latin typeface="Cambria Math" panose="02040503050406030204" pitchFamily="18" charset="0"/>
                        </a:rPr>
                        <m:t>−</m:t>
                      </m:r>
                      <m:r>
                        <a:rPr lang="en-US" b="0" i="1" smtClean="0">
                          <a:latin typeface="Cambria Math" panose="02040503050406030204" pitchFamily="18" charset="0"/>
                        </a:rPr>
                        <m:t>𝐸</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e>
                        <m:e>
                          <m:r>
                            <a:rPr lang="en-US" b="0" i="1" smtClean="0">
                              <a:latin typeface="Cambria Math" panose="02040503050406030204" pitchFamily="18" charset="0"/>
                            </a:rPr>
                            <m:t>𝑋</m:t>
                          </m:r>
                          <m:r>
                            <a:rPr lang="en-US" b="0" i="1" smtClean="0">
                              <a:latin typeface="Cambria Math" panose="02040503050406030204" pitchFamily="18" charset="0"/>
                            </a:rPr>
                            <m:t>=0</m:t>
                          </m:r>
                        </m:e>
                      </m:d>
                    </m:oMath>
                  </m:oMathPara>
                </a14:m>
                <a:endParaRPr lang="en-US" b="0"/>
              </a:p>
              <a:p>
                <a:pPr lvl="1"/>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oMath>
                </a14:m>
                <a:r>
                  <a:rPr lang="en-US"/>
                  <a:t>: </a:t>
                </a:r>
                <a:r>
                  <a:rPr lang="en-US" b="1"/>
                  <a:t>potential outcome </a:t>
                </a:r>
                <a:r>
                  <a:rPr lang="en-US"/>
                  <a:t>for the treated </a:t>
                </a:r>
                <a:r>
                  <a:rPr lang="en-US">
                    <a:solidFill>
                      <a:srgbClr val="FF0000"/>
                    </a:solidFill>
                  </a:rPr>
                  <a:t>if without treatment</a:t>
                </a:r>
              </a:p>
              <a:p>
                <a:pPr lvl="1"/>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r>
                      <a:rPr lang="en-US" i="1">
                        <a:latin typeface="Cambria Math" panose="02040503050406030204" pitchFamily="18" charset="0"/>
                      </a:rPr>
                      <m:t> </m:t>
                    </m:r>
                  </m:oMath>
                </a14:m>
                <a:r>
                  <a:rPr lang="en-US"/>
                  <a:t>is fundamentally unobservable without the time machine</a:t>
                </a:r>
              </a:p>
              <a:p>
                <a:r>
                  <a:rPr lang="en-US"/>
                  <a:t>All causal inference methods use some models to </a:t>
                </a:r>
                <a:r>
                  <a:rPr lang="en-US">
                    <a:solidFill>
                      <a:srgbClr val="FF0000"/>
                    </a:solidFill>
                  </a:rPr>
                  <a:t>estimate</a:t>
                </a:r>
                <a:r>
                  <a:rPr lang="en-US"/>
                  <a:t> </a:t>
                </a:r>
                <a14:m>
                  <m:oMath xmlns:m="http://schemas.openxmlformats.org/officeDocument/2006/math">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r>
                      <a:rPr lang="en-US" i="1">
                        <a:latin typeface="Cambria Math" panose="02040503050406030204" pitchFamily="18" charset="0"/>
                      </a:rPr>
                      <m:t> </m:t>
                    </m:r>
                  </m:oMath>
                </a14:m>
                <a:r>
                  <a:rPr lang="en-US"/>
                  <a:t>based on observations of untreated entities, each with </a:t>
                </a:r>
                <a:r>
                  <a:rPr lang="en-US">
                    <a:solidFill>
                      <a:srgbClr val="FF0000"/>
                    </a:solidFill>
                  </a:rPr>
                  <a:t>assumptions</a:t>
                </a:r>
                <a:r>
                  <a:rPr lang="en-US"/>
                  <a:t> for unbiased estimation</a:t>
                </a:r>
              </a:p>
              <a:p>
                <a:pPr marL="457200" lvl="1" indent="0">
                  <a:buNone/>
                </a:pP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𝐴𝑇𝑇</m:t>
                        </m:r>
                      </m:e>
                    </m:acc>
                    <m:r>
                      <a:rPr lang="en-US" i="1">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=1</m:t>
                        </m:r>
                      </m:e>
                    </m:d>
                    <m:r>
                      <a:rPr lang="en-US" i="1">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oMath>
                </a14:m>
                <a:r>
                  <a:rPr lang="en-US"/>
                  <a:t>, where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𝑋</m:t>
                    </m:r>
                    <m:r>
                      <a:rPr lang="en-US" b="0" i="1" smtClean="0">
                        <a:latin typeface="Cambria Math" panose="02040503050406030204" pitchFamily="18" charset="0"/>
                      </a:rPr>
                      <m:t>,</m:t>
                    </m:r>
                    <m:r>
                      <a:rPr lang="en-US" b="0" i="1" smtClean="0">
                        <a:latin typeface="Cambria Math" panose="02040503050406030204" pitchFamily="18" charset="0"/>
                      </a:rPr>
                      <m:t>𝑌</m:t>
                    </m:r>
                    <m:r>
                      <a:rPr lang="en-US" b="0" i="1" smtClean="0">
                        <a:latin typeface="Cambria Math" panose="02040503050406030204" pitchFamily="18" charset="0"/>
                      </a:rPr>
                      <m:t>,…) </m:t>
                    </m:r>
                  </m:oMath>
                </a14:m>
                <a:endParaRPr lang="en-US"/>
              </a:p>
              <a:p>
                <a:pPr marL="457200" lvl="1" indent="0">
                  <a:buNone/>
                </a:pPr>
                <a:r>
                  <a:rPr lang="en-US"/>
                  <a:t>Under assumption XYZ, we show that </a:t>
                </a:r>
                <a14:m>
                  <m:oMath xmlns:m="http://schemas.openxmlformats.org/officeDocument/2006/math">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lim</m:t>
                            </m:r>
                          </m:e>
                          <m:lim>
                            <m:r>
                              <a:rPr lang="en-US" i="1">
                                <a:latin typeface="Cambria Math" panose="02040503050406030204" pitchFamily="18" charset="0"/>
                              </a:rPr>
                              <m:t>𝑁</m:t>
                            </m:r>
                            <m:r>
                              <a:rPr lang="en-US" i="1">
                                <a:latin typeface="Cambria Math" panose="02040503050406030204" pitchFamily="18" charset="0"/>
                                <a:ea typeface="Cambria Math" panose="02040503050406030204" pitchFamily="18" charset="0"/>
                              </a:rPr>
                              <m:t>→∞</m:t>
                            </m:r>
                          </m:lim>
                        </m:limLow>
                      </m:fName>
                      <m:e>
                        <m:acc>
                          <m:accPr>
                            <m:chr m:val="̃"/>
                            <m:ctrlPr>
                              <a:rPr lang="en-US" i="1">
                                <a:latin typeface="Cambria Math" panose="02040503050406030204" pitchFamily="18" charset="0"/>
                              </a:rPr>
                            </m:ctrlPr>
                          </m:accPr>
                          <m:e>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e>
                        </m:acc>
                      </m:e>
                    </m:func>
                    <m:r>
                      <a:rPr lang="en-US" i="1">
                        <a:latin typeface="Cambria Math" panose="02040503050406030204" pitchFamily="18" charset="0"/>
                      </a:rPr>
                      <m:t> </m:t>
                    </m:r>
                    <m:r>
                      <a:rPr lang="en-US" b="0" i="1" smtClean="0">
                        <a:latin typeface="Cambria Math" panose="02040503050406030204" pitchFamily="18" charset="0"/>
                      </a:rPr>
                      <m:t>=</m:t>
                    </m:r>
                    <m:r>
                      <a:rPr lang="en-US" i="1">
                        <a:latin typeface="Cambria Math" panose="02040503050406030204" pitchFamily="18" charset="0"/>
                      </a:rPr>
                      <m:t>𝐸</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b="0" i="1" smtClean="0">
                                <a:latin typeface="Cambria Math" panose="02040503050406030204" pitchFamily="18" charset="0"/>
                              </a:rPr>
                              <m:t>1</m:t>
                            </m:r>
                          </m:sub>
                        </m:sSub>
                      </m:e>
                      <m:e>
                        <m:r>
                          <a:rPr lang="en-US" i="1">
                            <a:latin typeface="Cambria Math" panose="02040503050406030204" pitchFamily="18" charset="0"/>
                          </a:rPr>
                          <m:t>𝑋</m:t>
                        </m:r>
                        <m:r>
                          <a:rPr lang="en-US" i="1">
                            <a:latin typeface="Cambria Math" panose="02040503050406030204" pitchFamily="18" charset="0"/>
                          </a:rPr>
                          <m:t>=0</m:t>
                        </m:r>
                      </m:e>
                    </m:d>
                  </m:oMath>
                </a14:m>
                <a:endParaRPr lang="en-US"/>
              </a:p>
            </p:txBody>
          </p:sp>
        </mc:Choice>
        <mc:Fallback xmlns="">
          <p:sp>
            <p:nvSpPr>
              <p:cNvPr id="3" name="Content Placeholder 2">
                <a:extLst>
                  <a:ext uri="{FF2B5EF4-FFF2-40B4-BE49-F238E27FC236}">
                    <a16:creationId xmlns:a16="http://schemas.microsoft.com/office/drawing/2014/main" id="{46DC5E45-FD2F-2DF1-846F-6C47584612B5}"/>
                  </a:ext>
                </a:extLst>
              </p:cNvPr>
              <p:cNvSpPr>
                <a:spLocks noGrp="1" noRot="1" noChangeAspect="1" noMove="1" noResize="1" noEditPoints="1" noAdjustHandles="1" noChangeArrowheads="1" noChangeShapeType="1" noTextEdit="1"/>
              </p:cNvSpPr>
              <p:nvPr>
                <p:ph idx="1"/>
              </p:nvPr>
            </p:nvSpPr>
            <p:spPr>
              <a:blipFill>
                <a:blip r:embed="rId2"/>
                <a:stretch>
                  <a:fillRect l="-737" t="-72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329F2955-4BBB-4A21-4CB2-1CA405F96DC4}"/>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8DD30F6F-ED37-F9C8-53B1-F3A1E0BB85BE}"/>
              </a:ext>
            </a:extLst>
          </p:cNvPr>
          <p:cNvSpPr>
            <a:spLocks noGrp="1"/>
          </p:cNvSpPr>
          <p:nvPr>
            <p:ph type="sldNum" sz="quarter" idx="12"/>
          </p:nvPr>
        </p:nvSpPr>
        <p:spPr/>
        <p:txBody>
          <a:bodyPr/>
          <a:lstStyle/>
          <a:p>
            <a:fld id="{8E90A93A-CBEB-40B0-B638-E400989BEC3F}" type="slidenum">
              <a:rPr lang="zh-CN" altLang="en-US" smtClean="0"/>
              <a:pPr/>
              <a:t>14</a:t>
            </a:fld>
            <a:endParaRPr lang="zh-CN" altLang="en-US"/>
          </a:p>
        </p:txBody>
      </p:sp>
    </p:spTree>
    <p:extLst>
      <p:ext uri="{BB962C8B-B14F-4D97-AF65-F5344CB8AC3E}">
        <p14:creationId xmlns:p14="http://schemas.microsoft.com/office/powerpoint/2010/main" val="29099856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EF4942-0C38-05A5-2437-EBBE4BC04209}"/>
              </a:ext>
            </a:extLst>
          </p:cNvPr>
          <p:cNvSpPr>
            <a:spLocks noGrp="1"/>
          </p:cNvSpPr>
          <p:nvPr>
            <p:ph type="title"/>
          </p:nvPr>
        </p:nvSpPr>
        <p:spPr/>
        <p:txBody>
          <a:bodyPr/>
          <a:lstStyle/>
          <a:p>
            <a:r>
              <a:rPr lang="en-US"/>
              <a:t>The Modern Weaponry for Causal Inference</a:t>
            </a:r>
          </a:p>
        </p:txBody>
      </p:sp>
      <p:sp>
        <p:nvSpPr>
          <p:cNvPr id="4" name="Footer Placeholder 3">
            <a:extLst>
              <a:ext uri="{FF2B5EF4-FFF2-40B4-BE49-F238E27FC236}">
                <a16:creationId xmlns:a16="http://schemas.microsoft.com/office/drawing/2014/main" id="{EEF10BE2-20BF-1E02-463B-5658005AE61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DBE7C7C-7DEA-617A-25D8-44322343289B}"/>
              </a:ext>
            </a:extLst>
          </p:cNvPr>
          <p:cNvSpPr>
            <a:spLocks noGrp="1"/>
          </p:cNvSpPr>
          <p:nvPr>
            <p:ph type="sldNum" sz="quarter" idx="12"/>
          </p:nvPr>
        </p:nvSpPr>
        <p:spPr/>
        <p:txBody>
          <a:bodyPr/>
          <a:lstStyle/>
          <a:p>
            <a:fld id="{8E90A93A-CBEB-40B0-B638-E400989BEC3F}" type="slidenum">
              <a:rPr lang="zh-CN" altLang="en-US" smtClean="0"/>
              <a:pPr/>
              <a:t>15</a:t>
            </a:fld>
            <a:endParaRPr lang="zh-CN" altLang="en-US"/>
          </a:p>
        </p:txBody>
      </p:sp>
      <p:cxnSp>
        <p:nvCxnSpPr>
          <p:cNvPr id="7" name="Straight Arrow Connector 6">
            <a:extLst>
              <a:ext uri="{FF2B5EF4-FFF2-40B4-BE49-F238E27FC236}">
                <a16:creationId xmlns:a16="http://schemas.microsoft.com/office/drawing/2014/main" id="{AB1F078E-2DDD-A807-FDF8-C30A9869F26A}"/>
              </a:ext>
            </a:extLst>
          </p:cNvPr>
          <p:cNvCxnSpPr/>
          <p:nvPr/>
        </p:nvCxnSpPr>
        <p:spPr>
          <a:xfrm>
            <a:off x="527807" y="5251509"/>
            <a:ext cx="11136385" cy="71306"/>
          </a:xfrm>
          <a:prstGeom prst="straightConnector1">
            <a:avLst/>
          </a:prstGeom>
          <a:ln w="38100">
            <a:headEnd type="triangle"/>
            <a:tailEnd type="triangle"/>
          </a:ln>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3A137CE2-3C12-906C-7F24-88016AA4A38E}"/>
              </a:ext>
            </a:extLst>
          </p:cNvPr>
          <p:cNvSpPr txBox="1"/>
          <p:nvPr/>
        </p:nvSpPr>
        <p:spPr>
          <a:xfrm>
            <a:off x="438666" y="5393419"/>
            <a:ext cx="3523379" cy="461665"/>
          </a:xfrm>
          <a:prstGeom prst="rect">
            <a:avLst/>
          </a:prstGeom>
          <a:noFill/>
        </p:spPr>
        <p:txBody>
          <a:bodyPr wrap="square">
            <a:spAutoFit/>
          </a:bodyPr>
          <a:lstStyle/>
          <a:p>
            <a:r>
              <a:rPr kumimoji="0" lang="en-US" sz="2400" b="0"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High Internal Validity</a:t>
            </a:r>
            <a:endParaRPr lang="en-US" dirty="0"/>
          </a:p>
        </p:txBody>
      </p:sp>
      <p:sp>
        <p:nvSpPr>
          <p:cNvPr id="9" name="TextBox 8">
            <a:extLst>
              <a:ext uri="{FF2B5EF4-FFF2-40B4-BE49-F238E27FC236}">
                <a16:creationId xmlns:a16="http://schemas.microsoft.com/office/drawing/2014/main" id="{A2200A14-8713-4655-3B7D-90EDC2D13C7C}"/>
              </a:ext>
            </a:extLst>
          </p:cNvPr>
          <p:cNvSpPr txBox="1"/>
          <p:nvPr/>
        </p:nvSpPr>
        <p:spPr>
          <a:xfrm>
            <a:off x="8668621" y="5393419"/>
            <a:ext cx="3523379" cy="461665"/>
          </a:xfrm>
          <a:prstGeom prst="rect">
            <a:avLst/>
          </a:prstGeom>
          <a:noFill/>
        </p:spPr>
        <p:txBody>
          <a:bodyPr wrap="square">
            <a:spAutoFit/>
          </a:bodyPr>
          <a:lstStyle/>
          <a:p>
            <a:r>
              <a:rPr kumimoji="0" lang="en-US" sz="2400" b="0" i="0" u="none" strike="noStrike" kern="1200" cap="none" spc="0" normalizeH="0" baseline="0" noProof="0">
                <a:ln>
                  <a:noFill/>
                </a:ln>
                <a:solidFill>
                  <a:prstClr val="black"/>
                </a:solidFill>
                <a:effectLst/>
                <a:uLnTx/>
                <a:uFillTx/>
                <a:latin typeface="Gadugi" panose="020B0502040204020203" pitchFamily="34" charset="0"/>
                <a:ea typeface="Gadugi" panose="020B0502040204020203" pitchFamily="34" charset="0"/>
                <a:cs typeface="+mn-cs"/>
              </a:rPr>
              <a:t>High External Validity</a:t>
            </a:r>
            <a:endParaRPr lang="en-US"/>
          </a:p>
        </p:txBody>
      </p:sp>
      <p:sp>
        <p:nvSpPr>
          <p:cNvPr id="10" name="TextBox 9">
            <a:extLst>
              <a:ext uri="{FF2B5EF4-FFF2-40B4-BE49-F238E27FC236}">
                <a16:creationId xmlns:a16="http://schemas.microsoft.com/office/drawing/2014/main" id="{744297A5-AE80-A946-35A7-C60391CE5575}"/>
              </a:ext>
            </a:extLst>
          </p:cNvPr>
          <p:cNvSpPr txBox="1"/>
          <p:nvPr/>
        </p:nvSpPr>
        <p:spPr>
          <a:xfrm>
            <a:off x="2088501" y="4182233"/>
            <a:ext cx="261772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Natural Experiments</a:t>
            </a:r>
            <a:endParaRPr lang="en-US"/>
          </a:p>
        </p:txBody>
      </p:sp>
      <p:sp>
        <p:nvSpPr>
          <p:cNvPr id="12" name="TextBox 11">
            <a:extLst>
              <a:ext uri="{FF2B5EF4-FFF2-40B4-BE49-F238E27FC236}">
                <a16:creationId xmlns:a16="http://schemas.microsoft.com/office/drawing/2014/main" id="{947A284B-82C1-ABD9-9CEE-3A43B4828DD7}"/>
              </a:ext>
            </a:extLst>
          </p:cNvPr>
          <p:cNvSpPr txBox="1"/>
          <p:nvPr/>
        </p:nvSpPr>
        <p:spPr>
          <a:xfrm>
            <a:off x="6791928" y="2135853"/>
            <a:ext cx="1727091" cy="461665"/>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Matching</a:t>
            </a:r>
            <a:endParaRPr lang="en-US"/>
          </a:p>
        </p:txBody>
      </p:sp>
      <p:sp>
        <p:nvSpPr>
          <p:cNvPr id="13" name="TextBox 12">
            <a:extLst>
              <a:ext uri="{FF2B5EF4-FFF2-40B4-BE49-F238E27FC236}">
                <a16:creationId xmlns:a16="http://schemas.microsoft.com/office/drawing/2014/main" id="{CBEA178A-21DB-E282-F3EC-9321FAFD63D0}"/>
              </a:ext>
            </a:extLst>
          </p:cNvPr>
          <p:cNvSpPr txBox="1"/>
          <p:nvPr/>
        </p:nvSpPr>
        <p:spPr>
          <a:xfrm>
            <a:off x="3099733" y="1378734"/>
            <a:ext cx="2827090" cy="1200329"/>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Regression Discontinuity Design</a:t>
            </a:r>
            <a:endParaRPr lang="en-US"/>
          </a:p>
        </p:txBody>
      </p:sp>
      <p:sp>
        <p:nvSpPr>
          <p:cNvPr id="14" name="TextBox 13">
            <a:extLst>
              <a:ext uri="{FF2B5EF4-FFF2-40B4-BE49-F238E27FC236}">
                <a16:creationId xmlns:a16="http://schemas.microsoft.com/office/drawing/2014/main" id="{7F16B857-BA63-D015-D10E-6C35576ED125}"/>
              </a:ext>
            </a:extLst>
          </p:cNvPr>
          <p:cNvSpPr txBox="1"/>
          <p:nvPr/>
        </p:nvSpPr>
        <p:spPr>
          <a:xfrm>
            <a:off x="3750919" y="2982094"/>
            <a:ext cx="3041009"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Difference in Differences</a:t>
            </a:r>
            <a:endParaRPr lang="en-US"/>
          </a:p>
        </p:txBody>
      </p:sp>
      <p:sp>
        <p:nvSpPr>
          <p:cNvPr id="15" name="TextBox 14">
            <a:extLst>
              <a:ext uri="{FF2B5EF4-FFF2-40B4-BE49-F238E27FC236}">
                <a16:creationId xmlns:a16="http://schemas.microsoft.com/office/drawing/2014/main" id="{BE2A54DB-115A-777D-462E-F36D0D16B725}"/>
              </a:ext>
            </a:extLst>
          </p:cNvPr>
          <p:cNvSpPr txBox="1"/>
          <p:nvPr/>
        </p:nvSpPr>
        <p:spPr>
          <a:xfrm>
            <a:off x="5696895" y="4182232"/>
            <a:ext cx="245955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Instrumental Variables</a:t>
            </a:r>
            <a:endParaRPr lang="en-US"/>
          </a:p>
        </p:txBody>
      </p:sp>
      <p:sp>
        <p:nvSpPr>
          <p:cNvPr id="16" name="TextBox 15">
            <a:extLst>
              <a:ext uri="{FF2B5EF4-FFF2-40B4-BE49-F238E27FC236}">
                <a16:creationId xmlns:a16="http://schemas.microsoft.com/office/drawing/2014/main" id="{0CE8BC3C-A44B-4C4C-A2A5-4987ADF9E31C}"/>
              </a:ext>
            </a:extLst>
          </p:cNvPr>
          <p:cNvSpPr txBox="1"/>
          <p:nvPr/>
        </p:nvSpPr>
        <p:spPr>
          <a:xfrm>
            <a:off x="8734945" y="2879879"/>
            <a:ext cx="245955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Fixed Effects and Panel Regression</a:t>
            </a:r>
            <a:endParaRPr lang="en-US"/>
          </a:p>
        </p:txBody>
      </p:sp>
      <p:sp>
        <p:nvSpPr>
          <p:cNvPr id="17" name="TextBox 16">
            <a:extLst>
              <a:ext uri="{FF2B5EF4-FFF2-40B4-BE49-F238E27FC236}">
                <a16:creationId xmlns:a16="http://schemas.microsoft.com/office/drawing/2014/main" id="{1B459FEA-735D-C4BD-9409-0679C025CE6C}"/>
              </a:ext>
            </a:extLst>
          </p:cNvPr>
          <p:cNvSpPr txBox="1"/>
          <p:nvPr/>
        </p:nvSpPr>
        <p:spPr>
          <a:xfrm>
            <a:off x="122680" y="3112958"/>
            <a:ext cx="2617723" cy="830997"/>
          </a:xfrm>
          <a:prstGeom prst="rect">
            <a:avLst/>
          </a:prstGeom>
          <a:noFill/>
        </p:spPr>
        <p:txBody>
          <a:bodyPr wrap="square">
            <a:spAutoFit/>
          </a:bodyPr>
          <a:lstStyle/>
          <a:p>
            <a:pPr algn="ctr"/>
            <a:r>
              <a:rPr lang="en-US" sz="2400">
                <a:solidFill>
                  <a:prstClr val="black"/>
                </a:solidFill>
                <a:latin typeface="Gadugi" panose="020B0502040204020203" pitchFamily="34" charset="0"/>
                <a:ea typeface="Gadugi" panose="020B0502040204020203" pitchFamily="34" charset="0"/>
              </a:rPr>
              <a:t>Randomized </a:t>
            </a:r>
            <a:r>
              <a:rPr lang="en-US" altLang="zh-CN" sz="2400">
                <a:solidFill>
                  <a:prstClr val="black"/>
                </a:solidFill>
                <a:latin typeface="Gadugi" panose="020B0502040204020203" pitchFamily="34" charset="0"/>
                <a:ea typeface="Gadugi" panose="020B0502040204020203" pitchFamily="34" charset="0"/>
              </a:rPr>
              <a:t>Experiments</a:t>
            </a:r>
            <a:endParaRPr lang="en-US"/>
          </a:p>
        </p:txBody>
      </p:sp>
    </p:spTree>
    <p:extLst>
      <p:ext uri="{BB962C8B-B14F-4D97-AF65-F5344CB8AC3E}">
        <p14:creationId xmlns:p14="http://schemas.microsoft.com/office/powerpoint/2010/main" val="8133030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63EFB-4882-041B-F850-561B453B9327}"/>
              </a:ext>
            </a:extLst>
          </p:cNvPr>
          <p:cNvSpPr>
            <a:spLocks noGrp="1"/>
          </p:cNvSpPr>
          <p:nvPr>
            <p:ph type="title"/>
          </p:nvPr>
        </p:nvSpPr>
        <p:spPr/>
        <p:txBody>
          <a:bodyPr/>
          <a:lstStyle/>
          <a:p>
            <a:r>
              <a:rPr lang="en-US" altLang="zh-CN"/>
              <a:t>It</a:t>
            </a:r>
            <a:r>
              <a:rPr lang="zh-CN" altLang="en-US"/>
              <a:t> </a:t>
            </a:r>
            <a:r>
              <a:rPr lang="en-US" altLang="zh-CN"/>
              <a:t>has</a:t>
            </a:r>
            <a:r>
              <a:rPr lang="zh-CN" altLang="en-US"/>
              <a:t> </a:t>
            </a:r>
            <a:r>
              <a:rPr lang="en-US" altLang="zh-CN"/>
              <a:t>been</a:t>
            </a:r>
            <a:r>
              <a:rPr lang="zh-CN" altLang="en-US"/>
              <a:t> </a:t>
            </a:r>
            <a:r>
              <a:rPr lang="en-US" altLang="zh-CN"/>
              <a:t>used</a:t>
            </a:r>
            <a:r>
              <a:rPr lang="zh-CN" altLang="en-US"/>
              <a:t> </a:t>
            </a:r>
            <a:r>
              <a:rPr lang="en-US" altLang="zh-CN"/>
              <a:t>in</a:t>
            </a:r>
            <a:r>
              <a:rPr lang="zh-CN" altLang="en-US"/>
              <a:t> </a:t>
            </a:r>
            <a:r>
              <a:rPr lang="en-US" altLang="zh-CN"/>
              <a:t>software engineering,</a:t>
            </a:r>
            <a:r>
              <a:rPr lang="zh-CN" altLang="en-US"/>
              <a:t> </a:t>
            </a:r>
            <a:r>
              <a:rPr lang="en-US" altLang="zh-CN"/>
              <a:t>but</a:t>
            </a:r>
            <a:r>
              <a:rPr lang="zh-CN" altLang="en-US"/>
              <a:t> </a:t>
            </a:r>
            <a:r>
              <a:rPr lang="en-US" altLang="zh-CN"/>
              <a:t>not</a:t>
            </a:r>
            <a:r>
              <a:rPr lang="zh-CN" altLang="en-US"/>
              <a:t> </a:t>
            </a:r>
            <a:r>
              <a:rPr lang="en-US" altLang="zh-CN"/>
              <a:t>that</a:t>
            </a:r>
            <a:r>
              <a:rPr lang="zh-CN" altLang="en-US"/>
              <a:t> </a:t>
            </a:r>
            <a:r>
              <a:rPr lang="en-US" altLang="zh-CN"/>
              <a:t>much</a:t>
            </a:r>
            <a:endParaRPr lang="en-US"/>
          </a:p>
        </p:txBody>
      </p:sp>
      <p:sp>
        <p:nvSpPr>
          <p:cNvPr id="4" name="Footer Placeholder 3">
            <a:extLst>
              <a:ext uri="{FF2B5EF4-FFF2-40B4-BE49-F238E27FC236}">
                <a16:creationId xmlns:a16="http://schemas.microsoft.com/office/drawing/2014/main" id="{108939A6-FE2C-D977-E040-BDA20948B158}"/>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6BABB24-3947-FA79-7A8F-34B19B9AF327}"/>
              </a:ext>
            </a:extLst>
          </p:cNvPr>
          <p:cNvSpPr>
            <a:spLocks noGrp="1"/>
          </p:cNvSpPr>
          <p:nvPr>
            <p:ph type="sldNum" sz="quarter" idx="12"/>
          </p:nvPr>
        </p:nvSpPr>
        <p:spPr/>
        <p:txBody>
          <a:bodyPr/>
          <a:lstStyle/>
          <a:p>
            <a:fld id="{8E90A93A-CBEB-40B0-B638-E400989BEC3F}" type="slidenum">
              <a:rPr lang="zh-CN" altLang="en-US" smtClean="0"/>
              <a:pPr/>
              <a:t>16</a:t>
            </a:fld>
            <a:endParaRPr lang="zh-CN" altLang="en-US"/>
          </a:p>
        </p:txBody>
      </p:sp>
      <p:pic>
        <p:nvPicPr>
          <p:cNvPr id="8" name="Picture 7">
            <a:extLst>
              <a:ext uri="{FF2B5EF4-FFF2-40B4-BE49-F238E27FC236}">
                <a16:creationId xmlns:a16="http://schemas.microsoft.com/office/drawing/2014/main" id="{44F3E5FF-AC9D-C437-A938-BCCD97A924FE}"/>
              </a:ext>
            </a:extLst>
          </p:cNvPr>
          <p:cNvPicPr>
            <a:picLocks noChangeAspect="1"/>
          </p:cNvPicPr>
          <p:nvPr/>
        </p:nvPicPr>
        <p:blipFill>
          <a:blip r:embed="rId2"/>
          <a:stretch>
            <a:fillRect/>
          </a:stretch>
        </p:blipFill>
        <p:spPr>
          <a:xfrm>
            <a:off x="367265" y="1515463"/>
            <a:ext cx="10441950" cy="4111808"/>
          </a:xfrm>
          <a:prstGeom prst="rect">
            <a:avLst/>
          </a:prstGeom>
        </p:spPr>
      </p:pic>
      <p:sp>
        <p:nvSpPr>
          <p:cNvPr id="11" name="TextBox 10">
            <a:extLst>
              <a:ext uri="{FF2B5EF4-FFF2-40B4-BE49-F238E27FC236}">
                <a16:creationId xmlns:a16="http://schemas.microsoft.com/office/drawing/2014/main" id="{14D9E5AC-E6DD-6F28-7DEF-A2778D510C4B}"/>
              </a:ext>
            </a:extLst>
          </p:cNvPr>
          <p:cNvSpPr txBox="1"/>
          <p:nvPr/>
        </p:nvSpPr>
        <p:spPr>
          <a:xfrm>
            <a:off x="2192322" y="5659343"/>
            <a:ext cx="9144000" cy="400110"/>
          </a:xfrm>
          <a:prstGeom prst="rect">
            <a:avLst/>
          </a:prstGeom>
          <a:noFill/>
        </p:spPr>
        <p:txBody>
          <a:bodyPr wrap="square">
            <a:spAutoFit/>
          </a:bodyPr>
          <a:lstStyle/>
          <a:p>
            <a:r>
              <a:rPr lang="en-US" sz="2000" b="1" dirty="0">
                <a:latin typeface="Gadugi" panose="020B0502040204020203" pitchFamily="34" charset="0"/>
                <a:ea typeface="Gadugi" panose="020B0502040204020203" pitchFamily="34" charset="0"/>
              </a:rPr>
              <a:t>Figure: </a:t>
            </a:r>
            <a:r>
              <a:rPr lang="en-US" sz="2000" dirty="0">
                <a:latin typeface="Gadugi" panose="020B0502040204020203" pitchFamily="34" charset="0"/>
                <a:ea typeface="Gadugi" panose="020B0502040204020203" pitchFamily="34" charset="0"/>
              </a:rPr>
              <a:t>Publication trends at ICSE, FSE, and ASE (2015–2025)</a:t>
            </a:r>
          </a:p>
        </p:txBody>
      </p:sp>
    </p:spTree>
    <p:extLst>
      <p:ext uri="{BB962C8B-B14F-4D97-AF65-F5344CB8AC3E}">
        <p14:creationId xmlns:p14="http://schemas.microsoft.com/office/powerpoint/2010/main" val="28971266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E7DA6DF5-3506-2280-5ED1-212D2ECF496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18D10A7-EE8D-B04C-C0A9-EB1D06D5078F}"/>
              </a:ext>
            </a:extLst>
          </p:cNvPr>
          <p:cNvSpPr>
            <a:spLocks noGrp="1"/>
          </p:cNvSpPr>
          <p:nvPr>
            <p:ph type="sldNum" sz="quarter" idx="12"/>
          </p:nvPr>
        </p:nvSpPr>
        <p:spPr/>
        <p:txBody>
          <a:bodyPr/>
          <a:lstStyle/>
          <a:p>
            <a:fld id="{8E90A93A-CBEB-40B0-B638-E400989BEC3F}" type="slidenum">
              <a:rPr lang="zh-CN" altLang="en-US" smtClean="0"/>
              <a:pPr/>
              <a:t>17</a:t>
            </a:fld>
            <a:endParaRPr lang="zh-CN" altLang="en-US"/>
          </a:p>
        </p:txBody>
      </p:sp>
      <p:pic>
        <p:nvPicPr>
          <p:cNvPr id="7" name="Picture 6">
            <a:extLst>
              <a:ext uri="{FF2B5EF4-FFF2-40B4-BE49-F238E27FC236}">
                <a16:creationId xmlns:a16="http://schemas.microsoft.com/office/drawing/2014/main" id="{A651527C-3AA1-DC89-2A9E-B57013E96AAD}"/>
              </a:ext>
            </a:extLst>
          </p:cNvPr>
          <p:cNvPicPr>
            <a:picLocks noChangeAspect="1"/>
          </p:cNvPicPr>
          <p:nvPr/>
        </p:nvPicPr>
        <p:blipFill>
          <a:blip r:embed="rId2"/>
          <a:stretch>
            <a:fillRect/>
          </a:stretch>
        </p:blipFill>
        <p:spPr>
          <a:xfrm>
            <a:off x="1791164" y="16564"/>
            <a:ext cx="8701109" cy="6414379"/>
          </a:xfrm>
          <a:prstGeom prst="rect">
            <a:avLst/>
          </a:prstGeom>
        </p:spPr>
      </p:pic>
    </p:spTree>
    <p:extLst>
      <p:ext uri="{BB962C8B-B14F-4D97-AF65-F5344CB8AC3E}">
        <p14:creationId xmlns:p14="http://schemas.microsoft.com/office/powerpoint/2010/main" val="23322013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B6C64E61-03DF-EFA1-6AE5-A79E7C707FDF}"/>
              </a:ext>
            </a:extLst>
          </p:cNvPr>
          <p:cNvPicPr>
            <a:picLocks noChangeAspect="1"/>
          </p:cNvPicPr>
          <p:nvPr/>
        </p:nvPicPr>
        <p:blipFill>
          <a:blip r:embed="rId2"/>
          <a:srcRect b="8425"/>
          <a:stretch>
            <a:fillRect/>
          </a:stretch>
        </p:blipFill>
        <p:spPr>
          <a:xfrm>
            <a:off x="501244" y="1797427"/>
            <a:ext cx="3363864" cy="3917282"/>
          </a:xfrm>
          <a:prstGeom prst="rect">
            <a:avLst/>
          </a:prstGeom>
          <a:ln>
            <a:solidFill>
              <a:schemeClr val="tx1"/>
            </a:solidFill>
          </a:ln>
          <a:effectLst>
            <a:outerShdw blurRad="50800" dist="38100" dir="2700000" algn="tl" rotWithShape="0">
              <a:prstClr val="black">
                <a:alpha val="40000"/>
              </a:prstClr>
            </a:outerShdw>
          </a:effectLst>
        </p:spPr>
      </p:pic>
      <p:sp>
        <p:nvSpPr>
          <p:cNvPr id="2" name="Title 1">
            <a:extLst>
              <a:ext uri="{FF2B5EF4-FFF2-40B4-BE49-F238E27FC236}">
                <a16:creationId xmlns:a16="http://schemas.microsoft.com/office/drawing/2014/main" id="{A8A517EA-DBB3-254A-227F-D274397D506A}"/>
              </a:ext>
            </a:extLst>
          </p:cNvPr>
          <p:cNvSpPr>
            <a:spLocks noGrp="1"/>
          </p:cNvSpPr>
          <p:nvPr>
            <p:ph type="title"/>
          </p:nvPr>
        </p:nvSpPr>
        <p:spPr>
          <a:xfrm>
            <a:off x="320949" y="292926"/>
            <a:ext cx="11584418" cy="1082868"/>
          </a:xfrm>
        </p:spPr>
        <p:txBody>
          <a:bodyPr>
            <a:normAutofit/>
          </a:bodyPr>
          <a:lstStyle/>
          <a:p>
            <a:r>
              <a:rPr lang="en-US" dirty="0"/>
              <a:t>The use of modern causal inference methods leads to estimates closer to that from RCT in our case study on AI productivity</a:t>
            </a:r>
          </a:p>
        </p:txBody>
      </p:sp>
      <p:sp>
        <p:nvSpPr>
          <p:cNvPr id="4" name="Footer Placeholder 3">
            <a:extLst>
              <a:ext uri="{FF2B5EF4-FFF2-40B4-BE49-F238E27FC236}">
                <a16:creationId xmlns:a16="http://schemas.microsoft.com/office/drawing/2014/main" id="{737A7DEA-9692-0807-C6AD-FDFE22313268}"/>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43634E9-8A35-2588-73DD-06BA3D8A3D23}"/>
              </a:ext>
            </a:extLst>
          </p:cNvPr>
          <p:cNvSpPr>
            <a:spLocks noGrp="1"/>
          </p:cNvSpPr>
          <p:nvPr>
            <p:ph type="sldNum" sz="quarter" idx="12"/>
          </p:nvPr>
        </p:nvSpPr>
        <p:spPr/>
        <p:txBody>
          <a:bodyPr/>
          <a:lstStyle/>
          <a:p>
            <a:fld id="{8E90A93A-CBEB-40B0-B638-E400989BEC3F}" type="slidenum">
              <a:rPr lang="zh-CN" altLang="en-US" smtClean="0"/>
              <a:pPr/>
              <a:t>18</a:t>
            </a:fld>
            <a:endParaRPr lang="zh-CN" altLang="en-US"/>
          </a:p>
        </p:txBody>
      </p:sp>
      <p:pic>
        <p:nvPicPr>
          <p:cNvPr id="9" name="Picture 8">
            <a:extLst>
              <a:ext uri="{FF2B5EF4-FFF2-40B4-BE49-F238E27FC236}">
                <a16:creationId xmlns:a16="http://schemas.microsoft.com/office/drawing/2014/main" id="{E6CC706B-2C8A-CC8B-6F02-4A5D45FC59B8}"/>
              </a:ext>
            </a:extLst>
          </p:cNvPr>
          <p:cNvPicPr>
            <a:picLocks noChangeAspect="1"/>
          </p:cNvPicPr>
          <p:nvPr/>
        </p:nvPicPr>
        <p:blipFill>
          <a:blip r:embed="rId3"/>
          <a:stretch>
            <a:fillRect/>
          </a:stretch>
        </p:blipFill>
        <p:spPr>
          <a:xfrm>
            <a:off x="7638102" y="1786588"/>
            <a:ext cx="3997494" cy="3004626"/>
          </a:xfrm>
          <a:prstGeom prst="rect">
            <a:avLst/>
          </a:prstGeom>
          <a:ln>
            <a:solidFill>
              <a:schemeClr val="tx1"/>
            </a:solidFill>
          </a:ln>
          <a:effectLst>
            <a:outerShdw blurRad="50800" dist="38100" dir="2700000" algn="tl" rotWithShape="0">
              <a:prstClr val="black">
                <a:alpha val="40000"/>
              </a:prstClr>
            </a:outerShdw>
          </a:effectLst>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7260A22-3367-B96E-268C-7277DA2BD2EE}"/>
                  </a:ext>
                </a:extLst>
              </p:cNvPr>
              <p:cNvSpPr txBox="1"/>
              <p:nvPr/>
            </p:nvSpPr>
            <p:spPr>
              <a:xfrm>
                <a:off x="4112470" y="1647070"/>
                <a:ext cx="3433952"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+911% </a:t>
                </a:r>
                <a:r>
                  <a:rPr lang="en-US" sz="2000" b="1" dirty="0">
                    <a:latin typeface="Gadugi" panose="020B0502040204020203" pitchFamily="34" charset="0"/>
                    <a:ea typeface="Gadugi" panose="020B0502040204020203" pitchFamily="34" charset="0"/>
                  </a:rPr>
                  <a:t>(</a:t>
                </a:r>
                <a14:m>
                  <m:oMath xmlns:m="http://schemas.openxmlformats.org/officeDocument/2006/math">
                    <m:r>
                      <a:rPr lang="en-US" sz="2000" b="1" i="1" smtClean="0">
                        <a:latin typeface="Cambria Math" panose="02040503050406030204" pitchFamily="18" charset="0"/>
                        <a:ea typeface="Cambria Math" panose="02040503050406030204" pitchFamily="18" charset="0"/>
                      </a:rPr>
                      <m:t>±</m:t>
                    </m:r>
                  </m:oMath>
                </a14:m>
                <a:r>
                  <a:rPr lang="en-US" sz="2000" b="1" dirty="0">
                    <a:latin typeface="Gadugi" panose="020B0502040204020203" pitchFamily="34" charset="0"/>
                    <a:ea typeface="Gadugi" panose="020B0502040204020203" pitchFamily="34" charset="0"/>
                  </a:rPr>
                  <a:t>125%)</a:t>
                </a:r>
                <a:endParaRPr lang="en-US" sz="4800" b="1" dirty="0">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Naïve comparison</a:t>
                </a:r>
              </a:p>
            </p:txBody>
          </p:sp>
        </mc:Choice>
        <mc:Fallback xmlns="">
          <p:sp>
            <p:nvSpPr>
              <p:cNvPr id="10" name="TextBox 9">
                <a:extLst>
                  <a:ext uri="{FF2B5EF4-FFF2-40B4-BE49-F238E27FC236}">
                    <a16:creationId xmlns:a16="http://schemas.microsoft.com/office/drawing/2014/main" id="{07260A22-3367-B96E-268C-7277DA2BD2EE}"/>
                  </a:ext>
                </a:extLst>
              </p:cNvPr>
              <p:cNvSpPr txBox="1">
                <a:spLocks noRot="1" noChangeAspect="1" noMove="1" noResize="1" noEditPoints="1" noAdjustHandles="1" noChangeArrowheads="1" noChangeShapeType="1" noTextEdit="1"/>
              </p:cNvSpPr>
              <p:nvPr/>
            </p:nvSpPr>
            <p:spPr>
              <a:xfrm>
                <a:off x="4112470" y="1647070"/>
                <a:ext cx="3433952" cy="1200329"/>
              </a:xfrm>
              <a:prstGeom prst="rect">
                <a:avLst/>
              </a:prstGeom>
              <a:blipFill>
                <a:blip r:embed="rId4"/>
                <a:stretch>
                  <a:fillRect l="-8171" t="-11675" r="-1066" b="-11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EA8089C-CD77-FBB7-8ABB-E4566A0E3CF2}"/>
                  </a:ext>
                </a:extLst>
              </p:cNvPr>
              <p:cNvSpPr txBox="1"/>
              <p:nvPr/>
            </p:nvSpPr>
            <p:spPr>
              <a:xfrm>
                <a:off x="4203649" y="4791214"/>
                <a:ext cx="3095912"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+32%</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8%)</a:t>
                </a:r>
                <a:endParaRPr lang="en-US" sz="4800" b="1" dirty="0">
                  <a:solidFill>
                    <a:srgbClr val="EE0000"/>
                  </a:solidFill>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Modern </a:t>
                </a:r>
                <a:r>
                  <a:rPr lang="en-US" sz="2400" dirty="0" err="1">
                    <a:latin typeface="Gadugi" panose="020B0502040204020203" pitchFamily="34" charset="0"/>
                    <a:ea typeface="Gadugi" panose="020B0502040204020203" pitchFamily="34" charset="0"/>
                  </a:rPr>
                  <a:t>DiD</a:t>
                </a:r>
                <a:r>
                  <a:rPr lang="en-US" sz="2400" dirty="0">
                    <a:latin typeface="Gadugi" panose="020B0502040204020203" pitchFamily="34" charset="0"/>
                    <a:ea typeface="Gadugi" panose="020B0502040204020203" pitchFamily="34" charset="0"/>
                  </a:rPr>
                  <a:t> estimate</a:t>
                </a:r>
              </a:p>
            </p:txBody>
          </p:sp>
        </mc:Choice>
        <mc:Fallback xmlns="">
          <p:sp>
            <p:nvSpPr>
              <p:cNvPr id="12" name="TextBox 11">
                <a:extLst>
                  <a:ext uri="{FF2B5EF4-FFF2-40B4-BE49-F238E27FC236}">
                    <a16:creationId xmlns:a16="http://schemas.microsoft.com/office/drawing/2014/main" id="{9EA8089C-CD77-FBB7-8ABB-E4566A0E3CF2}"/>
                  </a:ext>
                </a:extLst>
              </p:cNvPr>
              <p:cNvSpPr txBox="1">
                <a:spLocks noRot="1" noChangeAspect="1" noMove="1" noResize="1" noEditPoints="1" noAdjustHandles="1" noChangeArrowheads="1" noChangeShapeType="1" noTextEdit="1"/>
              </p:cNvSpPr>
              <p:nvPr/>
            </p:nvSpPr>
            <p:spPr>
              <a:xfrm>
                <a:off x="4203649" y="4791214"/>
                <a:ext cx="3095912" cy="1200329"/>
              </a:xfrm>
              <a:prstGeom prst="rect">
                <a:avLst/>
              </a:prstGeom>
              <a:blipFill>
                <a:blip r:embed="rId5"/>
                <a:stretch>
                  <a:fillRect l="-9073" t="-11675" r="-2170" b="-11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2F1B85-B9E8-0069-69F9-E84ED0EB7307}"/>
                  </a:ext>
                </a:extLst>
              </p:cNvPr>
              <p:cNvSpPr txBox="1"/>
              <p:nvPr/>
            </p:nvSpPr>
            <p:spPr>
              <a:xfrm>
                <a:off x="7638102" y="4891984"/>
                <a:ext cx="3905814" cy="1200329"/>
              </a:xfrm>
              <a:prstGeom prst="rect">
                <a:avLst/>
              </a:prstGeom>
              <a:noFill/>
            </p:spPr>
            <p:txBody>
              <a:bodyPr wrap="none" rtlCol="0">
                <a:spAutoFit/>
              </a:bodyPr>
              <a:lstStyle/>
              <a:p>
                <a:pPr algn="ctr"/>
                <a:r>
                  <a:rPr lang="en-US" sz="4800" b="1" dirty="0">
                    <a:solidFill>
                      <a:srgbClr val="EE0000"/>
                    </a:solidFill>
                    <a:latin typeface="Gadugi" panose="020B0502040204020203" pitchFamily="34" charset="0"/>
                    <a:ea typeface="Gadugi" panose="020B0502040204020203" pitchFamily="34" charset="0"/>
                  </a:rPr>
                  <a:t>+18%</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20%)</a:t>
                </a:r>
                <a:endParaRPr lang="en-US" sz="4800" b="1" dirty="0">
                  <a:solidFill>
                    <a:srgbClr val="EE0000"/>
                  </a:solidFill>
                  <a:latin typeface="Gadugi" panose="020B0502040204020203" pitchFamily="34" charset="0"/>
                  <a:ea typeface="Gadugi" panose="020B0502040204020203" pitchFamily="34" charset="0"/>
                </a:endParaRPr>
              </a:p>
              <a:p>
                <a:pPr algn="ctr"/>
                <a:r>
                  <a:rPr lang="en-US" sz="2400" dirty="0">
                    <a:latin typeface="Gadugi" panose="020B0502040204020203" pitchFamily="34" charset="0"/>
                    <a:ea typeface="Gadugi" panose="020B0502040204020203" pitchFamily="34" charset="0"/>
                  </a:rPr>
                  <a:t>Feb 2026 METR experiment</a:t>
                </a:r>
              </a:p>
            </p:txBody>
          </p:sp>
        </mc:Choice>
        <mc:Fallback xmlns="">
          <p:sp>
            <p:nvSpPr>
              <p:cNvPr id="14" name="TextBox 13">
                <a:extLst>
                  <a:ext uri="{FF2B5EF4-FFF2-40B4-BE49-F238E27FC236}">
                    <a16:creationId xmlns:a16="http://schemas.microsoft.com/office/drawing/2014/main" id="{3F2F1B85-B9E8-0069-69F9-E84ED0EB7307}"/>
                  </a:ext>
                </a:extLst>
              </p:cNvPr>
              <p:cNvSpPr txBox="1">
                <a:spLocks noRot="1" noChangeAspect="1" noMove="1" noResize="1" noEditPoints="1" noAdjustHandles="1" noChangeArrowheads="1" noChangeShapeType="1" noTextEdit="1"/>
              </p:cNvSpPr>
              <p:nvPr/>
            </p:nvSpPr>
            <p:spPr>
              <a:xfrm>
                <a:off x="7638102" y="4891984"/>
                <a:ext cx="3905814" cy="1200329"/>
              </a:xfrm>
              <a:prstGeom prst="rect">
                <a:avLst/>
              </a:prstGeom>
              <a:blipFill>
                <a:blip r:embed="rId6"/>
                <a:stretch>
                  <a:fillRect l="-1872" t="-11675" r="-1716" b="-11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3B72F78-8A9A-5C61-1495-88B5AD2F170D}"/>
                  </a:ext>
                </a:extLst>
              </p:cNvPr>
              <p:cNvSpPr txBox="1"/>
              <p:nvPr/>
            </p:nvSpPr>
            <p:spPr>
              <a:xfrm>
                <a:off x="4154982" y="3249202"/>
                <a:ext cx="3193246" cy="1200329"/>
              </a:xfrm>
              <a:prstGeom prst="rect">
                <a:avLst/>
              </a:prstGeom>
              <a:noFill/>
            </p:spPr>
            <p:txBody>
              <a:bodyPr wrap="none" rtlCol="0">
                <a:spAutoFit/>
              </a:bodyPr>
              <a:lstStyle/>
              <a:p>
                <a:r>
                  <a:rPr lang="en-US" sz="4800" b="1" dirty="0">
                    <a:solidFill>
                      <a:srgbClr val="EE0000"/>
                    </a:solidFill>
                    <a:latin typeface="Gadugi" panose="020B0502040204020203" pitchFamily="34" charset="0"/>
                    <a:ea typeface="Gadugi" panose="020B0502040204020203" pitchFamily="34" charset="0"/>
                  </a:rPr>
                  <a:t>+158%</a:t>
                </a:r>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 (</a:t>
                </a:r>
                <a14:m>
                  <m:oMath xmlns:m="http://schemas.openxmlformats.org/officeDocument/2006/math">
                    <m:r>
                      <a:rPr lang="en-US" sz="2000" b="1" i="1">
                        <a:latin typeface="Cambria Math" panose="02040503050406030204" pitchFamily="18" charset="0"/>
                        <a:ea typeface="Cambria Math" panose="02040503050406030204" pitchFamily="18" charset="0"/>
                      </a:rPr>
                      <m:t>±</m:t>
                    </m:r>
                  </m:oMath>
                </a14:m>
                <a:r>
                  <a:rPr kumimoji="0" lang="en-US" sz="2000" b="1" i="0" u="none" strike="noStrike" kern="1200" cap="none" spc="0" normalizeH="0" baseline="0" noProof="0" dirty="0">
                    <a:ln>
                      <a:noFill/>
                    </a:ln>
                    <a:solidFill>
                      <a:prstClr val="black"/>
                    </a:solidFill>
                    <a:effectLst/>
                    <a:uLnTx/>
                    <a:uFillTx/>
                    <a:latin typeface="Gadugi" panose="020B0502040204020203" pitchFamily="34" charset="0"/>
                    <a:ea typeface="Gadugi" panose="020B0502040204020203" pitchFamily="34" charset="0"/>
                    <a:cs typeface="+mn-cs"/>
                  </a:rPr>
                  <a:t>30%)</a:t>
                </a:r>
                <a:endParaRPr lang="en-US" sz="4800" b="1" dirty="0">
                  <a:solidFill>
                    <a:srgbClr val="EE0000"/>
                  </a:solidFill>
                  <a:latin typeface="Gadugi" panose="020B0502040204020203" pitchFamily="34" charset="0"/>
                  <a:ea typeface="Gadugi" panose="020B0502040204020203" pitchFamily="34" charset="0"/>
                </a:endParaRPr>
              </a:p>
              <a:p>
                <a:r>
                  <a:rPr lang="en-US" sz="2400" dirty="0">
                    <a:latin typeface="Gadugi" panose="020B0502040204020203" pitchFamily="34" charset="0"/>
                    <a:ea typeface="Gadugi" panose="020B0502040204020203" pitchFamily="34" charset="0"/>
                  </a:rPr>
                  <a:t>Kitchen-sink OLS</a:t>
                </a:r>
              </a:p>
            </p:txBody>
          </p:sp>
        </mc:Choice>
        <mc:Fallback xmlns="">
          <p:sp>
            <p:nvSpPr>
              <p:cNvPr id="16" name="TextBox 15">
                <a:extLst>
                  <a:ext uri="{FF2B5EF4-FFF2-40B4-BE49-F238E27FC236}">
                    <a16:creationId xmlns:a16="http://schemas.microsoft.com/office/drawing/2014/main" id="{53B72F78-8A9A-5C61-1495-88B5AD2F170D}"/>
                  </a:ext>
                </a:extLst>
              </p:cNvPr>
              <p:cNvSpPr txBox="1">
                <a:spLocks noRot="1" noChangeAspect="1" noMove="1" noResize="1" noEditPoints="1" noAdjustHandles="1" noChangeArrowheads="1" noChangeShapeType="1" noTextEdit="1"/>
              </p:cNvSpPr>
              <p:nvPr/>
            </p:nvSpPr>
            <p:spPr>
              <a:xfrm>
                <a:off x="4154982" y="3249202"/>
                <a:ext cx="3193246" cy="1200329"/>
              </a:xfrm>
              <a:prstGeom prst="rect">
                <a:avLst/>
              </a:prstGeom>
              <a:blipFill>
                <a:blip r:embed="rId7"/>
                <a:stretch>
                  <a:fillRect l="-8795" t="-11675" r="-1147" b="-11168"/>
                </a:stretch>
              </a:blipFill>
            </p:spPr>
            <p:txBody>
              <a:bodyPr/>
              <a:lstStyle/>
              <a:p>
                <a:r>
                  <a:rPr lang="en-US">
                    <a:noFill/>
                  </a:rPr>
                  <a:t> </a:t>
                </a:r>
              </a:p>
            </p:txBody>
          </p:sp>
        </mc:Fallback>
      </mc:AlternateContent>
    </p:spTree>
    <p:extLst>
      <p:ext uri="{BB962C8B-B14F-4D97-AF65-F5344CB8AC3E}">
        <p14:creationId xmlns:p14="http://schemas.microsoft.com/office/powerpoint/2010/main" val="326983397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C43108-8607-A5FA-D593-9FD6D6A905D1}"/>
              </a:ext>
            </a:extLst>
          </p:cNvPr>
          <p:cNvSpPr>
            <a:spLocks noGrp="1"/>
          </p:cNvSpPr>
          <p:nvPr>
            <p:ph type="title"/>
          </p:nvPr>
        </p:nvSpPr>
        <p:spPr/>
        <p:txBody>
          <a:bodyPr/>
          <a:lstStyle/>
          <a:p>
            <a:r>
              <a:rPr lang="en-US"/>
              <a:t>Thesis Statement</a:t>
            </a:r>
          </a:p>
        </p:txBody>
      </p:sp>
      <p:sp>
        <p:nvSpPr>
          <p:cNvPr id="4" name="Footer Placeholder 3">
            <a:extLst>
              <a:ext uri="{FF2B5EF4-FFF2-40B4-BE49-F238E27FC236}">
                <a16:creationId xmlns:a16="http://schemas.microsoft.com/office/drawing/2014/main" id="{F6A7A75E-1D99-ED63-F13C-F219FCA04F67}"/>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20C91786-2361-9A48-3785-382A438A8A44}"/>
              </a:ext>
            </a:extLst>
          </p:cNvPr>
          <p:cNvSpPr>
            <a:spLocks noGrp="1"/>
          </p:cNvSpPr>
          <p:nvPr>
            <p:ph type="sldNum" sz="quarter" idx="12"/>
          </p:nvPr>
        </p:nvSpPr>
        <p:spPr/>
        <p:txBody>
          <a:bodyPr/>
          <a:lstStyle/>
          <a:p>
            <a:fld id="{8E90A93A-CBEB-40B0-B638-E400989BEC3F}" type="slidenum">
              <a:rPr lang="zh-CN" altLang="en-US" smtClean="0"/>
              <a:pPr/>
              <a:t>19</a:t>
            </a:fld>
            <a:endParaRPr lang="zh-CN" altLang="en-US"/>
          </a:p>
        </p:txBody>
      </p:sp>
      <p:sp>
        <p:nvSpPr>
          <p:cNvPr id="6" name="Content Placeholder 2">
            <a:extLst>
              <a:ext uri="{FF2B5EF4-FFF2-40B4-BE49-F238E27FC236}">
                <a16:creationId xmlns:a16="http://schemas.microsoft.com/office/drawing/2014/main" id="{558C73C7-2131-808B-5B88-F50B3EFFF2D2}"/>
              </a:ext>
            </a:extLst>
          </p:cNvPr>
          <p:cNvSpPr txBox="1">
            <a:spLocks/>
          </p:cNvSpPr>
          <p:nvPr/>
        </p:nvSpPr>
        <p:spPr>
          <a:xfrm>
            <a:off x="320948" y="1258351"/>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sp>
        <p:nvSpPr>
          <p:cNvPr id="7" name="Content Placeholder 2">
            <a:extLst>
              <a:ext uri="{FF2B5EF4-FFF2-40B4-BE49-F238E27FC236}">
                <a16:creationId xmlns:a16="http://schemas.microsoft.com/office/drawing/2014/main" id="{FB227BF8-964B-2FF2-335F-C80992ADFEC9}"/>
              </a:ext>
            </a:extLst>
          </p:cNvPr>
          <p:cNvSpPr>
            <a:spLocks noGrp="1"/>
          </p:cNvSpPr>
          <p:nvPr>
            <p:ph idx="1"/>
          </p:nvPr>
        </p:nvSpPr>
        <p:spPr>
          <a:xfrm>
            <a:off x="320948" y="2652567"/>
            <a:ext cx="11584419" cy="3363445"/>
          </a:xfrm>
        </p:spPr>
        <p:txBody>
          <a:bodyPr>
            <a:normAutofit fontScale="92500"/>
          </a:bodyPr>
          <a:lstStyle/>
          <a:p>
            <a:r>
              <a:rPr lang="en-US" dirty="0"/>
              <a:t>One </a:t>
            </a:r>
            <a:r>
              <a:rPr lang="en-US" dirty="0">
                <a:solidFill>
                  <a:srgbClr val="EE0000"/>
                </a:solidFill>
              </a:rPr>
              <a:t>feasible</a:t>
            </a:r>
            <a:r>
              <a:rPr lang="en-US" dirty="0"/>
              <a:t> causal credibility </a:t>
            </a:r>
            <a:r>
              <a:rPr lang="en-US" altLang="zh-CN" dirty="0"/>
              <a:t>assessment</a:t>
            </a:r>
            <a:r>
              <a:rPr lang="en-US" dirty="0"/>
              <a:t> </a:t>
            </a:r>
            <a:r>
              <a:rPr lang="en-US" altLang="zh-CN" dirty="0"/>
              <a:t>operationalization in SE settings is as follows:</a:t>
            </a:r>
            <a:endParaRPr lang="en-US" dirty="0"/>
          </a:p>
          <a:p>
            <a:pPr marL="914400" lvl="1" indent="-457200">
              <a:buFont typeface="+mj-lt"/>
              <a:buAutoNum type="arabicPeriod"/>
            </a:pPr>
            <a:r>
              <a:rPr lang="en-US" dirty="0"/>
              <a:t>Derive a </a:t>
            </a:r>
            <a:r>
              <a:rPr lang="en-US" b="1" dirty="0"/>
              <a:t>causal theory </a:t>
            </a:r>
            <a:r>
              <a:rPr lang="en-US" dirty="0"/>
              <a:t>from existing SE domain knowledge </a:t>
            </a:r>
          </a:p>
          <a:p>
            <a:pPr marL="914400" lvl="1" indent="-457200">
              <a:buFont typeface="+mj-lt"/>
              <a:buAutoNum type="arabicPeriod"/>
            </a:pPr>
            <a:r>
              <a:rPr lang="en-US" dirty="0"/>
              <a:t>Define a causal estimate of interest and the </a:t>
            </a:r>
            <a:r>
              <a:rPr lang="en-US" b="1" dirty="0"/>
              <a:t>assumption</a:t>
            </a:r>
            <a:r>
              <a:rPr lang="en-US" dirty="0"/>
              <a:t> under which the estimate would carry a causal interpretation through the potential outcome framework</a:t>
            </a:r>
          </a:p>
          <a:p>
            <a:pPr marL="914400" lvl="1" indent="-457200">
              <a:buFont typeface="+mj-lt"/>
              <a:buAutoNum type="arabicPeriod"/>
            </a:pPr>
            <a:r>
              <a:rPr lang="en-US" dirty="0"/>
              <a:t>Honestly </a:t>
            </a:r>
            <a:r>
              <a:rPr lang="en-US" b="1" dirty="0"/>
              <a:t>acknowledge</a:t>
            </a:r>
            <a:r>
              <a:rPr lang="en-US" dirty="0"/>
              <a:t> and </a:t>
            </a:r>
            <a:r>
              <a:rPr lang="en-US" b="1" dirty="0"/>
              <a:t>mitigate</a:t>
            </a:r>
            <a:r>
              <a:rPr lang="en-US" dirty="0"/>
              <a:t> limitations in data collection, metric design, measurement infrastructure, and model specifications</a:t>
            </a:r>
          </a:p>
          <a:p>
            <a:pPr marL="914400" lvl="1" indent="-457200">
              <a:buFont typeface="+mj-lt"/>
              <a:buAutoNum type="arabicPeriod"/>
            </a:pPr>
            <a:r>
              <a:rPr lang="en-US" dirty="0"/>
              <a:t>Thoughtfully navigate </a:t>
            </a:r>
            <a:r>
              <a:rPr lang="en-US" b="1" dirty="0"/>
              <a:t>alternative explanations</a:t>
            </a:r>
            <a:r>
              <a:rPr lang="en-US" dirty="0"/>
              <a:t> (i.e., alternative DAGs)</a:t>
            </a:r>
          </a:p>
        </p:txBody>
      </p:sp>
    </p:spTree>
    <p:extLst>
      <p:ext uri="{BB962C8B-B14F-4D97-AF65-F5344CB8AC3E}">
        <p14:creationId xmlns:p14="http://schemas.microsoft.com/office/powerpoint/2010/main" val="16339586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FA238-B127-665D-378C-E4A5C19297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4F900-038A-DEBF-A14E-0DBD0C44D1A3}"/>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Dependency Pinning on Supply Chain Security</a:t>
            </a:r>
            <a:endParaRPr lang="en-US" sz="2400" dirty="0"/>
          </a:p>
        </p:txBody>
      </p:sp>
      <p:sp>
        <p:nvSpPr>
          <p:cNvPr id="3" name="Subtitle 2">
            <a:extLst>
              <a:ext uri="{FF2B5EF4-FFF2-40B4-BE49-F238E27FC236}">
                <a16:creationId xmlns:a16="http://schemas.microsoft.com/office/drawing/2014/main" id="{CAE3AFF9-D0C8-13EF-3A97-9D0D7FF7C79A}"/>
              </a:ext>
            </a:extLst>
          </p:cNvPr>
          <p:cNvSpPr>
            <a:spLocks noGrp="1"/>
          </p:cNvSpPr>
          <p:nvPr>
            <p:ph type="subTitle" idx="1"/>
          </p:nvPr>
        </p:nvSpPr>
        <p:spPr>
          <a:xfrm>
            <a:off x="2595421" y="4420160"/>
            <a:ext cx="9144000" cy="1625039"/>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Bogdan Vasilescu, and Christian Kästner. “Pinning Is Futile: You Need More Than Local Dependency Versioning to Defend against Supply Chain Attacks.” Proceedings of the ACM on Software Engineering 2.FSE (2025), Article FSE013, pp. 266–289. </a:t>
            </a:r>
            <a:r>
              <a:rPr lang="en-US" sz="2000" b="1" dirty="0">
                <a:solidFill>
                  <a:srgbClr val="222222"/>
                </a:solidFill>
                <a:latin typeface="Arial" panose="020B0604020202020204" pitchFamily="34" charset="0"/>
              </a:rPr>
              <a:t>🏆Distinguished Paper Award</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80BD0E39-B079-9602-06B7-A1AE1B796AA2}"/>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F9293BB5-6731-86D1-6410-2AF3A3925FBD}"/>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BA902A0-53F9-2F4E-8586-D484E0697FE7}"/>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326419B-8CA5-8DC5-D823-53B524401C6C}"/>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49DC973-6C09-C900-1EA3-1B5974817C7E}"/>
              </a:ext>
            </a:extLst>
          </p:cNvPr>
          <p:cNvSpPr txBox="1"/>
          <p:nvPr/>
        </p:nvSpPr>
        <p:spPr>
          <a:xfrm>
            <a:off x="2534919" y="1056262"/>
            <a:ext cx="2257990"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454614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B844B5-8F17-28E2-74F7-F4EF8D4475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21B4CB-E55B-31D2-AC7C-C533BD3FC895}"/>
              </a:ext>
            </a:extLst>
          </p:cNvPr>
          <p:cNvSpPr>
            <a:spLocks noGrp="1"/>
          </p:cNvSpPr>
          <p:nvPr>
            <p:ph type="title"/>
          </p:nvPr>
        </p:nvSpPr>
        <p:spPr/>
        <p:txBody>
          <a:bodyPr/>
          <a:lstStyle/>
          <a:p>
            <a:r>
              <a:rPr lang="en-US" altLang="zh-CN" sz="3200" dirty="0">
                <a:ea typeface="Gadugi" panose="020B0502040204020203" pitchFamily="34" charset="0"/>
              </a:rPr>
              <a:t>Research Question and the (Causal) Myth</a:t>
            </a:r>
            <a:endParaRPr lang="en-US" dirty="0"/>
          </a:p>
        </p:txBody>
      </p:sp>
      <p:sp>
        <p:nvSpPr>
          <p:cNvPr id="3" name="Content Placeholder 2">
            <a:extLst>
              <a:ext uri="{FF2B5EF4-FFF2-40B4-BE49-F238E27FC236}">
                <a16:creationId xmlns:a16="http://schemas.microsoft.com/office/drawing/2014/main" id="{B89BA133-FEC7-D22C-FDB5-9E9FAE6FCA1F}"/>
              </a:ext>
            </a:extLst>
          </p:cNvPr>
          <p:cNvSpPr>
            <a:spLocks noGrp="1"/>
          </p:cNvSpPr>
          <p:nvPr>
            <p:ph idx="1"/>
          </p:nvPr>
        </p:nvSpPr>
        <p:spPr>
          <a:xfrm>
            <a:off x="320948" y="1205069"/>
            <a:ext cx="11584419" cy="1218535"/>
          </a:xfrm>
        </p:spPr>
        <p:txBody>
          <a:bodyPr/>
          <a:lstStyle/>
          <a:p>
            <a:r>
              <a:rPr lang="en-US" altLang="zh-CN" b="1" dirty="0"/>
              <a:t>RQ1: </a:t>
            </a:r>
            <a:r>
              <a:rPr lang="en-US" dirty="0"/>
              <a:t>How does the individual choice of pinning direct dependencies affect the overall security risks and maintenance costs in one’s own dependency graph</a:t>
            </a:r>
            <a:r>
              <a:rPr lang="en-US" altLang="zh-CN" dirty="0"/>
              <a:t>? </a:t>
            </a:r>
            <a:endParaRPr lang="en-US" dirty="0"/>
          </a:p>
          <a:p>
            <a:endParaRPr lang="en-US" dirty="0"/>
          </a:p>
        </p:txBody>
      </p:sp>
      <p:sp>
        <p:nvSpPr>
          <p:cNvPr id="4" name="Footer Placeholder 3">
            <a:extLst>
              <a:ext uri="{FF2B5EF4-FFF2-40B4-BE49-F238E27FC236}">
                <a16:creationId xmlns:a16="http://schemas.microsoft.com/office/drawing/2014/main" id="{B32D10B9-E8A4-1778-68A3-17622F43EA2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78DA781-8257-3A2B-8A1D-73F966F6C773}"/>
              </a:ext>
            </a:extLst>
          </p:cNvPr>
          <p:cNvSpPr>
            <a:spLocks noGrp="1"/>
          </p:cNvSpPr>
          <p:nvPr>
            <p:ph type="sldNum" sz="quarter" idx="12"/>
          </p:nvPr>
        </p:nvSpPr>
        <p:spPr/>
        <p:txBody>
          <a:bodyPr/>
          <a:lstStyle/>
          <a:p>
            <a:fld id="{8E90A93A-CBEB-40B0-B638-E400989BEC3F}" type="slidenum">
              <a:rPr lang="zh-CN" altLang="en-US" smtClean="0"/>
              <a:pPr/>
              <a:t>21</a:t>
            </a:fld>
            <a:endParaRPr lang="zh-CN" altLang="en-US"/>
          </a:p>
        </p:txBody>
      </p:sp>
      <p:sp>
        <p:nvSpPr>
          <p:cNvPr id="12" name="TextBox 11">
            <a:extLst>
              <a:ext uri="{FF2B5EF4-FFF2-40B4-BE49-F238E27FC236}">
                <a16:creationId xmlns:a16="http://schemas.microsoft.com/office/drawing/2014/main" id="{D3D97AF0-1A4F-F531-9E12-83B818888933}"/>
              </a:ext>
            </a:extLst>
          </p:cNvPr>
          <p:cNvSpPr txBox="1"/>
          <p:nvPr/>
        </p:nvSpPr>
        <p:spPr>
          <a:xfrm>
            <a:off x="5810435" y="5046955"/>
            <a:ext cx="184731" cy="369332"/>
          </a:xfrm>
          <a:prstGeom prst="rect">
            <a:avLst/>
          </a:prstGeom>
          <a:noFill/>
        </p:spPr>
        <p:txBody>
          <a:bodyPr wrap="none" rtlCol="0">
            <a:spAutoFit/>
          </a:bodyPr>
          <a:lstStyle/>
          <a:p>
            <a:endParaRPr lang="en-US"/>
          </a:p>
        </p:txBody>
      </p:sp>
      <p:pic>
        <p:nvPicPr>
          <p:cNvPr id="13" name="Picture 12">
            <a:extLst>
              <a:ext uri="{FF2B5EF4-FFF2-40B4-BE49-F238E27FC236}">
                <a16:creationId xmlns:a16="http://schemas.microsoft.com/office/drawing/2014/main" id="{49A199A4-3400-99CD-112F-388A911B0CB7}"/>
              </a:ext>
            </a:extLst>
          </p:cNvPr>
          <p:cNvPicPr>
            <a:picLocks noChangeAspect="1"/>
          </p:cNvPicPr>
          <p:nvPr/>
        </p:nvPicPr>
        <p:blipFill>
          <a:blip r:embed="rId2"/>
          <a:stretch>
            <a:fillRect/>
          </a:stretch>
        </p:blipFill>
        <p:spPr>
          <a:xfrm>
            <a:off x="270699" y="2481958"/>
            <a:ext cx="6475311" cy="177475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6" name="Picture 2">
            <a:extLst>
              <a:ext uri="{FF2B5EF4-FFF2-40B4-BE49-F238E27FC236}">
                <a16:creationId xmlns:a16="http://schemas.microsoft.com/office/drawing/2014/main" id="{B703D655-46BD-AC47-7ECD-143A05C866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55358" y="2737087"/>
            <a:ext cx="4824143" cy="294943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9" name="Picture 18">
            <a:extLst>
              <a:ext uri="{FF2B5EF4-FFF2-40B4-BE49-F238E27FC236}">
                <a16:creationId xmlns:a16="http://schemas.microsoft.com/office/drawing/2014/main" id="{69A76289-86D5-69E4-6195-FA1699237899}"/>
              </a:ext>
            </a:extLst>
          </p:cNvPr>
          <p:cNvPicPr>
            <a:picLocks noChangeAspect="1"/>
          </p:cNvPicPr>
          <p:nvPr/>
        </p:nvPicPr>
        <p:blipFill rotWithShape="1">
          <a:blip r:embed="rId4"/>
          <a:srcRect b="55631"/>
          <a:stretch/>
        </p:blipFill>
        <p:spPr>
          <a:xfrm>
            <a:off x="270699" y="4661006"/>
            <a:ext cx="6475310" cy="1341353"/>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11278399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7D284B-E583-9928-58CA-31214E5DA2D1}"/>
              </a:ext>
            </a:extLst>
          </p:cNvPr>
          <p:cNvSpPr>
            <a:spLocks noGrp="1"/>
          </p:cNvSpPr>
          <p:nvPr>
            <p:ph type="title"/>
          </p:nvPr>
        </p:nvSpPr>
        <p:spPr/>
        <p:txBody>
          <a:bodyPr/>
          <a:lstStyle/>
          <a:p>
            <a:r>
              <a:rPr lang="en-US" dirty="0"/>
              <a:t>Key Findings</a:t>
            </a:r>
          </a:p>
        </p:txBody>
      </p:sp>
      <p:sp>
        <p:nvSpPr>
          <p:cNvPr id="3" name="Content Placeholder 2">
            <a:extLst>
              <a:ext uri="{FF2B5EF4-FFF2-40B4-BE49-F238E27FC236}">
                <a16:creationId xmlns:a16="http://schemas.microsoft.com/office/drawing/2014/main" id="{0937BB8C-A153-44CC-EAAC-B8663963B0E3}"/>
              </a:ext>
            </a:extLst>
          </p:cNvPr>
          <p:cNvSpPr>
            <a:spLocks noGrp="1"/>
          </p:cNvSpPr>
          <p:nvPr>
            <p:ph idx="1"/>
          </p:nvPr>
        </p:nvSpPr>
        <p:spPr>
          <a:xfrm>
            <a:off x="320948" y="1205070"/>
            <a:ext cx="11584419" cy="1580076"/>
          </a:xfrm>
        </p:spPr>
        <p:txBody>
          <a:bodyPr/>
          <a:lstStyle/>
          <a:p>
            <a:r>
              <a:rPr lang="en-US" dirty="0"/>
              <a:t>We find an counterintuitive cross-over regarding pinning on attack surface</a:t>
            </a:r>
          </a:p>
          <a:p>
            <a:r>
              <a:rPr lang="en-US" dirty="0"/>
              <a:t>We confirm practitioner’s expectation on its effect on security vulnerabilities, bloat, and outdated dependencies</a:t>
            </a:r>
          </a:p>
        </p:txBody>
      </p:sp>
      <p:sp>
        <p:nvSpPr>
          <p:cNvPr id="4" name="Footer Placeholder 3">
            <a:extLst>
              <a:ext uri="{FF2B5EF4-FFF2-40B4-BE49-F238E27FC236}">
                <a16:creationId xmlns:a16="http://schemas.microsoft.com/office/drawing/2014/main" id="{D4C8F386-EF81-33D3-B9B0-FA72BB969DA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68C731D-B1A9-4061-5DE6-8371B75A8158}"/>
              </a:ext>
            </a:extLst>
          </p:cNvPr>
          <p:cNvSpPr>
            <a:spLocks noGrp="1"/>
          </p:cNvSpPr>
          <p:nvPr>
            <p:ph type="sldNum" sz="quarter" idx="12"/>
          </p:nvPr>
        </p:nvSpPr>
        <p:spPr/>
        <p:txBody>
          <a:bodyPr/>
          <a:lstStyle/>
          <a:p>
            <a:fld id="{8E90A93A-CBEB-40B0-B638-E400989BEC3F}" type="slidenum">
              <a:rPr lang="zh-CN" altLang="en-US" smtClean="0"/>
              <a:pPr/>
              <a:t>22</a:t>
            </a:fld>
            <a:endParaRPr lang="zh-CN" altLang="en-US"/>
          </a:p>
        </p:txBody>
      </p:sp>
      <p:pic>
        <p:nvPicPr>
          <p:cNvPr id="7" name="Picture 6">
            <a:extLst>
              <a:ext uri="{FF2B5EF4-FFF2-40B4-BE49-F238E27FC236}">
                <a16:creationId xmlns:a16="http://schemas.microsoft.com/office/drawing/2014/main" id="{3D2C0FF2-AAEF-61BC-37CF-6927879CA0CA}"/>
              </a:ext>
            </a:extLst>
          </p:cNvPr>
          <p:cNvPicPr>
            <a:picLocks noChangeAspect="1"/>
          </p:cNvPicPr>
          <p:nvPr/>
        </p:nvPicPr>
        <p:blipFill>
          <a:blip r:embed="rId2"/>
          <a:srcRect l="3537" r="23637"/>
          <a:stretch>
            <a:fillRect/>
          </a:stretch>
        </p:blipFill>
        <p:spPr>
          <a:xfrm>
            <a:off x="6301216" y="2988982"/>
            <a:ext cx="5062666" cy="3368552"/>
          </a:xfrm>
          <a:prstGeom prst="rect">
            <a:avLst/>
          </a:prstGeom>
        </p:spPr>
      </p:pic>
      <p:pic>
        <p:nvPicPr>
          <p:cNvPr id="9" name="Picture 8">
            <a:extLst>
              <a:ext uri="{FF2B5EF4-FFF2-40B4-BE49-F238E27FC236}">
                <a16:creationId xmlns:a16="http://schemas.microsoft.com/office/drawing/2014/main" id="{066EFC35-8BEF-1F29-07D6-868213545C93}"/>
              </a:ext>
            </a:extLst>
          </p:cNvPr>
          <p:cNvPicPr>
            <a:picLocks noChangeAspect="1"/>
          </p:cNvPicPr>
          <p:nvPr/>
        </p:nvPicPr>
        <p:blipFill>
          <a:blip r:embed="rId3"/>
          <a:stretch>
            <a:fillRect/>
          </a:stretch>
        </p:blipFill>
        <p:spPr>
          <a:xfrm>
            <a:off x="714964" y="2977411"/>
            <a:ext cx="5381036" cy="3222516"/>
          </a:xfrm>
          <a:prstGeom prst="rect">
            <a:avLst/>
          </a:prstGeom>
        </p:spPr>
      </p:pic>
    </p:spTree>
    <p:extLst>
      <p:ext uri="{BB962C8B-B14F-4D97-AF65-F5344CB8AC3E}">
        <p14:creationId xmlns:p14="http://schemas.microsoft.com/office/powerpoint/2010/main" val="40625413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DDC51-3F1A-C5D4-E201-FB4A7618DDA9}"/>
              </a:ext>
            </a:extLst>
          </p:cNvPr>
          <p:cNvSpPr>
            <a:spLocks noGrp="1"/>
          </p:cNvSpPr>
          <p:nvPr>
            <p:ph type="title"/>
          </p:nvPr>
        </p:nvSpPr>
        <p:spPr/>
        <p:txBody>
          <a:bodyPr>
            <a:normAutofit/>
          </a:bodyPr>
          <a:lstStyle/>
          <a:p>
            <a:r>
              <a:rPr lang="en-US" b="1" dirty="0"/>
              <a:t>Step 1: </a:t>
            </a:r>
            <a:r>
              <a:rPr lang="en-US" dirty="0"/>
              <a:t>A causal theory from existing SE domain knowledge  </a:t>
            </a:r>
          </a:p>
        </p:txBody>
      </p:sp>
      <p:sp>
        <p:nvSpPr>
          <p:cNvPr id="4" name="Footer Placeholder 3">
            <a:extLst>
              <a:ext uri="{FF2B5EF4-FFF2-40B4-BE49-F238E27FC236}">
                <a16:creationId xmlns:a16="http://schemas.microsoft.com/office/drawing/2014/main" id="{43517037-E491-1D0B-0702-C3305925F94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8C3265E-CFCD-8E76-6D3A-3A41836FBC8A}"/>
              </a:ext>
            </a:extLst>
          </p:cNvPr>
          <p:cNvSpPr>
            <a:spLocks noGrp="1"/>
          </p:cNvSpPr>
          <p:nvPr>
            <p:ph type="sldNum" sz="quarter" idx="12"/>
          </p:nvPr>
        </p:nvSpPr>
        <p:spPr/>
        <p:txBody>
          <a:bodyPr/>
          <a:lstStyle/>
          <a:p>
            <a:fld id="{8E90A93A-CBEB-40B0-B638-E400989BEC3F}" type="slidenum">
              <a:rPr lang="zh-CN" altLang="en-US" smtClean="0"/>
              <a:pPr/>
              <a:t>23</a:t>
            </a:fld>
            <a:endParaRPr lang="zh-CN" altLang="en-US"/>
          </a:p>
        </p:txBody>
      </p:sp>
      <p:pic>
        <p:nvPicPr>
          <p:cNvPr id="7" name="Picture 6">
            <a:extLst>
              <a:ext uri="{FF2B5EF4-FFF2-40B4-BE49-F238E27FC236}">
                <a16:creationId xmlns:a16="http://schemas.microsoft.com/office/drawing/2014/main" id="{6B3FF5F9-5BD3-B0EB-6512-D4BB9CBAB7B8}"/>
              </a:ext>
            </a:extLst>
          </p:cNvPr>
          <p:cNvPicPr>
            <a:picLocks noChangeAspect="1"/>
          </p:cNvPicPr>
          <p:nvPr/>
        </p:nvPicPr>
        <p:blipFill>
          <a:blip r:embed="rId2"/>
          <a:stretch>
            <a:fillRect/>
          </a:stretch>
        </p:blipFill>
        <p:spPr>
          <a:xfrm>
            <a:off x="708212" y="1371154"/>
            <a:ext cx="10439256" cy="2725717"/>
          </a:xfrm>
          <a:prstGeom prst="rect">
            <a:avLst/>
          </a:prstGeom>
        </p:spPr>
      </p:pic>
      <p:sp>
        <p:nvSpPr>
          <p:cNvPr id="9" name="Content Placeholder 8">
            <a:extLst>
              <a:ext uri="{FF2B5EF4-FFF2-40B4-BE49-F238E27FC236}">
                <a16:creationId xmlns:a16="http://schemas.microsoft.com/office/drawing/2014/main" id="{810B72A8-D0C5-8CA7-02C0-66BFF0BC06AB}"/>
              </a:ext>
            </a:extLst>
          </p:cNvPr>
          <p:cNvSpPr>
            <a:spLocks noGrp="1"/>
          </p:cNvSpPr>
          <p:nvPr>
            <p:ph idx="1"/>
          </p:nvPr>
        </p:nvSpPr>
        <p:spPr>
          <a:xfrm>
            <a:off x="320948" y="4337108"/>
            <a:ext cx="11584419" cy="1949900"/>
          </a:xfrm>
        </p:spPr>
        <p:txBody>
          <a:bodyPr>
            <a:normAutofit lnSpcReduction="10000"/>
          </a:bodyPr>
          <a:lstStyle/>
          <a:p>
            <a:r>
              <a:rPr lang="en-US" b="1" dirty="0"/>
              <a:t>Figure: </a:t>
            </a:r>
            <a:r>
              <a:rPr lang="en-US" dirty="0"/>
              <a:t>Causal DAG for the effect of pinning on the five outcome metrics:</a:t>
            </a:r>
          </a:p>
          <a:p>
            <a:pPr lvl="1"/>
            <a:r>
              <a:rPr lang="en-US" dirty="0" err="1"/>
              <a:t>n_floating</a:t>
            </a:r>
            <a:r>
              <a:rPr lang="en-US" dirty="0"/>
              <a:t>, </a:t>
            </a:r>
            <a:r>
              <a:rPr lang="en-US" dirty="0" err="1"/>
              <a:t>n_bloated</a:t>
            </a:r>
            <a:r>
              <a:rPr lang="en-US" dirty="0"/>
              <a:t>, </a:t>
            </a:r>
            <a:r>
              <a:rPr lang="en-US" dirty="0" err="1"/>
              <a:t>n_auto_updates</a:t>
            </a:r>
            <a:r>
              <a:rPr lang="en-US" dirty="0"/>
              <a:t>, </a:t>
            </a:r>
            <a:r>
              <a:rPr lang="en-US" dirty="0" err="1"/>
              <a:t>n_vuln</a:t>
            </a:r>
            <a:r>
              <a:rPr lang="en-US" dirty="0"/>
              <a:t>, </a:t>
            </a:r>
            <a:r>
              <a:rPr lang="en-US" dirty="0" err="1"/>
              <a:t>n_outdated_deps</a:t>
            </a:r>
            <a:endParaRPr lang="en-US" dirty="0"/>
          </a:p>
          <a:p>
            <a:pPr lvl="1"/>
            <a:r>
              <a:rPr lang="en-US" dirty="0"/>
              <a:t>D and G both affects outcome through deduplication, motivating an interaction term D * G in the regression model</a:t>
            </a:r>
          </a:p>
          <a:p>
            <a:pPr lvl="1"/>
            <a:endParaRPr lang="en-US" dirty="0"/>
          </a:p>
        </p:txBody>
      </p:sp>
    </p:spTree>
    <p:extLst>
      <p:ext uri="{BB962C8B-B14F-4D97-AF65-F5344CB8AC3E}">
        <p14:creationId xmlns:p14="http://schemas.microsoft.com/office/powerpoint/2010/main" val="32909215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BE146-A981-4829-2B9A-4A435682430D}"/>
              </a:ext>
            </a:extLst>
          </p:cNvPr>
          <p:cNvSpPr>
            <a:spLocks noGrp="1"/>
          </p:cNvSpPr>
          <p:nvPr>
            <p:ph type="title"/>
          </p:nvPr>
        </p:nvSpPr>
        <p:spPr/>
        <p:txBody>
          <a:bodyPr/>
          <a:lstStyle/>
          <a:p>
            <a:r>
              <a:rPr lang="en-US" b="1" dirty="0"/>
              <a:t>Step 2: </a:t>
            </a:r>
            <a:r>
              <a:rPr lang="en-US" dirty="0"/>
              <a:t>Estimate of interest and assumptions for causal interpretation</a:t>
            </a:r>
            <a:endParaRPr lang="en-US"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D122AB8-1A21-F7C3-D512-936140698C03}"/>
                  </a:ext>
                </a:extLst>
              </p:cNvPr>
              <p:cNvSpPr>
                <a:spLocks noGrp="1"/>
              </p:cNvSpPr>
              <p:nvPr>
                <p:ph idx="1"/>
              </p:nvPr>
            </p:nvSpPr>
            <p:spPr/>
            <p:txBody>
              <a:bodyPr>
                <a:normAutofit fontScale="92500"/>
              </a:bodyPr>
              <a:lstStyle/>
              <a:p>
                <a:r>
                  <a:rPr lang="en-US" b="1" dirty="0"/>
                  <a:t>Method: </a:t>
                </a:r>
                <a:r>
                  <a:rPr lang="en-US" dirty="0">
                    <a:solidFill>
                      <a:srgbClr val="FF0000"/>
                    </a:solidFill>
                  </a:rPr>
                  <a:t>Counterfactual Simulation</a:t>
                </a:r>
              </a:p>
              <a:p>
                <a:pPr lvl="1"/>
                <a:r>
                  <a:rPr lang="en-US" dirty="0"/>
                  <a:t>For each project, simulate the dependency graph with pinning in different times</a:t>
                </a:r>
              </a:p>
              <a:p>
                <a:pPr lvl="1"/>
                <a:r>
                  <a:rPr lang="en-US" dirty="0"/>
                  <a:t>Panel regression to estimate the effect interacting with dep graph size</a:t>
                </a:r>
              </a:p>
              <a:p>
                <a:pPr marL="0" indent="0">
                  <a:lnSpc>
                    <a:spcPct val="150000"/>
                  </a:lnSpc>
                  <a:buNone/>
                </a:pPr>
                <a14:m>
                  <m:oMathPara xmlns:m="http://schemas.openxmlformats.org/officeDocument/2006/math">
                    <m:oMath>
                      <m:r>
                        <m:rPr>
                          <m:sty m:val="p"/>
                        </m:rPr>
                        <a:rPr lang="en-US" i="0">
                          <a:latin typeface="Cambria Math" panose="02040503050406030204" pitchFamily="18" charset="0"/>
                        </a:rPr>
                        <m:t>ln</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i="1">
                              <a:latin typeface="Cambria Math" panose="02040503050406030204" pitchFamily="18" charset="0"/>
                            </a:rPr>
                            <m:t>𝑖</m:t>
                          </m:r>
                        </m:sub>
                      </m:sSub>
                      <m:r>
                        <a:rPr lang="en-US" i="1">
                          <a:latin typeface="Cambria Math" panose="02040503050406030204" pitchFamily="18" charset="0"/>
                        </a:rPr>
                        <m:t> + </m:t>
                      </m:r>
                      <m:sSub>
                        <m:sSubPr>
                          <m:ctrlPr>
                            <a:rPr lang="en-US" i="1">
                              <a:latin typeface="Cambria Math" panose="02040503050406030204" pitchFamily="18" charset="0"/>
                            </a:rPr>
                          </m:ctrlPr>
                        </m:sSubPr>
                        <m:e>
                          <m:r>
                            <a:rPr lang="en-US" i="1">
                              <a:latin typeface="Cambria Math" panose="02040503050406030204" pitchFamily="18" charset="0"/>
                            </a:rPr>
                            <m:t>𝛽</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𝑖𝑡</m:t>
                          </m:r>
                        </m:sub>
                      </m:sSub>
                      <m:r>
                        <a:rPr lang="en-US" b="0" i="0" smtClean="0">
                          <a:latin typeface="Cambria Math" panose="02040503050406030204" pitchFamily="18" charset="0"/>
                        </a:rPr>
                        <m:t>+</m:t>
                      </m:r>
                      <m:r>
                        <m:rPr>
                          <m:sty m:val="p"/>
                        </m:rPr>
                        <a:rPr lang="en-US" b="0" i="1" smtClean="0">
                          <a:latin typeface="Cambria Math" panose="02040503050406030204" pitchFamily="18" charset="0"/>
                          <a:ea typeface="Cambria Math" panose="02040503050406030204" pitchFamily="18" charset="0"/>
                        </a:rPr>
                        <m:t>δ</m:t>
                      </m:r>
                      <m:r>
                        <m:rPr>
                          <m:sty m:val="p"/>
                        </m:rPr>
                        <a:rPr lang="en-US" i="0">
                          <a:latin typeface="Cambria Math" panose="02040503050406030204" pitchFamily="18" charset="0"/>
                        </a:rPr>
                        <m:t>ln</m:t>
                      </m:r>
                      <m:d>
                        <m:dPr>
                          <m:ctrlPr>
                            <a:rPr lang="en-US" i="1">
                              <a:latin typeface="Cambria Math" panose="02040503050406030204" pitchFamily="18" charset="0"/>
                            </a:rPr>
                          </m:ctrlPr>
                        </m:dPr>
                        <m:e>
                          <m:r>
                            <a:rPr lang="en-US" i="1">
                              <a:latin typeface="Cambria Math" panose="02040503050406030204" pitchFamily="18" charset="0"/>
                            </a:rPr>
                            <m:t>𝑠𝑖𝑧𝑒</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b="0" i="1" smtClean="0">
                                      <a:latin typeface="Cambria Math" panose="02040503050406030204" pitchFamily="18" charset="0"/>
                                    </a:rPr>
                                    <m:t>𝑖𝑡</m:t>
                                  </m:r>
                                </m:sub>
                              </m:sSub>
                            </m:e>
                          </m:d>
                        </m:e>
                      </m:d>
                      <m:r>
                        <a:rPr lang="en-US" i="1">
                          <a:latin typeface="Cambria Math" panose="02040503050406030204" pitchFamily="18" charset="0"/>
                        </a:rPr>
                        <m:t>+</m:t>
                      </m:r>
                      <m:r>
                        <a:rPr lang="en-US" altLang="zh-CN" i="1">
                          <a:latin typeface="Cambria Math" panose="02040503050406030204" pitchFamily="18" charset="0"/>
                          <a:ea typeface="Cambria Math" panose="02040503050406030204" pitchFamily="18" charset="0"/>
                        </a:rPr>
                        <m:t>𝜏</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𝐷</m:t>
                          </m:r>
                        </m:e>
                        <m:sub>
                          <m:r>
                            <a:rPr lang="en-US" b="0" i="1" smtClean="0">
                              <a:latin typeface="Cambria Math" panose="02040503050406030204" pitchFamily="18" charset="0"/>
                            </a:rPr>
                            <m:t>𝑖𝑡</m:t>
                          </m:r>
                        </m:sub>
                      </m:sSub>
                      <m:r>
                        <m:rPr>
                          <m:sty m:val="p"/>
                        </m:rPr>
                        <a:rPr lang="en-US" i="0">
                          <a:latin typeface="Cambria Math" panose="02040503050406030204" pitchFamily="18" charset="0"/>
                        </a:rPr>
                        <m:t>ln</m:t>
                      </m:r>
                      <m:d>
                        <m:dPr>
                          <m:ctrlPr>
                            <a:rPr lang="en-US" i="1">
                              <a:latin typeface="Cambria Math" panose="02040503050406030204" pitchFamily="18" charset="0"/>
                            </a:rPr>
                          </m:ctrlPr>
                        </m:dPr>
                        <m:e>
                          <m:r>
                            <a:rPr lang="en-US" i="1">
                              <a:latin typeface="Cambria Math" panose="02040503050406030204" pitchFamily="18" charset="0"/>
                            </a:rPr>
                            <m:t>𝑠𝑖𝑧𝑒</m:t>
                          </m:r>
                          <m:r>
                            <a:rPr lang="en-US"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b="0" i="1" smtClean="0">
                                      <a:latin typeface="Cambria Math" panose="02040503050406030204" pitchFamily="18" charset="0"/>
                                    </a:rPr>
                                    <m:t>𝑖𝑡</m:t>
                                  </m:r>
                                </m:sub>
                              </m:sSub>
                            </m:e>
                          </m:d>
                        </m:e>
                      </m:d>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𝜀</m:t>
                          </m:r>
                        </m:e>
                        <m:sub>
                          <m:r>
                            <a:rPr lang="en-US" b="0" i="1" smtClean="0">
                              <a:latin typeface="Cambria Math" panose="02040503050406030204" pitchFamily="18" charset="0"/>
                              <a:ea typeface="Cambria Math" panose="02040503050406030204" pitchFamily="18" charset="0"/>
                            </a:rPr>
                            <m:t>𝑖𝑡</m:t>
                          </m:r>
                        </m:sub>
                      </m:sSub>
                      <m:r>
                        <a:rPr lang="en-US" i="1">
                          <a:latin typeface="Cambria Math" panose="02040503050406030204" pitchFamily="18" charset="0"/>
                        </a:rPr>
                        <m:t> </m:t>
                      </m:r>
                    </m:oMath>
                  </m:oMathPara>
                </a14:m>
                <a:endParaRPr lang="en-US" dirty="0"/>
              </a:p>
              <a:p>
                <a:r>
                  <a:rPr lang="en-US" altLang="zh-CN" b="1" dirty="0"/>
                  <a:t>Estimates: </a:t>
                </a:r>
                <a14:m>
                  <m:oMath xmlns:m="http://schemas.openxmlformats.org/officeDocument/2006/math">
                    <m:r>
                      <a:rPr lang="en-US" i="1">
                        <a:latin typeface="Cambria Math" panose="02040503050406030204" pitchFamily="18" charset="0"/>
                      </a:rPr>
                      <m:t>𝛾</m:t>
                    </m:r>
                  </m:oMath>
                </a14:m>
                <a:r>
                  <a:rPr lang="en-US" altLang="zh-CN" b="1" dirty="0"/>
                  <a:t> </a:t>
                </a:r>
                <a:r>
                  <a:rPr lang="en-US" altLang="zh-CN" dirty="0"/>
                  <a:t>captures population Average Treatment Effect </a:t>
                </a:r>
                <a14:m>
                  <m:oMath xmlns:m="http://schemas.openxmlformats.org/officeDocument/2006/math">
                    <m:r>
                      <m:rPr>
                        <m:sty m:val="p"/>
                      </m:rPr>
                      <a:rPr lang="en-US" altLang="zh-CN" b="0" i="0" smtClean="0">
                        <a:latin typeface="Cambria Math" panose="02040503050406030204" pitchFamily="18" charset="0"/>
                      </a:rPr>
                      <m:t>ATE</m:t>
                    </m:r>
                    <m:r>
                      <a:rPr lang="en-US" altLang="zh-CN" b="0" i="0" smtClean="0">
                        <a:latin typeface="Cambria Math" panose="02040503050406030204" pitchFamily="18" charset="0"/>
                      </a:rPr>
                      <m:t>=</m:t>
                    </m:r>
                    <m:r>
                      <a:rPr lang="en-US" altLang="zh-CN" b="0" i="1" smtClean="0">
                        <a:latin typeface="Cambria Math" panose="02040503050406030204" pitchFamily="18" charset="0"/>
                      </a:rPr>
                      <m:t>𝐸</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𝑌</m:t>
                        </m:r>
                      </m:e>
                      <m:sub>
                        <m:r>
                          <a:rPr lang="en-US" altLang="zh-CN" b="0" i="1" smtClean="0">
                            <a:latin typeface="Cambria Math" panose="02040503050406030204" pitchFamily="18" charset="0"/>
                          </a:rPr>
                          <m:t>𝑖𝑡</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1</m:t>
                        </m:r>
                      </m:e>
                    </m:d>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𝑌</m:t>
                        </m:r>
                      </m:e>
                      <m:sub>
                        <m:r>
                          <a:rPr lang="en-US" altLang="zh-CN" b="0" i="1" smtClean="0">
                            <a:latin typeface="Cambria Math" panose="02040503050406030204" pitchFamily="18" charset="0"/>
                          </a:rPr>
                          <m:t>𝑖𝑡</m:t>
                        </m:r>
                      </m:sub>
                    </m:sSub>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0</m:t>
                        </m:r>
                      </m:e>
                    </m:d>
                    <m:r>
                      <a:rPr lang="en-US" altLang="zh-CN" b="0" i="1" smtClean="0">
                        <a:latin typeface="Cambria Math" panose="02040503050406030204" pitchFamily="18" charset="0"/>
                      </a:rPr>
                      <m:t>]</m:t>
                    </m:r>
                  </m:oMath>
                </a14:m>
                <a:endParaRPr lang="en-US" altLang="zh-CN" dirty="0"/>
              </a:p>
              <a:p>
                <a:pPr lvl="1"/>
                <a14:m>
                  <m:oMath xmlns:m="http://schemas.openxmlformats.org/officeDocument/2006/math">
                    <m:r>
                      <a:rPr lang="en-US" i="1">
                        <a:latin typeface="Cambria Math" panose="02040503050406030204" pitchFamily="18" charset="0"/>
                      </a:rPr>
                      <m:t>𝛾</m:t>
                    </m:r>
                    <m:r>
                      <a:rPr lang="en-US" b="0" i="1" smtClean="0">
                        <a:latin typeface="Cambria Math" panose="02040503050406030204" pitchFamily="18" charset="0"/>
                      </a:rPr>
                      <m:t>,</m:t>
                    </m:r>
                    <m:r>
                      <a:rPr lang="en-US" altLang="zh-CN" i="1">
                        <a:latin typeface="Cambria Math" panose="02040503050406030204" pitchFamily="18" charset="0"/>
                        <a:ea typeface="Cambria Math" panose="02040503050406030204" pitchFamily="18" charset="0"/>
                      </a:rPr>
                      <m:t>𝜏</m:t>
                    </m:r>
                  </m:oMath>
                </a14:m>
                <a:r>
                  <a:rPr lang="en-US" altLang="zh-CN" dirty="0"/>
                  <a:t> jointly traces Conditional Average Treatment Effect by dep graph size</a:t>
                </a:r>
              </a:p>
              <a:p>
                <a:pPr marL="457200" lvl="1" indent="0">
                  <a:lnSpc>
                    <a:spcPct val="150000"/>
                  </a:lnSpc>
                  <a:buNone/>
                </a:pPr>
                <a14:m>
                  <m:oMathPara xmlns:m="http://schemas.openxmlformats.org/officeDocument/2006/math">
                    <m:oMath>
                      <m:r>
                        <m:rPr>
                          <m:sty m:val="p"/>
                        </m:rPr>
                        <a:rPr lang="en-US" altLang="zh-CN" b="0" i="0" smtClean="0">
                          <a:latin typeface="Cambria Math" panose="02040503050406030204" pitchFamily="18" charset="0"/>
                          <a:ea typeface="Cambria Math" panose="02040503050406030204" pitchFamily="18" charset="0"/>
                        </a:rPr>
                        <m:t>CATE</m:t>
                      </m:r>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𝐺</m:t>
                          </m:r>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𝐸</m:t>
                      </m:r>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𝑌</m:t>
                          </m:r>
                        </m:e>
                        <m:sub>
                          <m:r>
                            <a:rPr lang="en-US" altLang="zh-CN" b="0" i="1" smtClean="0">
                              <a:latin typeface="Cambria Math" panose="02040503050406030204" pitchFamily="18" charset="0"/>
                              <a:ea typeface="Cambria Math" panose="02040503050406030204" pitchFamily="18" charset="0"/>
                            </a:rPr>
                            <m:t>𝑖𝑡</m:t>
                          </m:r>
                        </m:sub>
                      </m:sSub>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1</m:t>
                          </m:r>
                        </m:e>
                      </m:d>
                      <m:r>
                        <a:rPr lang="en-US" altLang="zh-CN" b="0" i="1" smtClean="0">
                          <a:latin typeface="Cambria Math" panose="02040503050406030204" pitchFamily="18" charset="0"/>
                          <a:ea typeface="Cambria Math" panose="02040503050406030204" pitchFamily="18" charset="0"/>
                        </a:rPr>
                        <m:t>−</m:t>
                      </m:r>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𝑌</m:t>
                          </m:r>
                        </m:e>
                        <m:sub>
                          <m:r>
                            <a:rPr lang="en-US" altLang="zh-CN" b="0" i="1" smtClean="0">
                              <a:latin typeface="Cambria Math" panose="02040503050406030204" pitchFamily="18" charset="0"/>
                              <a:ea typeface="Cambria Math" panose="02040503050406030204" pitchFamily="18" charset="0"/>
                            </a:rPr>
                            <m:t>𝑖𝑡</m:t>
                          </m:r>
                        </m:sub>
                      </m:sSub>
                      <m:d>
                        <m:dPr>
                          <m:ctrlPr>
                            <a:rPr lang="en-US" altLang="zh-CN" b="0" i="1" smtClean="0">
                              <a:latin typeface="Cambria Math" panose="02040503050406030204" pitchFamily="18" charset="0"/>
                              <a:ea typeface="Cambria Math" panose="02040503050406030204" pitchFamily="18" charset="0"/>
                            </a:rPr>
                          </m:ctrlPr>
                        </m:dPr>
                        <m:e>
                          <m:r>
                            <a:rPr lang="en-US" altLang="zh-CN" b="0" i="1" smtClean="0">
                              <a:latin typeface="Cambria Math" panose="02040503050406030204" pitchFamily="18" charset="0"/>
                              <a:ea typeface="Cambria Math" panose="02040503050406030204" pitchFamily="18" charset="0"/>
                            </a:rPr>
                            <m:t>0</m:t>
                          </m:r>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𝑠𝑖𝑧𝑒</m:t>
                      </m:r>
                      <m:d>
                        <m:dPr>
                          <m:ctrlPr>
                            <a:rPr lang="en-US" altLang="zh-CN" b="0" i="1" smtClean="0">
                              <a:latin typeface="Cambria Math" panose="02040503050406030204" pitchFamily="18" charset="0"/>
                              <a:ea typeface="Cambria Math" panose="02040503050406030204" pitchFamily="18" charset="0"/>
                            </a:rPr>
                          </m:ctrlPr>
                        </m:dPr>
                        <m:e>
                          <m:sSub>
                            <m:sSubPr>
                              <m:ctrlPr>
                                <a:rPr lang="en-US" altLang="zh-CN" b="0" i="1" smtClean="0">
                                  <a:latin typeface="Cambria Math" panose="02040503050406030204" pitchFamily="18" charset="0"/>
                                  <a:ea typeface="Cambria Math" panose="02040503050406030204" pitchFamily="18" charset="0"/>
                                </a:rPr>
                              </m:ctrlPr>
                            </m:sSubPr>
                            <m:e>
                              <m:r>
                                <a:rPr lang="en-US" altLang="zh-CN" b="0" i="1" smtClean="0">
                                  <a:latin typeface="Cambria Math" panose="02040503050406030204" pitchFamily="18" charset="0"/>
                                  <a:ea typeface="Cambria Math" panose="02040503050406030204" pitchFamily="18" charset="0"/>
                                </a:rPr>
                                <m:t>𝐺</m:t>
                              </m:r>
                            </m:e>
                            <m:sub>
                              <m:r>
                                <a:rPr lang="en-US" altLang="zh-CN" b="0" i="1" smtClean="0">
                                  <a:latin typeface="Cambria Math" panose="02040503050406030204" pitchFamily="18" charset="0"/>
                                  <a:ea typeface="Cambria Math" panose="02040503050406030204" pitchFamily="18" charset="0"/>
                                </a:rPr>
                                <m:t>𝑖𝑡</m:t>
                              </m:r>
                            </m:sub>
                          </m:sSub>
                        </m:e>
                      </m:d>
                      <m:r>
                        <a:rPr lang="en-US" altLang="zh-CN" b="0"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𝐺</m:t>
                      </m:r>
                      <m:r>
                        <a:rPr lang="en-US" altLang="zh-CN" b="0" i="1" smtClean="0">
                          <a:latin typeface="Cambria Math" panose="02040503050406030204" pitchFamily="18" charset="0"/>
                          <a:ea typeface="Cambria Math" panose="02040503050406030204" pitchFamily="18" charset="0"/>
                        </a:rPr>
                        <m:t>]</m:t>
                      </m:r>
                    </m:oMath>
                  </m:oMathPara>
                </a14:m>
                <a:endParaRPr lang="en-US" altLang="zh-CN" dirty="0"/>
              </a:p>
              <a:p>
                <a:r>
                  <a:rPr lang="en-US" altLang="zh-CN" b="1" dirty="0"/>
                  <a:t>Assumption for Causal Interpretation</a:t>
                </a:r>
                <a:r>
                  <a:rPr lang="en-US" b="1" dirty="0"/>
                  <a:t>:</a:t>
                </a:r>
              </a:p>
              <a:p>
                <a:pPr lvl="1"/>
                <a:r>
                  <a:rPr lang="en-US" dirty="0"/>
                  <a:t>The simulation framework can accurately simulate the alternative dependency graph with pinning to compute counterfactual outcome in historical timepoints</a:t>
                </a:r>
              </a:p>
            </p:txBody>
          </p:sp>
        </mc:Choice>
        <mc:Fallback xmlns="">
          <p:sp>
            <p:nvSpPr>
              <p:cNvPr id="3" name="Content Placeholder 2">
                <a:extLst>
                  <a:ext uri="{FF2B5EF4-FFF2-40B4-BE49-F238E27FC236}">
                    <a16:creationId xmlns:a16="http://schemas.microsoft.com/office/drawing/2014/main" id="{1D122AB8-1A21-F7C3-D512-936140698C03}"/>
                  </a:ext>
                </a:extLst>
              </p:cNvPr>
              <p:cNvSpPr>
                <a:spLocks noGrp="1" noRot="1" noChangeAspect="1" noMove="1" noResize="1" noEditPoints="1" noAdjustHandles="1" noChangeArrowheads="1" noChangeShapeType="1" noTextEdit="1"/>
              </p:cNvSpPr>
              <p:nvPr>
                <p:ph idx="1"/>
              </p:nvPr>
            </p:nvSpPr>
            <p:spPr>
              <a:blipFill>
                <a:blip r:embed="rId2"/>
                <a:stretch>
                  <a:fillRect l="-632" t="-12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7678D871-6EDD-4BB9-822E-0833B6232AA6}"/>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9D1786CD-A3E5-D5EE-3505-CF8A8490F85E}"/>
              </a:ext>
            </a:extLst>
          </p:cNvPr>
          <p:cNvSpPr>
            <a:spLocks noGrp="1"/>
          </p:cNvSpPr>
          <p:nvPr>
            <p:ph type="sldNum" sz="quarter" idx="12"/>
          </p:nvPr>
        </p:nvSpPr>
        <p:spPr/>
        <p:txBody>
          <a:bodyPr/>
          <a:lstStyle/>
          <a:p>
            <a:fld id="{8E90A93A-CBEB-40B0-B638-E400989BEC3F}" type="slidenum">
              <a:rPr lang="zh-CN" altLang="en-US" smtClean="0"/>
              <a:pPr/>
              <a:t>24</a:t>
            </a:fld>
            <a:endParaRPr lang="zh-CN" altLang="en-US"/>
          </a:p>
        </p:txBody>
      </p:sp>
    </p:spTree>
    <p:extLst>
      <p:ext uri="{BB962C8B-B14F-4D97-AF65-F5344CB8AC3E}">
        <p14:creationId xmlns:p14="http://schemas.microsoft.com/office/powerpoint/2010/main" val="26616897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E89C2-FAF5-1BAA-9F9D-1BC219123C3C}"/>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9B877286-D101-E70D-D9CB-0A6CC056DF10}"/>
              </a:ext>
            </a:extLst>
          </p:cNvPr>
          <p:cNvSpPr>
            <a:spLocks noGrp="1"/>
          </p:cNvSpPr>
          <p:nvPr>
            <p:ph idx="1"/>
          </p:nvPr>
        </p:nvSpPr>
        <p:spPr/>
        <p:txBody>
          <a:bodyPr/>
          <a:lstStyle/>
          <a:p>
            <a:r>
              <a:rPr lang="en-US" b="1" dirty="0"/>
              <a:t>Simulation fidelity</a:t>
            </a:r>
          </a:p>
          <a:p>
            <a:pPr lvl="1"/>
            <a:r>
              <a:rPr lang="en-US" dirty="0"/>
              <a:t>Reuses the existing </a:t>
            </a:r>
            <a:r>
              <a:rPr lang="en-US" dirty="0" err="1"/>
              <a:t>npm</a:t>
            </a:r>
            <a:r>
              <a:rPr lang="en-US" dirty="0"/>
              <a:t> infrastructure through the hidden </a:t>
            </a:r>
            <a:r>
              <a:rPr lang="en-US" dirty="0">
                <a:latin typeface="Consolas" panose="020B0609020204030204" pitchFamily="49" charset="0"/>
              </a:rPr>
              <a:t>--before </a:t>
            </a:r>
            <a:r>
              <a:rPr lang="en-US" dirty="0"/>
              <a:t>flag</a:t>
            </a:r>
          </a:p>
          <a:p>
            <a:pPr lvl="1"/>
            <a:r>
              <a:rPr lang="en-US" dirty="0"/>
              <a:t>Acknowledge noises from </a:t>
            </a:r>
            <a:r>
              <a:rPr lang="en-US" dirty="0" err="1"/>
              <a:t>npm</a:t>
            </a:r>
            <a:r>
              <a:rPr lang="en-US" dirty="0"/>
              <a:t> behavior and ecosystem changes</a:t>
            </a:r>
          </a:p>
          <a:p>
            <a:r>
              <a:rPr lang="en-US" b="1" dirty="0"/>
              <a:t>Differential simulation failures</a:t>
            </a:r>
          </a:p>
          <a:p>
            <a:pPr lvl="1"/>
            <a:r>
              <a:rPr lang="en-US" dirty="0"/>
              <a:t>=&gt; proportionally excludes more complex projects </a:t>
            </a:r>
          </a:p>
          <a:p>
            <a:pPr lvl="1"/>
            <a:r>
              <a:rPr lang="en-US" dirty="0"/>
              <a:t>=&gt; Acknowledge underestimation on outcomes on the studied corpus</a:t>
            </a:r>
          </a:p>
          <a:p>
            <a:r>
              <a:rPr lang="en-US" b="1" dirty="0"/>
              <a:t>Metric design concerns</a:t>
            </a:r>
          </a:p>
          <a:p>
            <a:pPr lvl="1"/>
            <a:r>
              <a:rPr lang="en-US" dirty="0"/>
              <a:t>The underlying uniform random distribution assumption for attacks and breaking changes, justified through Hyrum’s Law</a:t>
            </a:r>
          </a:p>
          <a:p>
            <a:endParaRPr lang="en-US" dirty="0"/>
          </a:p>
          <a:p>
            <a:endParaRPr lang="en-US" dirty="0"/>
          </a:p>
        </p:txBody>
      </p:sp>
      <p:sp>
        <p:nvSpPr>
          <p:cNvPr id="4" name="Footer Placeholder 3">
            <a:extLst>
              <a:ext uri="{FF2B5EF4-FFF2-40B4-BE49-F238E27FC236}">
                <a16:creationId xmlns:a16="http://schemas.microsoft.com/office/drawing/2014/main" id="{764825D3-8438-C666-1078-336ECBF27D11}"/>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0535FCA-6E0A-2E09-1237-6CA772C8ED18}"/>
              </a:ext>
            </a:extLst>
          </p:cNvPr>
          <p:cNvSpPr>
            <a:spLocks noGrp="1"/>
          </p:cNvSpPr>
          <p:nvPr>
            <p:ph type="sldNum" sz="quarter" idx="12"/>
          </p:nvPr>
        </p:nvSpPr>
        <p:spPr/>
        <p:txBody>
          <a:bodyPr/>
          <a:lstStyle/>
          <a:p>
            <a:fld id="{8E90A93A-CBEB-40B0-B638-E400989BEC3F}" type="slidenum">
              <a:rPr lang="zh-CN" altLang="en-US" smtClean="0"/>
              <a:pPr/>
              <a:t>25</a:t>
            </a:fld>
            <a:endParaRPr lang="zh-CN" altLang="en-US"/>
          </a:p>
        </p:txBody>
      </p:sp>
    </p:spTree>
    <p:extLst>
      <p:ext uri="{BB962C8B-B14F-4D97-AF65-F5344CB8AC3E}">
        <p14:creationId xmlns:p14="http://schemas.microsoft.com/office/powerpoint/2010/main" val="2844586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835DF0-EF5B-5948-7B75-F95DFE46CE37}"/>
              </a:ext>
            </a:extLst>
          </p:cNvPr>
          <p:cNvSpPr>
            <a:spLocks noGrp="1"/>
          </p:cNvSpPr>
          <p:nvPr>
            <p:ph type="title"/>
          </p:nvPr>
        </p:nvSpPr>
        <p:spPr/>
        <p:txBody>
          <a:bodyPr/>
          <a:lstStyle/>
          <a:p>
            <a:r>
              <a:rPr lang="en-US" b="1" dirty="0"/>
              <a:t>Step 4: </a:t>
            </a:r>
            <a:r>
              <a:rPr lang="en-US" dirty="0"/>
              <a:t>Alternative explanations</a:t>
            </a:r>
          </a:p>
        </p:txBody>
      </p:sp>
      <p:sp>
        <p:nvSpPr>
          <p:cNvPr id="3" name="Content Placeholder 2">
            <a:extLst>
              <a:ext uri="{FF2B5EF4-FFF2-40B4-BE49-F238E27FC236}">
                <a16:creationId xmlns:a16="http://schemas.microsoft.com/office/drawing/2014/main" id="{96A0D73D-2BF8-DCF9-45DA-B42949173DD1}"/>
              </a:ext>
            </a:extLst>
          </p:cNvPr>
          <p:cNvSpPr>
            <a:spLocks noGrp="1"/>
          </p:cNvSpPr>
          <p:nvPr>
            <p:ph idx="1"/>
          </p:nvPr>
        </p:nvSpPr>
        <p:spPr>
          <a:xfrm>
            <a:off x="320949" y="1205069"/>
            <a:ext cx="5010256" cy="5081939"/>
          </a:xfrm>
        </p:spPr>
        <p:txBody>
          <a:bodyPr/>
          <a:lstStyle/>
          <a:p>
            <a:r>
              <a:rPr lang="en-US" dirty="0"/>
              <a:t>Maybe the cross-over finding is just a simulation artifact?</a:t>
            </a:r>
          </a:p>
          <a:p>
            <a:r>
              <a:rPr lang="en-US" b="1" dirty="0"/>
              <a:t>Why (probably) not:</a:t>
            </a:r>
          </a:p>
          <a:p>
            <a:pPr lvl="1"/>
            <a:r>
              <a:rPr lang="en-US" dirty="0"/>
              <a:t>We structurally replicate using existing </a:t>
            </a:r>
            <a:r>
              <a:rPr lang="en-US" dirty="0" err="1"/>
              <a:t>npm</a:t>
            </a:r>
            <a:r>
              <a:rPr lang="en-US" dirty="0"/>
              <a:t> infra </a:t>
            </a:r>
          </a:p>
          <a:p>
            <a:pPr lvl="1"/>
            <a:r>
              <a:rPr lang="en-US" dirty="0"/>
              <a:t>We provide an explanation through </a:t>
            </a:r>
            <a:r>
              <a:rPr lang="en-US" dirty="0" err="1"/>
              <a:t>npm</a:t>
            </a:r>
            <a:r>
              <a:rPr lang="en-US" dirty="0"/>
              <a:t> deduplication</a:t>
            </a:r>
          </a:p>
          <a:p>
            <a:pPr lvl="1"/>
            <a:r>
              <a:rPr lang="en-US" dirty="0"/>
              <a:t>We conduct robustness checks across four different settings</a:t>
            </a:r>
          </a:p>
        </p:txBody>
      </p:sp>
      <p:sp>
        <p:nvSpPr>
          <p:cNvPr id="4" name="Footer Placeholder 3">
            <a:extLst>
              <a:ext uri="{FF2B5EF4-FFF2-40B4-BE49-F238E27FC236}">
                <a16:creationId xmlns:a16="http://schemas.microsoft.com/office/drawing/2014/main" id="{4F75AD7B-2AD3-7211-533D-B86A3A1CAF2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04A3D08E-FCC8-C7BB-C900-B33C4C76D8E4}"/>
              </a:ext>
            </a:extLst>
          </p:cNvPr>
          <p:cNvSpPr>
            <a:spLocks noGrp="1"/>
          </p:cNvSpPr>
          <p:nvPr>
            <p:ph type="sldNum" sz="quarter" idx="12"/>
          </p:nvPr>
        </p:nvSpPr>
        <p:spPr/>
        <p:txBody>
          <a:bodyPr/>
          <a:lstStyle/>
          <a:p>
            <a:fld id="{8E90A93A-CBEB-40B0-B638-E400989BEC3F}" type="slidenum">
              <a:rPr lang="zh-CN" altLang="en-US" smtClean="0"/>
              <a:pPr/>
              <a:t>26</a:t>
            </a:fld>
            <a:endParaRPr lang="zh-CN" altLang="en-US"/>
          </a:p>
        </p:txBody>
      </p:sp>
      <p:pic>
        <p:nvPicPr>
          <p:cNvPr id="7" name="Picture 6">
            <a:extLst>
              <a:ext uri="{FF2B5EF4-FFF2-40B4-BE49-F238E27FC236}">
                <a16:creationId xmlns:a16="http://schemas.microsoft.com/office/drawing/2014/main" id="{1608CB20-ABAB-43C3-FE0B-42B837D1892D}"/>
              </a:ext>
            </a:extLst>
          </p:cNvPr>
          <p:cNvPicPr>
            <a:picLocks noChangeAspect="1"/>
          </p:cNvPicPr>
          <p:nvPr/>
        </p:nvPicPr>
        <p:blipFill>
          <a:blip r:embed="rId2"/>
          <a:srcRect l="3537" r="23637"/>
          <a:stretch>
            <a:fillRect/>
          </a:stretch>
        </p:blipFill>
        <p:spPr>
          <a:xfrm>
            <a:off x="5459431" y="1669204"/>
            <a:ext cx="6165336" cy="4102236"/>
          </a:xfrm>
          <a:prstGeom prst="rect">
            <a:avLst/>
          </a:prstGeom>
        </p:spPr>
      </p:pic>
    </p:spTree>
    <p:extLst>
      <p:ext uri="{BB962C8B-B14F-4D97-AF65-F5344CB8AC3E}">
        <p14:creationId xmlns:p14="http://schemas.microsoft.com/office/powerpoint/2010/main" val="7351071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114D2-14C6-3563-7CA2-85509F5673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AC9098-B630-7A59-7EC2-8096C1552531}"/>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Fake GitHub Stars on Repository Promotion</a:t>
            </a:r>
            <a:endParaRPr lang="en-US" sz="2400" dirty="0"/>
          </a:p>
        </p:txBody>
      </p:sp>
      <p:sp>
        <p:nvSpPr>
          <p:cNvPr id="3" name="Subtitle 2">
            <a:extLst>
              <a:ext uri="{FF2B5EF4-FFF2-40B4-BE49-F238E27FC236}">
                <a16:creationId xmlns:a16="http://schemas.microsoft.com/office/drawing/2014/main" id="{3E6C50F4-DB61-FD2E-F43D-BC7FBFB5892E}"/>
              </a:ext>
            </a:extLst>
          </p:cNvPr>
          <p:cNvSpPr>
            <a:spLocks noGrp="1"/>
          </p:cNvSpPr>
          <p:nvPr>
            <p:ph type="subTitle" idx="1"/>
          </p:nvPr>
        </p:nvSpPr>
        <p:spPr>
          <a:xfrm>
            <a:off x="2595420" y="4420161"/>
            <a:ext cx="9220473" cy="1934500"/>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a:t>
            </a:r>
            <a:r>
              <a:rPr lang="en-US" sz="2000" dirty="0" err="1">
                <a:latin typeface="Gadugi" panose="020B0502040204020203" pitchFamily="34" charset="0"/>
                <a:ea typeface="Gadugi" panose="020B0502040204020203" pitchFamily="34" charset="0"/>
              </a:rPr>
              <a:t>Haoqin</a:t>
            </a:r>
            <a:r>
              <a:rPr lang="en-US" sz="2000" dirty="0">
                <a:latin typeface="Gadugi" panose="020B0502040204020203" pitchFamily="34" charset="0"/>
                <a:ea typeface="Gadugi" panose="020B0502040204020203" pitchFamily="34" charset="0"/>
              </a:rPr>
              <a:t> Yang, Philipp Burckhardt, Alexandros </a:t>
            </a:r>
            <a:r>
              <a:rPr lang="en-US" sz="2000" dirty="0" err="1">
                <a:latin typeface="Gadugi" panose="020B0502040204020203" pitchFamily="34" charset="0"/>
                <a:ea typeface="Gadugi" panose="020B0502040204020203" pitchFamily="34" charset="0"/>
              </a:rPr>
              <a:t>Kapravelos</a:t>
            </a:r>
            <a:r>
              <a:rPr lang="en-US" sz="2000" dirty="0">
                <a:latin typeface="Gadugi" panose="020B0502040204020203" pitchFamily="34" charset="0"/>
                <a:ea typeface="Gadugi" panose="020B0502040204020203" pitchFamily="34" charset="0"/>
              </a:rPr>
              <a:t>, Bogdan Vasilescu, and Christian Kästner. “Six Million (Suspected) Fake Stars on GitHub: A Growing Spiral of Popularity Contests, Spam, and Malware.” In Proceedings of the 48</a:t>
            </a:r>
            <a:r>
              <a:rPr lang="en-US" sz="2000" baseline="30000" dirty="0">
                <a:latin typeface="Gadugi" panose="020B0502040204020203" pitchFamily="34" charset="0"/>
                <a:ea typeface="Gadugi" panose="020B0502040204020203" pitchFamily="34" charset="0"/>
              </a:rPr>
              <a:t>th</a:t>
            </a:r>
            <a:r>
              <a:rPr lang="en-US" sz="2000" dirty="0">
                <a:latin typeface="Gadugi" panose="020B0502040204020203" pitchFamily="34" charset="0"/>
                <a:ea typeface="Gadugi" panose="020B0502040204020203" pitchFamily="34" charset="0"/>
              </a:rPr>
              <a:t> International Conference on Software Engineering (ICSE’26), Rio de Janeiro, Brazil, 2026. Preprint: arXiv:2412.13459.</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182FC5B1-C131-91B8-3FE2-4BBC418788D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35CCE935-A69B-89BE-40CF-2DE220CDFD1B}"/>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7424C85F-19FA-7106-9C47-3EC46B2B29B5}"/>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71045CE-295E-2E7B-5DB3-71C6F5D4678F}"/>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71D21A0-B948-1FCA-E0FB-27CC5757EA46}"/>
              </a:ext>
            </a:extLst>
          </p:cNvPr>
          <p:cNvSpPr txBox="1"/>
          <p:nvPr/>
        </p:nvSpPr>
        <p:spPr>
          <a:xfrm>
            <a:off x="2534919" y="1056262"/>
            <a:ext cx="2334935"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260579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97EEC3-234A-6222-8C55-629B8A4B5993}"/>
              </a:ext>
            </a:extLst>
          </p:cNvPr>
          <p:cNvSpPr>
            <a:spLocks noGrp="1"/>
          </p:cNvSpPr>
          <p:nvPr>
            <p:ph type="title"/>
          </p:nvPr>
        </p:nvSpPr>
        <p:spPr/>
        <p:txBody>
          <a:bodyPr/>
          <a:lstStyle/>
          <a:p>
            <a:r>
              <a:rPr lang="en-US" dirty="0"/>
              <a:t>Research Question and the </a:t>
            </a:r>
            <a:r>
              <a:rPr lang="en-US" altLang="zh-CN" sz="2800" dirty="0">
                <a:ea typeface="Gadugi" panose="020B0502040204020203" pitchFamily="34" charset="0"/>
              </a:rPr>
              <a:t>(Causal) </a:t>
            </a:r>
            <a:r>
              <a:rPr lang="en-US" dirty="0"/>
              <a:t>Myth</a:t>
            </a:r>
          </a:p>
        </p:txBody>
      </p:sp>
      <p:sp>
        <p:nvSpPr>
          <p:cNvPr id="3" name="Content Placeholder 2">
            <a:extLst>
              <a:ext uri="{FF2B5EF4-FFF2-40B4-BE49-F238E27FC236}">
                <a16:creationId xmlns:a16="http://schemas.microsoft.com/office/drawing/2014/main" id="{201A9B68-DBAA-A967-7A6E-A78E1F232C2A}"/>
              </a:ext>
            </a:extLst>
          </p:cNvPr>
          <p:cNvSpPr>
            <a:spLocks noGrp="1"/>
          </p:cNvSpPr>
          <p:nvPr>
            <p:ph idx="1"/>
          </p:nvPr>
        </p:nvSpPr>
        <p:spPr/>
        <p:txBody>
          <a:bodyPr/>
          <a:lstStyle/>
          <a:p>
            <a:r>
              <a:rPr lang="en-US" b="1" dirty="0"/>
              <a:t>RQ: </a:t>
            </a:r>
            <a:r>
              <a:rPr lang="en-US" dirty="0"/>
              <a:t>To what extent are fake GitHub stars effective in promoting the target GitHub repositories?</a:t>
            </a:r>
          </a:p>
        </p:txBody>
      </p:sp>
      <p:sp>
        <p:nvSpPr>
          <p:cNvPr id="4" name="Footer Placeholder 3">
            <a:extLst>
              <a:ext uri="{FF2B5EF4-FFF2-40B4-BE49-F238E27FC236}">
                <a16:creationId xmlns:a16="http://schemas.microsoft.com/office/drawing/2014/main" id="{98CB7BEF-AACB-D076-E6D5-3B0F7EA3175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AC5398F0-BC1B-28B1-B6B2-3D3C38641666}"/>
              </a:ext>
            </a:extLst>
          </p:cNvPr>
          <p:cNvSpPr>
            <a:spLocks noGrp="1"/>
          </p:cNvSpPr>
          <p:nvPr>
            <p:ph type="sldNum" sz="quarter" idx="12"/>
          </p:nvPr>
        </p:nvSpPr>
        <p:spPr/>
        <p:txBody>
          <a:bodyPr/>
          <a:lstStyle/>
          <a:p>
            <a:fld id="{8E90A93A-CBEB-40B0-B638-E400989BEC3F}" type="slidenum">
              <a:rPr lang="zh-CN" altLang="en-US" smtClean="0"/>
              <a:pPr/>
              <a:t>28</a:t>
            </a:fld>
            <a:endParaRPr lang="zh-CN" altLang="en-US"/>
          </a:p>
        </p:txBody>
      </p:sp>
      <p:pic>
        <p:nvPicPr>
          <p:cNvPr id="7" name="Picture 6">
            <a:extLst>
              <a:ext uri="{FF2B5EF4-FFF2-40B4-BE49-F238E27FC236}">
                <a16:creationId xmlns:a16="http://schemas.microsoft.com/office/drawing/2014/main" id="{610F36D0-8AB3-C588-3FDA-EBE5046E36C2}"/>
              </a:ext>
            </a:extLst>
          </p:cNvPr>
          <p:cNvPicPr>
            <a:picLocks noChangeAspect="1"/>
          </p:cNvPicPr>
          <p:nvPr/>
        </p:nvPicPr>
        <p:blipFill>
          <a:blip r:embed="rId2"/>
          <a:stretch>
            <a:fillRect/>
          </a:stretch>
        </p:blipFill>
        <p:spPr>
          <a:xfrm>
            <a:off x="983468" y="2300208"/>
            <a:ext cx="4926576" cy="3906882"/>
          </a:xfrm>
          <a:prstGeom prst="rect">
            <a:avLst/>
          </a:prstGeom>
          <a:ln>
            <a:solidFill>
              <a:schemeClr val="tx1"/>
            </a:solidFill>
          </a:ln>
          <a:effectLst>
            <a:outerShdw blurRad="50800" dist="38100" dir="2700000" algn="tl" rotWithShape="0">
              <a:prstClr val="black">
                <a:alpha val="40000"/>
              </a:prstClr>
            </a:outerShdw>
          </a:effectLst>
        </p:spPr>
      </p:pic>
      <p:pic>
        <p:nvPicPr>
          <p:cNvPr id="11" name="Picture 10">
            <a:extLst>
              <a:ext uri="{FF2B5EF4-FFF2-40B4-BE49-F238E27FC236}">
                <a16:creationId xmlns:a16="http://schemas.microsoft.com/office/drawing/2014/main" id="{55EDF501-63DE-47FC-317E-C05AC0D80BF6}"/>
              </a:ext>
            </a:extLst>
          </p:cNvPr>
          <p:cNvPicPr>
            <a:picLocks noChangeAspect="1"/>
          </p:cNvPicPr>
          <p:nvPr/>
        </p:nvPicPr>
        <p:blipFill>
          <a:blip r:embed="rId3"/>
          <a:stretch>
            <a:fillRect/>
          </a:stretch>
        </p:blipFill>
        <p:spPr>
          <a:xfrm>
            <a:off x="6566588" y="2300208"/>
            <a:ext cx="4443962" cy="3907192"/>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40822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FA9DD-33E5-9F49-D281-F55C022B07C5}"/>
              </a:ext>
            </a:extLst>
          </p:cNvPr>
          <p:cNvSpPr>
            <a:spLocks noGrp="1"/>
          </p:cNvSpPr>
          <p:nvPr>
            <p:ph type="title"/>
          </p:nvPr>
        </p:nvSpPr>
        <p:spPr/>
        <p:txBody>
          <a:bodyPr/>
          <a:lstStyle/>
          <a:p>
            <a:r>
              <a:rPr lang="en-US" dirty="0"/>
              <a:t>Key Findings</a:t>
            </a:r>
          </a:p>
        </p:txBody>
      </p:sp>
      <p:sp>
        <p:nvSpPr>
          <p:cNvPr id="3" name="Content Placeholder 2">
            <a:extLst>
              <a:ext uri="{FF2B5EF4-FFF2-40B4-BE49-F238E27FC236}">
                <a16:creationId xmlns:a16="http://schemas.microsoft.com/office/drawing/2014/main" id="{F09135AF-03C0-193D-8EB2-C70402055193}"/>
              </a:ext>
            </a:extLst>
          </p:cNvPr>
          <p:cNvSpPr>
            <a:spLocks noGrp="1"/>
          </p:cNvSpPr>
          <p:nvPr>
            <p:ph idx="1"/>
          </p:nvPr>
        </p:nvSpPr>
        <p:spPr>
          <a:xfrm>
            <a:off x="320948" y="1205069"/>
            <a:ext cx="11584419" cy="1169015"/>
          </a:xfrm>
        </p:spPr>
        <p:txBody>
          <a:bodyPr/>
          <a:lstStyle/>
          <a:p>
            <a:pPr>
              <a:buClr>
                <a:schemeClr val="dk1"/>
              </a:buClr>
              <a:buSzPts val="2400"/>
            </a:pPr>
            <a:r>
              <a:rPr lang="en-US" dirty="0"/>
              <a:t>Fake stars bring a promotional impact in the short term but </a:t>
            </a:r>
            <a:r>
              <a:rPr lang="en-US" dirty="0">
                <a:solidFill>
                  <a:srgbClr val="FF0000"/>
                </a:solidFill>
              </a:rPr>
              <a:t>becomes a liability</a:t>
            </a:r>
            <a:r>
              <a:rPr lang="en-US" dirty="0"/>
              <a:t> (leading to less real attention) in the long term</a:t>
            </a:r>
          </a:p>
        </p:txBody>
      </p:sp>
      <p:sp>
        <p:nvSpPr>
          <p:cNvPr id="4" name="Footer Placeholder 3">
            <a:extLst>
              <a:ext uri="{FF2B5EF4-FFF2-40B4-BE49-F238E27FC236}">
                <a16:creationId xmlns:a16="http://schemas.microsoft.com/office/drawing/2014/main" id="{4E2DE1BB-09B2-385D-FE48-9B60E565AD3F}"/>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05E4A45F-E09D-0762-9BC1-5979C3EBC9FE}"/>
              </a:ext>
            </a:extLst>
          </p:cNvPr>
          <p:cNvSpPr>
            <a:spLocks noGrp="1"/>
          </p:cNvSpPr>
          <p:nvPr>
            <p:ph type="sldNum" sz="quarter" idx="12"/>
          </p:nvPr>
        </p:nvSpPr>
        <p:spPr/>
        <p:txBody>
          <a:bodyPr/>
          <a:lstStyle/>
          <a:p>
            <a:fld id="{8E90A93A-CBEB-40B0-B638-E400989BEC3F}" type="slidenum">
              <a:rPr lang="zh-CN" altLang="en-US" smtClean="0"/>
              <a:pPr/>
              <a:t>29</a:t>
            </a:fld>
            <a:endParaRPr lang="zh-CN" altLang="en-US"/>
          </a:p>
        </p:txBody>
      </p:sp>
      <p:sp>
        <p:nvSpPr>
          <p:cNvPr id="11" name="Google Shape;231;g38657ef1674_0_80">
            <a:extLst>
              <a:ext uri="{FF2B5EF4-FFF2-40B4-BE49-F238E27FC236}">
                <a16:creationId xmlns:a16="http://schemas.microsoft.com/office/drawing/2014/main" id="{78D3C6D8-388A-3CD9-C9E4-1E46286B9FB7}"/>
              </a:ext>
            </a:extLst>
          </p:cNvPr>
          <p:cNvSpPr txBox="1"/>
          <p:nvPr/>
        </p:nvSpPr>
        <p:spPr>
          <a:xfrm>
            <a:off x="6416100" y="2894902"/>
            <a:ext cx="5417700" cy="2400627"/>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2400" b="1" dirty="0">
                <a:solidFill>
                  <a:schemeClr val="dk1"/>
                </a:solidFill>
                <a:latin typeface="Gadugi" panose="020B0502040204020203" pitchFamily="34" charset="0"/>
                <a:ea typeface="Gadugi" panose="020B0502040204020203" pitchFamily="34" charset="0"/>
              </a:rPr>
              <a:t>1% fake star increase</a:t>
            </a:r>
            <a:r>
              <a:rPr lang="en-US" sz="2400" dirty="0">
                <a:solidFill>
                  <a:schemeClr val="dk1"/>
                </a:solidFill>
                <a:latin typeface="Gadugi" panose="020B0502040204020203" pitchFamily="34" charset="0"/>
                <a:ea typeface="Gadugi" panose="020B0502040204020203" pitchFamily="34" charset="0"/>
              </a:rPr>
              <a:t> in month t    </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Clr>
                <a:schemeClr val="dk1"/>
              </a:buClr>
              <a:buSzPts val="1100"/>
              <a:buFont typeface="Arial"/>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0.07% increase</a:t>
            </a:r>
            <a:r>
              <a:rPr lang="en-US" sz="2400" dirty="0">
                <a:solidFill>
                  <a:schemeClr val="dk1"/>
                </a:solidFill>
                <a:latin typeface="Gadugi" panose="020B0502040204020203" pitchFamily="34" charset="0"/>
                <a:ea typeface="Gadugi" panose="020B0502040204020203" pitchFamily="34" charset="0"/>
              </a:rPr>
              <a:t> since t + 1</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0.03% increase</a:t>
            </a:r>
            <a:r>
              <a:rPr lang="en-US" sz="2400" dirty="0">
                <a:solidFill>
                  <a:schemeClr val="dk1"/>
                </a:solidFill>
                <a:latin typeface="Gadugi" panose="020B0502040204020203" pitchFamily="34" charset="0"/>
                <a:ea typeface="Gadugi" panose="020B0502040204020203" pitchFamily="34" charset="0"/>
              </a:rPr>
              <a:t> since t + 2</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a:t>
            </a:r>
            <a:r>
              <a:rPr lang="en-US" sz="2400" dirty="0">
                <a:solidFill>
                  <a:srgbClr val="FF0000"/>
                </a:solidFill>
                <a:latin typeface="Gadugi" panose="020B0502040204020203" pitchFamily="34" charset="0"/>
                <a:ea typeface="Gadugi" panose="020B0502040204020203" pitchFamily="34" charset="0"/>
              </a:rPr>
              <a:t> -</a:t>
            </a:r>
            <a:r>
              <a:rPr lang="en-US" sz="2400" b="1" dirty="0">
                <a:solidFill>
                  <a:srgbClr val="FF0000"/>
                </a:solidFill>
                <a:latin typeface="Gadugi" panose="020B0502040204020203" pitchFamily="34" charset="0"/>
                <a:ea typeface="Gadugi" panose="020B0502040204020203" pitchFamily="34" charset="0"/>
              </a:rPr>
              <a:t>0.04% decrease</a:t>
            </a:r>
            <a:r>
              <a:rPr lang="en-US" sz="2400" dirty="0">
                <a:solidFill>
                  <a:schemeClr val="dk1"/>
                </a:solidFill>
                <a:latin typeface="Gadugi" panose="020B0502040204020203" pitchFamily="34" charset="0"/>
                <a:ea typeface="Gadugi" panose="020B0502040204020203" pitchFamily="34" charset="0"/>
              </a:rPr>
              <a:t> since t + 3</a:t>
            </a:r>
            <a:endParaRPr sz="2400" dirty="0">
              <a:solidFill>
                <a:schemeClr val="dk1"/>
              </a:solidFill>
              <a:latin typeface="Gadugi" panose="020B0502040204020203" pitchFamily="34" charset="0"/>
              <a:ea typeface="Gadugi" panose="020B0502040204020203" pitchFamily="34" charset="0"/>
            </a:endParaRPr>
          </a:p>
        </p:txBody>
      </p:sp>
      <p:sp>
        <p:nvSpPr>
          <p:cNvPr id="13" name="Google Shape;232;g38657ef1674_0_80">
            <a:extLst>
              <a:ext uri="{FF2B5EF4-FFF2-40B4-BE49-F238E27FC236}">
                <a16:creationId xmlns:a16="http://schemas.microsoft.com/office/drawing/2014/main" id="{2EDEA4C1-59EC-56A8-7FC1-B51B9E280905}"/>
              </a:ext>
            </a:extLst>
          </p:cNvPr>
          <p:cNvSpPr txBox="1"/>
          <p:nvPr/>
        </p:nvSpPr>
        <p:spPr>
          <a:xfrm>
            <a:off x="678300" y="2894901"/>
            <a:ext cx="5417700" cy="2400627"/>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US" sz="2400" b="1" dirty="0">
                <a:solidFill>
                  <a:schemeClr val="dk1"/>
                </a:solidFill>
                <a:latin typeface="Gadugi" panose="020B0502040204020203" pitchFamily="34" charset="0"/>
                <a:ea typeface="Gadugi" panose="020B0502040204020203" pitchFamily="34" charset="0"/>
              </a:rPr>
              <a:t>1% real star increase</a:t>
            </a:r>
            <a:r>
              <a:rPr lang="en-US" sz="2400" dirty="0">
                <a:solidFill>
                  <a:schemeClr val="dk1"/>
                </a:solidFill>
                <a:latin typeface="Gadugi" panose="020B0502040204020203" pitchFamily="34" charset="0"/>
                <a:ea typeface="Gadugi" panose="020B0502040204020203" pitchFamily="34" charset="0"/>
              </a:rPr>
              <a:t> in month t    </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0.36% increase</a:t>
            </a:r>
            <a:r>
              <a:rPr lang="en-US" sz="2400" dirty="0">
                <a:solidFill>
                  <a:schemeClr val="dk1"/>
                </a:solidFill>
                <a:latin typeface="Gadugi" panose="020B0502040204020203" pitchFamily="34" charset="0"/>
                <a:ea typeface="Gadugi" panose="020B0502040204020203" pitchFamily="34" charset="0"/>
              </a:rPr>
              <a:t> since t + 1</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0.15% increase</a:t>
            </a:r>
            <a:r>
              <a:rPr lang="en-US" sz="2400" dirty="0">
                <a:solidFill>
                  <a:schemeClr val="dk1"/>
                </a:solidFill>
                <a:latin typeface="Gadugi" panose="020B0502040204020203" pitchFamily="34" charset="0"/>
                <a:ea typeface="Gadugi" panose="020B0502040204020203" pitchFamily="34" charset="0"/>
              </a:rPr>
              <a:t> since at + 2</a:t>
            </a:r>
            <a:endParaRPr sz="2400" dirty="0">
              <a:solidFill>
                <a:schemeClr val="dk1"/>
              </a:solidFill>
              <a:latin typeface="Gadugi" panose="020B0502040204020203" pitchFamily="34" charset="0"/>
              <a:ea typeface="Gadugi" panose="020B0502040204020203" pitchFamily="34" charset="0"/>
            </a:endParaRPr>
          </a:p>
          <a:p>
            <a:pPr marL="0" lvl="0" indent="0" algn="l" rtl="0">
              <a:lnSpc>
                <a:spcPct val="150000"/>
              </a:lnSpc>
              <a:spcBef>
                <a:spcPts val="0"/>
              </a:spcBef>
              <a:spcAft>
                <a:spcPts val="0"/>
              </a:spcAft>
              <a:buNone/>
            </a:pPr>
            <a:r>
              <a:rPr lang="en-US" sz="2400" dirty="0">
                <a:solidFill>
                  <a:schemeClr val="dk1"/>
                </a:solidFill>
                <a:latin typeface="Gadugi" panose="020B0502040204020203" pitchFamily="34" charset="0"/>
                <a:ea typeface="Gadugi" panose="020B0502040204020203" pitchFamily="34" charset="0"/>
              </a:rPr>
              <a:t>    → +</a:t>
            </a:r>
            <a:r>
              <a:rPr lang="en-US" sz="2400" b="1" dirty="0">
                <a:solidFill>
                  <a:schemeClr val="dk1"/>
                </a:solidFill>
                <a:latin typeface="Gadugi" panose="020B0502040204020203" pitchFamily="34" charset="0"/>
                <a:ea typeface="Gadugi" panose="020B0502040204020203" pitchFamily="34" charset="0"/>
              </a:rPr>
              <a:t>0.10% decrease</a:t>
            </a:r>
            <a:r>
              <a:rPr lang="en-US" sz="2400" dirty="0">
                <a:solidFill>
                  <a:schemeClr val="dk1"/>
                </a:solidFill>
                <a:latin typeface="Gadugi" panose="020B0502040204020203" pitchFamily="34" charset="0"/>
                <a:ea typeface="Gadugi" panose="020B0502040204020203" pitchFamily="34" charset="0"/>
              </a:rPr>
              <a:t> since t + 3</a:t>
            </a:r>
            <a:endParaRPr sz="2400" dirty="0">
              <a:solidFill>
                <a:schemeClr val="dk1"/>
              </a:solidFill>
              <a:latin typeface="Gadugi" panose="020B0502040204020203" pitchFamily="34" charset="0"/>
              <a:ea typeface="Gadugi" panose="020B0502040204020203" pitchFamily="34" charset="0"/>
            </a:endParaRPr>
          </a:p>
        </p:txBody>
      </p:sp>
    </p:spTree>
    <p:extLst>
      <p:ext uri="{BB962C8B-B14F-4D97-AF65-F5344CB8AC3E}">
        <p14:creationId xmlns:p14="http://schemas.microsoft.com/office/powerpoint/2010/main" val="13664727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E266B2-5F1F-953F-9A64-AA2DA9EF0B07}"/>
              </a:ext>
            </a:extLst>
          </p:cNvPr>
          <p:cNvSpPr>
            <a:spLocks noGrp="1"/>
          </p:cNvSpPr>
          <p:nvPr>
            <p:ph type="title"/>
          </p:nvPr>
        </p:nvSpPr>
        <p:spPr/>
        <p:txBody>
          <a:bodyPr/>
          <a:lstStyle/>
          <a:p>
            <a:r>
              <a:rPr lang="en-US" b="1" dirty="0"/>
              <a:t>Step 1: </a:t>
            </a:r>
            <a:r>
              <a:rPr lang="en-US" dirty="0"/>
              <a:t>A causal theory from existing SE domain knowledge </a:t>
            </a:r>
          </a:p>
        </p:txBody>
      </p:sp>
      <p:pic>
        <p:nvPicPr>
          <p:cNvPr id="7" name="Content Placeholder 6">
            <a:extLst>
              <a:ext uri="{FF2B5EF4-FFF2-40B4-BE49-F238E27FC236}">
                <a16:creationId xmlns:a16="http://schemas.microsoft.com/office/drawing/2014/main" id="{227C2B13-2015-62BC-F0AE-35B94FDC4693}"/>
              </a:ext>
            </a:extLst>
          </p:cNvPr>
          <p:cNvPicPr>
            <a:picLocks noGrp="1" noChangeAspect="1"/>
          </p:cNvPicPr>
          <p:nvPr>
            <p:ph idx="1"/>
          </p:nvPr>
        </p:nvPicPr>
        <p:blipFill>
          <a:blip r:embed="rId2"/>
          <a:stretch>
            <a:fillRect/>
          </a:stretch>
        </p:blipFill>
        <p:spPr>
          <a:xfrm>
            <a:off x="161284" y="1258349"/>
            <a:ext cx="11935757" cy="4848595"/>
          </a:xfrm>
          <a:prstGeom prst="rect">
            <a:avLst/>
          </a:prstGeom>
        </p:spPr>
      </p:pic>
      <p:sp>
        <p:nvSpPr>
          <p:cNvPr id="4" name="Footer Placeholder 3">
            <a:extLst>
              <a:ext uri="{FF2B5EF4-FFF2-40B4-BE49-F238E27FC236}">
                <a16:creationId xmlns:a16="http://schemas.microsoft.com/office/drawing/2014/main" id="{77655958-6418-7793-0AB3-0B6F4608A97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B69FDB4-CA90-9A4B-B86F-BDADB61FF7A7}"/>
              </a:ext>
            </a:extLst>
          </p:cNvPr>
          <p:cNvSpPr>
            <a:spLocks noGrp="1"/>
          </p:cNvSpPr>
          <p:nvPr>
            <p:ph type="sldNum" sz="quarter" idx="12"/>
          </p:nvPr>
        </p:nvSpPr>
        <p:spPr/>
        <p:txBody>
          <a:bodyPr/>
          <a:lstStyle/>
          <a:p>
            <a:fld id="{8E90A93A-CBEB-40B0-B638-E400989BEC3F}" type="slidenum">
              <a:rPr lang="zh-CN" altLang="en-US" smtClean="0"/>
              <a:pPr/>
              <a:t>30</a:t>
            </a:fld>
            <a:endParaRPr lang="zh-CN" altLang="en-US"/>
          </a:p>
        </p:txBody>
      </p:sp>
    </p:spTree>
    <p:extLst>
      <p:ext uri="{BB962C8B-B14F-4D97-AF65-F5344CB8AC3E}">
        <p14:creationId xmlns:p14="http://schemas.microsoft.com/office/powerpoint/2010/main" val="29474732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3FA79A-799B-9E5D-9DDA-9243B37ED92C}"/>
              </a:ext>
            </a:extLst>
          </p:cNvPr>
          <p:cNvSpPr>
            <a:spLocks noGrp="1"/>
          </p:cNvSpPr>
          <p:nvPr>
            <p:ph type="title"/>
          </p:nvPr>
        </p:nvSpPr>
        <p:spPr/>
        <p:txBody>
          <a:bodyPr/>
          <a:lstStyle/>
          <a:p>
            <a:r>
              <a:rPr lang="en-US" b="1" dirty="0"/>
              <a:t>Step 2: </a:t>
            </a:r>
            <a:r>
              <a:rPr lang="en-US" dirty="0"/>
              <a:t>Estimate of interest and assumptions for causal interpretation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BE9242B-9BCF-3511-683A-C3044BF9ED27}"/>
                  </a:ext>
                </a:extLst>
              </p:cNvPr>
              <p:cNvSpPr>
                <a:spLocks noGrp="1"/>
              </p:cNvSpPr>
              <p:nvPr>
                <p:ph idx="1"/>
              </p:nvPr>
            </p:nvSpPr>
            <p:spPr>
              <a:xfrm>
                <a:off x="326739" y="1205069"/>
                <a:ext cx="11584419" cy="5081939"/>
              </a:xfrm>
            </p:spPr>
            <p:txBody>
              <a:bodyPr>
                <a:normAutofit/>
              </a:bodyPr>
              <a:lstStyle/>
              <a:p>
                <a:r>
                  <a:rPr lang="en-US" b="1" dirty="0"/>
                  <a:t>Method: </a:t>
                </a:r>
                <a:r>
                  <a:rPr lang="en-US" dirty="0">
                    <a:solidFill>
                      <a:srgbClr val="FF0000"/>
                    </a:solidFill>
                  </a:rPr>
                  <a:t>Panel Autoregression</a:t>
                </a:r>
              </a:p>
              <a:p>
                <a:pPr marL="0" indent="0">
                  <a:buNone/>
                </a:pPr>
                <a14:m>
                  <m:oMathPara xmlns:m="http://schemas.openxmlformats.org/officeDocument/2006/math">
                    <m:oMath>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𝑘</m:t>
                          </m:r>
                        </m:sup>
                        <m:e>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sub>
                          </m:sSub>
                          <m:r>
                            <a:rPr lang="en-US" b="0" i="1" smtClean="0">
                              <a:latin typeface="Cambria Math" panose="02040503050406030204" pitchFamily="18" charset="0"/>
                            </a:rPr>
                            <m:t>+</m:t>
                          </m:r>
                          <m:r>
                            <a:rPr lang="en-US" b="0" i="1" smtClean="0">
                              <a:latin typeface="Cambria Math" panose="02040503050406030204" pitchFamily="18" charset="0"/>
                            </a:rPr>
                            <m:t>𝑎𝑙𝑙</m:t>
                          </m:r>
                          <m:r>
                            <a:rPr lang="en-US" b="0" i="1" smtClean="0">
                              <a:latin typeface="Cambria Math" panose="02040503050406030204" pitchFamily="18" charset="0"/>
                            </a:rPr>
                            <m:t>_</m:t>
                          </m:r>
                          <m:r>
                            <a:rPr lang="en-US" b="0" i="1" smtClean="0">
                              <a:latin typeface="Cambria Math" panose="02040503050406030204" pitchFamily="18" charset="0"/>
                            </a:rPr>
                            <m:t>𝑟𝑒𝑎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𝑖</m:t>
                              </m:r>
                              <m:r>
                                <a:rPr lang="en-US" b="0" i="1" smtClean="0">
                                  <a:latin typeface="Cambria Math" panose="02040503050406030204" pitchFamily="18" charset="0"/>
                                </a:rPr>
                                <m:t>, </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−1</m:t>
                              </m:r>
                            </m:sub>
                          </m:sSub>
                        </m:e>
                      </m:nary>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𝑗</m:t>
                          </m:r>
                          <m:r>
                            <a:rPr lang="en-US" b="0" i="1" smtClean="0">
                              <a:latin typeface="Cambria Math" panose="02040503050406030204" pitchFamily="18" charset="0"/>
                            </a:rPr>
                            <m:t>=1</m:t>
                          </m:r>
                        </m:sub>
                        <m:sup>
                          <m:r>
                            <a:rPr lang="en-US" b="0" i="1" smtClean="0">
                              <a:latin typeface="Cambria Math" panose="02040503050406030204" pitchFamily="18" charset="0"/>
                            </a:rPr>
                            <m:t>𝑘</m:t>
                          </m:r>
                        </m:sup>
                        <m:e>
                          <m:r>
                            <a:rPr lang="en-US" b="0" i="1" smtClean="0">
                              <a:latin typeface="Cambria Math" panose="02040503050406030204" pitchFamily="18" charset="0"/>
                            </a:rPr>
                            <m:t>𝑓𝑎𝑘</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sub>
                          </m:sSub>
                        </m:e>
                      </m:nary>
                      <m:r>
                        <a:rPr lang="en-US" b="0" i="1" smtClean="0">
                          <a:latin typeface="Cambria Math" panose="02040503050406030204" pitchFamily="18" charset="0"/>
                        </a:rPr>
                        <m:t>+</m:t>
                      </m:r>
                      <m:r>
                        <a:rPr lang="en-US" b="0" i="1" smtClean="0">
                          <a:latin typeface="Cambria Math" panose="02040503050406030204" pitchFamily="18" charset="0"/>
                        </a:rPr>
                        <m:t>𝑎𝑙</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𝑙</m:t>
                          </m:r>
                        </m:e>
                        <m:sub>
                          <m:r>
                            <a:rPr lang="en-US" b="0" i="1" smtClean="0">
                              <a:latin typeface="Cambria Math" panose="02040503050406030204" pitchFamily="18" charset="0"/>
                            </a:rPr>
                            <m:t>𝑓𝑎𝑘</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r>
                                <a:rPr lang="en-US" b="0" i="1" smtClean="0">
                                  <a:latin typeface="Cambria Math" panose="02040503050406030204" pitchFamily="18" charset="0"/>
                                </a:rPr>
                                <m:t>𝑘</m:t>
                              </m:r>
                              <m:r>
                                <a:rPr lang="en-US" b="0" i="1" smtClean="0">
                                  <a:latin typeface="Cambria Math" panose="02040503050406030204" pitchFamily="18" charset="0"/>
                                </a:rPr>
                                <m:t>−1</m:t>
                              </m:r>
                            </m:sub>
                          </m:sSub>
                        </m:sub>
                      </m:sSub>
                    </m:oMath>
                  </m:oMathPara>
                </a14:m>
                <a:endParaRPr lang="en-US" b="0" i="1" dirty="0">
                  <a:latin typeface="Cambria Math" panose="02040503050406030204" pitchFamily="18" charset="0"/>
                </a:endParaRPr>
              </a:p>
              <a:p>
                <a:pPr marL="0" indent="0">
                  <a:buNone/>
                </a:pPr>
                <a:r>
                  <a:rPr lang="en-US" b="0" dirty="0"/>
                  <a:t>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𝛽</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𝑎𝑔</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𝑟𝑒𝑙𝑒𝑎𝑠𝑒</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i="1">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𝑎𝑐𝑡𝑖𝑣𝑖𝑡</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𝜖</m:t>
                        </m:r>
                      </m:e>
                      <m:sub>
                        <m:r>
                          <a:rPr lang="en-US" i="1">
                            <a:latin typeface="Cambria Math" panose="02040503050406030204" pitchFamily="18" charset="0"/>
                          </a:rPr>
                          <m:t>𝑖</m:t>
                        </m:r>
                        <m:r>
                          <a:rPr lang="en-US" i="1">
                            <a:latin typeface="Cambria Math" panose="02040503050406030204" pitchFamily="18" charset="0"/>
                          </a:rPr>
                          <m:t>,</m:t>
                        </m:r>
                        <m:r>
                          <a:rPr lang="en-US" i="1">
                            <a:latin typeface="Cambria Math" panose="02040503050406030204" pitchFamily="18" charset="0"/>
                          </a:rPr>
                          <m:t>𝑡</m:t>
                        </m:r>
                      </m:sub>
                    </m:sSub>
                  </m:oMath>
                </a14:m>
                <a:endParaRPr lang="en-US" dirty="0"/>
              </a:p>
              <a:p>
                <a:pPr marL="0" indent="0" algn="ctr">
                  <a:buNone/>
                </a:pPr>
                <a:r>
                  <a:rPr lang="en-US" dirty="0"/>
                  <a:t>(Time/Repo Fixed Effects or Random Effects)</a:t>
                </a:r>
              </a:p>
              <a:p>
                <a:r>
                  <a:rPr lang="en-US" b="1" dirty="0" err="1"/>
                  <a:t>Estimands</a:t>
                </a:r>
                <a:r>
                  <a:rPr lang="en-US" b="1" dirty="0"/>
                  <a:t>: </a:t>
                </a:r>
                <a:r>
                  <a:rPr lang="en-US" dirty="0"/>
                  <a:t>monthly and long-run elasticity, see Thesis Chapter 4.5.2 for details</a:t>
                </a:r>
              </a:p>
              <a:p>
                <a:r>
                  <a:rPr lang="en-US" b="1" dirty="0"/>
                  <a:t>Assumptions: </a:t>
                </a:r>
                <a:r>
                  <a:rPr lang="en-US" dirty="0"/>
                  <a:t>Strict exogeneity of treatment to errors, no unobserved time-varying confounders, no selection on outcome, classical measurement error, SUTVA at the repository level, and stable treatment definition</a:t>
                </a:r>
              </a:p>
            </p:txBody>
          </p:sp>
        </mc:Choice>
        <mc:Fallback xmlns="">
          <p:sp>
            <p:nvSpPr>
              <p:cNvPr id="3" name="Content Placeholder 2">
                <a:extLst>
                  <a:ext uri="{FF2B5EF4-FFF2-40B4-BE49-F238E27FC236}">
                    <a16:creationId xmlns:a16="http://schemas.microsoft.com/office/drawing/2014/main" id="{5BE9242B-9BCF-3511-683A-C3044BF9ED27}"/>
                  </a:ext>
                </a:extLst>
              </p:cNvPr>
              <p:cNvSpPr>
                <a:spLocks noGrp="1" noRot="1" noChangeAspect="1" noMove="1" noResize="1" noEditPoints="1" noAdjustHandles="1" noChangeArrowheads="1" noChangeShapeType="1" noTextEdit="1"/>
              </p:cNvSpPr>
              <p:nvPr>
                <p:ph idx="1"/>
              </p:nvPr>
            </p:nvSpPr>
            <p:spPr>
              <a:xfrm>
                <a:off x="326739" y="1205069"/>
                <a:ext cx="11584419" cy="5081939"/>
              </a:xfrm>
              <a:blipFill>
                <a:blip r:embed="rId2"/>
                <a:stretch>
                  <a:fillRect l="-737" t="-240" b="-24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FF6C921B-79BA-5FBE-CF56-5F22037765DA}"/>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2346D471-5C00-6E91-EA6F-700F491D2B43}"/>
              </a:ext>
            </a:extLst>
          </p:cNvPr>
          <p:cNvSpPr>
            <a:spLocks noGrp="1"/>
          </p:cNvSpPr>
          <p:nvPr>
            <p:ph type="sldNum" sz="quarter" idx="12"/>
          </p:nvPr>
        </p:nvSpPr>
        <p:spPr/>
        <p:txBody>
          <a:bodyPr/>
          <a:lstStyle/>
          <a:p>
            <a:fld id="{8E90A93A-CBEB-40B0-B638-E400989BEC3F}" type="slidenum">
              <a:rPr lang="zh-CN" altLang="en-US" smtClean="0"/>
              <a:pPr/>
              <a:t>31</a:t>
            </a:fld>
            <a:endParaRPr lang="zh-CN" altLang="en-US"/>
          </a:p>
        </p:txBody>
      </p:sp>
    </p:spTree>
    <p:extLst>
      <p:ext uri="{BB962C8B-B14F-4D97-AF65-F5344CB8AC3E}">
        <p14:creationId xmlns:p14="http://schemas.microsoft.com/office/powerpoint/2010/main" val="25954052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89700-959F-044F-F92A-235D2DEEEF04}"/>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748AFCD8-61C5-1605-F092-9C4772D9DEE2}"/>
              </a:ext>
            </a:extLst>
          </p:cNvPr>
          <p:cNvSpPr>
            <a:spLocks noGrp="1"/>
          </p:cNvSpPr>
          <p:nvPr>
            <p:ph idx="1"/>
          </p:nvPr>
        </p:nvSpPr>
        <p:spPr/>
        <p:txBody>
          <a:bodyPr/>
          <a:lstStyle/>
          <a:p>
            <a:r>
              <a:rPr lang="en-US" dirty="0"/>
              <a:t>Time-varying confounding from topics</a:t>
            </a:r>
          </a:p>
          <a:p>
            <a:pPr lvl="1"/>
            <a:r>
              <a:rPr lang="en-US" dirty="0"/>
              <a:t>Blockchain hype in 2024 and AI hype in 2025</a:t>
            </a:r>
          </a:p>
          <a:p>
            <a:pPr lvl="1"/>
            <a:endParaRPr lang="en-US" dirty="0"/>
          </a:p>
          <a:p>
            <a:r>
              <a:rPr lang="en-US" dirty="0"/>
              <a:t>Reverse causality between real-star growth and purchase decisions</a:t>
            </a:r>
          </a:p>
          <a:p>
            <a:endParaRPr lang="en-US" dirty="0"/>
          </a:p>
          <a:p>
            <a:r>
              <a:rPr lang="en-US" dirty="0"/>
              <a:t>Survivorship bias</a:t>
            </a:r>
          </a:p>
          <a:p>
            <a:endParaRPr lang="en-US" dirty="0"/>
          </a:p>
          <a:p>
            <a:r>
              <a:rPr lang="en-US" dirty="0"/>
              <a:t>Our star time series is monotone by construction while GitHub takes down stars</a:t>
            </a:r>
          </a:p>
        </p:txBody>
      </p:sp>
      <p:sp>
        <p:nvSpPr>
          <p:cNvPr id="4" name="Footer Placeholder 3">
            <a:extLst>
              <a:ext uri="{FF2B5EF4-FFF2-40B4-BE49-F238E27FC236}">
                <a16:creationId xmlns:a16="http://schemas.microsoft.com/office/drawing/2014/main" id="{E115A341-4C10-379B-3286-1D884A10F0FF}"/>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4624062D-FD38-331A-80DA-083455E8E85F}"/>
              </a:ext>
            </a:extLst>
          </p:cNvPr>
          <p:cNvSpPr>
            <a:spLocks noGrp="1"/>
          </p:cNvSpPr>
          <p:nvPr>
            <p:ph type="sldNum" sz="quarter" idx="12"/>
          </p:nvPr>
        </p:nvSpPr>
        <p:spPr/>
        <p:txBody>
          <a:bodyPr/>
          <a:lstStyle/>
          <a:p>
            <a:fld id="{8E90A93A-CBEB-40B0-B638-E400989BEC3F}" type="slidenum">
              <a:rPr lang="zh-CN" altLang="en-US" smtClean="0"/>
              <a:pPr/>
              <a:t>32</a:t>
            </a:fld>
            <a:endParaRPr lang="zh-CN" altLang="en-US"/>
          </a:p>
        </p:txBody>
      </p:sp>
    </p:spTree>
    <p:extLst>
      <p:ext uri="{BB962C8B-B14F-4D97-AF65-F5344CB8AC3E}">
        <p14:creationId xmlns:p14="http://schemas.microsoft.com/office/powerpoint/2010/main" val="38625557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344A62-93B3-83D1-7FFA-BC1A166CAECF}"/>
              </a:ext>
            </a:extLst>
          </p:cNvPr>
          <p:cNvSpPr>
            <a:spLocks noGrp="1"/>
          </p:cNvSpPr>
          <p:nvPr>
            <p:ph type="title"/>
          </p:nvPr>
        </p:nvSpPr>
        <p:spPr>
          <a:xfrm>
            <a:off x="320949" y="292927"/>
            <a:ext cx="11584418" cy="719878"/>
          </a:xfrm>
        </p:spPr>
        <p:txBody>
          <a:bodyPr anchor="ctr">
            <a:normAutofit/>
          </a:bodyPr>
          <a:lstStyle/>
          <a:p>
            <a:r>
              <a:rPr lang="en-US" b="1" dirty="0"/>
              <a:t>Step 4: </a:t>
            </a:r>
            <a:r>
              <a:rPr lang="en-US" dirty="0"/>
              <a:t>Alternative explanations w. robustness checks</a:t>
            </a:r>
          </a:p>
        </p:txBody>
      </p:sp>
      <p:pic>
        <p:nvPicPr>
          <p:cNvPr id="7" name="Picture 6">
            <a:extLst>
              <a:ext uri="{FF2B5EF4-FFF2-40B4-BE49-F238E27FC236}">
                <a16:creationId xmlns:a16="http://schemas.microsoft.com/office/drawing/2014/main" id="{2BC1F986-2272-B7E2-5B46-E5BA21B09353}"/>
              </a:ext>
            </a:extLst>
          </p:cNvPr>
          <p:cNvPicPr>
            <a:picLocks noChangeAspect="1"/>
          </p:cNvPicPr>
          <p:nvPr/>
        </p:nvPicPr>
        <p:blipFill>
          <a:blip r:embed="rId2"/>
          <a:stretch>
            <a:fillRect/>
          </a:stretch>
        </p:blipFill>
        <p:spPr>
          <a:xfrm>
            <a:off x="1208488" y="1242821"/>
            <a:ext cx="9498949" cy="5081939"/>
          </a:xfrm>
          <a:prstGeom prst="rect">
            <a:avLst/>
          </a:prstGeom>
          <a:noFill/>
        </p:spPr>
      </p:pic>
      <p:sp>
        <p:nvSpPr>
          <p:cNvPr id="4" name="Footer Placeholder 3">
            <a:extLst>
              <a:ext uri="{FF2B5EF4-FFF2-40B4-BE49-F238E27FC236}">
                <a16:creationId xmlns:a16="http://schemas.microsoft.com/office/drawing/2014/main" id="{D3715365-A1EB-C073-D821-5FADCA4934C3}"/>
              </a:ext>
            </a:extLst>
          </p:cNvPr>
          <p:cNvSpPr>
            <a:spLocks noGrp="1"/>
          </p:cNvSpPr>
          <p:nvPr>
            <p:ph type="ftr" sz="quarter" idx="11"/>
          </p:nvPr>
        </p:nvSpPr>
        <p:spPr>
          <a:xfrm>
            <a:off x="320948" y="6494116"/>
            <a:ext cx="7835500" cy="365125"/>
          </a:xfrm>
        </p:spPr>
        <p:txBody>
          <a:bodyPr anchor="ctr">
            <a:normAutofit/>
          </a:bodyPr>
          <a:lstStyle/>
          <a:p>
            <a:pPr>
              <a:spcAft>
                <a:spcPts val="600"/>
              </a:spcAft>
            </a:pPr>
            <a:r>
              <a:rPr lang="en-US"/>
              <a:t>Dispelling Software Engineering Myths: A Pragmatic Causal Inference Approach</a:t>
            </a:r>
          </a:p>
        </p:txBody>
      </p:sp>
      <p:sp>
        <p:nvSpPr>
          <p:cNvPr id="5" name="Slide Number Placeholder 4">
            <a:extLst>
              <a:ext uri="{FF2B5EF4-FFF2-40B4-BE49-F238E27FC236}">
                <a16:creationId xmlns:a16="http://schemas.microsoft.com/office/drawing/2014/main" id="{3CF90BDF-7C13-958E-FEF0-83B5C4AE5E73}"/>
              </a:ext>
            </a:extLst>
          </p:cNvPr>
          <p:cNvSpPr>
            <a:spLocks noGrp="1"/>
          </p:cNvSpPr>
          <p:nvPr>
            <p:ph type="sldNum" sz="quarter" idx="12"/>
          </p:nvPr>
        </p:nvSpPr>
        <p:spPr>
          <a:xfrm>
            <a:off x="8610600" y="6492875"/>
            <a:ext cx="3294767" cy="365125"/>
          </a:xfrm>
        </p:spPr>
        <p:txBody>
          <a:bodyPr anchor="ctr">
            <a:normAutofit/>
          </a:bodyPr>
          <a:lstStyle/>
          <a:p>
            <a:pPr>
              <a:spcAft>
                <a:spcPts val="600"/>
              </a:spcAft>
            </a:pPr>
            <a:fld id="{8E90A93A-CBEB-40B0-B638-E400989BEC3F}" type="slidenum">
              <a:rPr lang="zh-CN" altLang="en-US" smtClean="0"/>
              <a:pPr>
                <a:spcAft>
                  <a:spcPts val="600"/>
                </a:spcAft>
              </a:pPr>
              <a:t>33</a:t>
            </a:fld>
            <a:endParaRPr lang="zh-CN" altLang="en-US"/>
          </a:p>
        </p:txBody>
      </p:sp>
    </p:spTree>
    <p:extLst>
      <p:ext uri="{BB962C8B-B14F-4D97-AF65-F5344CB8AC3E}">
        <p14:creationId xmlns:p14="http://schemas.microsoft.com/office/powerpoint/2010/main" val="20997193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F8D5E-7229-5E2E-1A38-0D6273AA53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00B14-5EC4-393C-8B4B-A7123613B402}"/>
              </a:ext>
            </a:extLst>
          </p:cNvPr>
          <p:cNvSpPr>
            <a:spLocks noGrp="1"/>
          </p:cNvSpPr>
          <p:nvPr>
            <p:ph type="ctrTitle"/>
          </p:nvPr>
        </p:nvSpPr>
        <p:spPr>
          <a:xfrm>
            <a:off x="2534919" y="1434920"/>
            <a:ext cx="8555328" cy="2244194"/>
          </a:xfrm>
        </p:spPr>
        <p:txBody>
          <a:bodyPr>
            <a:noAutofit/>
          </a:bodyPr>
          <a:lstStyle/>
          <a:p>
            <a:pPr algn="l">
              <a:lnSpc>
                <a:spcPct val="120000"/>
              </a:lnSpc>
            </a:pPr>
            <a:r>
              <a:rPr lang="en-US" altLang="zh-CN" sz="3600" dirty="0">
                <a:latin typeface="Gadugi" panose="020B0502040204020203" pitchFamily="34" charset="0"/>
                <a:ea typeface="Gadugi" panose="020B0502040204020203" pitchFamily="34" charset="0"/>
              </a:rPr>
              <a:t>The Impact of Cursor AI on Open-Source Projects</a:t>
            </a:r>
            <a:endParaRPr lang="en-US" sz="2400" dirty="0"/>
          </a:p>
        </p:txBody>
      </p:sp>
      <p:sp>
        <p:nvSpPr>
          <p:cNvPr id="3" name="Subtitle 2">
            <a:extLst>
              <a:ext uri="{FF2B5EF4-FFF2-40B4-BE49-F238E27FC236}">
                <a16:creationId xmlns:a16="http://schemas.microsoft.com/office/drawing/2014/main" id="{2035DD2F-15E8-F370-7E11-E3B1AE6FA037}"/>
              </a:ext>
            </a:extLst>
          </p:cNvPr>
          <p:cNvSpPr>
            <a:spLocks noGrp="1"/>
          </p:cNvSpPr>
          <p:nvPr>
            <p:ph type="subTitle" idx="1"/>
          </p:nvPr>
        </p:nvSpPr>
        <p:spPr>
          <a:xfrm>
            <a:off x="2595420" y="4420161"/>
            <a:ext cx="9220473" cy="1934500"/>
          </a:xfrm>
        </p:spPr>
        <p:txBody>
          <a:bodyPr>
            <a:normAutofit/>
          </a:bodyPr>
          <a:lstStyle/>
          <a:p>
            <a:pPr algn="l"/>
            <a:r>
              <a:rPr lang="en-US" sz="2000" b="1" dirty="0">
                <a:latin typeface="Gadugi" panose="020B0502040204020203" pitchFamily="34" charset="0"/>
                <a:ea typeface="Gadugi" panose="020B0502040204020203" pitchFamily="34" charset="0"/>
              </a:rPr>
              <a:t>Hao He</a:t>
            </a:r>
            <a:r>
              <a:rPr lang="en-US" sz="2000" dirty="0">
                <a:latin typeface="Gadugi" panose="020B0502040204020203" pitchFamily="34" charset="0"/>
                <a:ea typeface="Gadugi" panose="020B0502040204020203" pitchFamily="34" charset="0"/>
              </a:rPr>
              <a:t>, Courtney Miller, Shyam Agarwal, Christian Kästner, and Bogdan Vasilescu. “Speed at the Cost of Quality: How Cursor AI Increases Short-Term Velocity and Long-Term Complexity in Open-Source Projects.” In Proceedings of the 23rd International Conference on Mining Software Repositories (MSR’26). Preprint: arXiv:2511.04427. </a:t>
            </a:r>
            <a:r>
              <a:rPr lang="en-US" sz="2000" b="1" dirty="0">
                <a:solidFill>
                  <a:srgbClr val="222222"/>
                </a:solidFill>
                <a:latin typeface="Arial" panose="020B0604020202020204" pitchFamily="34" charset="0"/>
              </a:rPr>
              <a:t>🏆Distinguished Paper Award</a:t>
            </a:r>
            <a:endParaRPr lang="en-US" sz="2000" dirty="0">
              <a:latin typeface="Gadugi" panose="020B0502040204020203" pitchFamily="34" charset="0"/>
              <a:ea typeface="Gadugi" panose="020B0502040204020203" pitchFamily="34" charset="0"/>
              <a:cs typeface="Roboto Slab" pitchFamily="2" charset="0"/>
            </a:endParaRPr>
          </a:p>
        </p:txBody>
      </p:sp>
      <p:pic>
        <p:nvPicPr>
          <p:cNvPr id="4" name="Picture 11">
            <a:extLst>
              <a:ext uri="{FF2B5EF4-FFF2-40B4-BE49-F238E27FC236}">
                <a16:creationId xmlns:a16="http://schemas.microsoft.com/office/drawing/2014/main" id="{3CC2DCB0-17D9-21D1-338D-3428777785FE}"/>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02D0BDC0-0E96-4314-1547-0740C4C4B7BE}"/>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7C60F12-65EA-FDDF-B86B-403EE36DC126}"/>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F5863EB-D768-DD6B-3424-60C6421CA1B2}"/>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
        <p:nvSpPr>
          <p:cNvPr id="5" name="TextBox 4">
            <a:extLst>
              <a:ext uri="{FF2B5EF4-FFF2-40B4-BE49-F238E27FC236}">
                <a16:creationId xmlns:a16="http://schemas.microsoft.com/office/drawing/2014/main" id="{722486D3-6A7F-61F2-4F5C-CFF84B7CC4B3}"/>
              </a:ext>
            </a:extLst>
          </p:cNvPr>
          <p:cNvSpPr txBox="1"/>
          <p:nvPr/>
        </p:nvSpPr>
        <p:spPr>
          <a:xfrm>
            <a:off x="2534919" y="1056262"/>
            <a:ext cx="2411879" cy="461665"/>
          </a:xfrm>
          <a:prstGeom prst="rect">
            <a:avLst/>
          </a:prstGeom>
          <a:noFill/>
        </p:spPr>
        <p:txBody>
          <a:bodyPr wrap="none" rtlCol="0">
            <a:spAutoFit/>
          </a:bodyPr>
          <a:lstStyle/>
          <a:p>
            <a:r>
              <a:rPr lang="en-US" altLang="zh-CN" sz="2400" dirty="0">
                <a:latin typeface="Calibri" panose="020F0502020204030204" pitchFamily="34" charset="0"/>
                <a:ea typeface="Calibri" panose="020F0502020204030204" pitchFamily="34" charset="0"/>
                <a:cs typeface="Calibri" panose="020F0502020204030204" pitchFamily="34" charset="0"/>
              </a:rPr>
              <a:t>Empirical Study III</a:t>
            </a:r>
            <a:endParaRPr lang="en-US" sz="240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959352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D86FEB-CC4E-13E9-1C6B-39C844AF5364}"/>
              </a:ext>
            </a:extLst>
          </p:cNvPr>
          <p:cNvSpPr>
            <a:spLocks noGrp="1"/>
          </p:cNvSpPr>
          <p:nvPr>
            <p:ph type="title"/>
          </p:nvPr>
        </p:nvSpPr>
        <p:spPr/>
        <p:txBody>
          <a:bodyPr/>
          <a:lstStyle/>
          <a:p>
            <a:r>
              <a:rPr lang="en-US" dirty="0"/>
              <a:t>Research Question and the </a:t>
            </a:r>
            <a:r>
              <a:rPr lang="en-US" altLang="zh-CN" sz="2800" dirty="0">
                <a:ea typeface="Gadugi" panose="020B0502040204020203" pitchFamily="34" charset="0"/>
              </a:rPr>
              <a:t>(Causal) </a:t>
            </a:r>
            <a:r>
              <a:rPr lang="en-US" dirty="0"/>
              <a:t>Myth</a:t>
            </a:r>
          </a:p>
        </p:txBody>
      </p:sp>
      <p:sp>
        <p:nvSpPr>
          <p:cNvPr id="3" name="Content Placeholder 2">
            <a:extLst>
              <a:ext uri="{FF2B5EF4-FFF2-40B4-BE49-F238E27FC236}">
                <a16:creationId xmlns:a16="http://schemas.microsoft.com/office/drawing/2014/main" id="{F3EB85E3-5F62-4CEA-EC91-BE5D48F111BA}"/>
              </a:ext>
            </a:extLst>
          </p:cNvPr>
          <p:cNvSpPr>
            <a:spLocks noGrp="1"/>
          </p:cNvSpPr>
          <p:nvPr>
            <p:ph idx="1"/>
          </p:nvPr>
        </p:nvSpPr>
        <p:spPr/>
        <p:txBody>
          <a:bodyPr/>
          <a:lstStyle/>
          <a:p>
            <a:r>
              <a:rPr lang="en-US" b="1" dirty="0"/>
              <a:t>RQ: </a:t>
            </a:r>
            <a:r>
              <a:rPr lang="en-US" dirty="0"/>
              <a:t>How does the adoption of LLM agent assistants impact project-level development velocity and software quality?</a:t>
            </a:r>
          </a:p>
        </p:txBody>
      </p:sp>
      <p:sp>
        <p:nvSpPr>
          <p:cNvPr id="4" name="Footer Placeholder 3">
            <a:extLst>
              <a:ext uri="{FF2B5EF4-FFF2-40B4-BE49-F238E27FC236}">
                <a16:creationId xmlns:a16="http://schemas.microsoft.com/office/drawing/2014/main" id="{B8CBF9D3-223D-A820-34A8-2E01CFD823A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5A6F4A9B-D6A5-4045-5A4F-AB648DC17FDB}"/>
              </a:ext>
            </a:extLst>
          </p:cNvPr>
          <p:cNvSpPr>
            <a:spLocks noGrp="1"/>
          </p:cNvSpPr>
          <p:nvPr>
            <p:ph type="sldNum" sz="quarter" idx="12"/>
          </p:nvPr>
        </p:nvSpPr>
        <p:spPr/>
        <p:txBody>
          <a:bodyPr/>
          <a:lstStyle/>
          <a:p>
            <a:fld id="{8E90A93A-CBEB-40B0-B638-E400989BEC3F}" type="slidenum">
              <a:rPr lang="zh-CN" altLang="en-US" smtClean="0"/>
              <a:pPr/>
              <a:t>35</a:t>
            </a:fld>
            <a:endParaRPr lang="zh-CN" altLang="en-US"/>
          </a:p>
        </p:txBody>
      </p:sp>
      <p:pic>
        <p:nvPicPr>
          <p:cNvPr id="7" name="Picture 6">
            <a:extLst>
              <a:ext uri="{FF2B5EF4-FFF2-40B4-BE49-F238E27FC236}">
                <a16:creationId xmlns:a16="http://schemas.microsoft.com/office/drawing/2014/main" id="{5DCF9AFA-A8A5-BA5A-800E-2EE477FFCBA4}"/>
              </a:ext>
            </a:extLst>
          </p:cNvPr>
          <p:cNvPicPr>
            <a:picLocks noChangeAspect="1"/>
          </p:cNvPicPr>
          <p:nvPr/>
        </p:nvPicPr>
        <p:blipFill>
          <a:blip r:embed="rId2"/>
          <a:srcRect b="8425"/>
          <a:stretch>
            <a:fillRect/>
          </a:stretch>
        </p:blipFill>
        <p:spPr>
          <a:xfrm>
            <a:off x="992001" y="2327678"/>
            <a:ext cx="3363864" cy="3917282"/>
          </a:xfrm>
          <a:prstGeom prst="rect">
            <a:avLst/>
          </a:prstGeom>
          <a:ln>
            <a:solidFill>
              <a:schemeClr val="tx1"/>
            </a:solidFill>
          </a:ln>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A11BC0CF-FA91-90A9-79A5-1EAE08DF3C12}"/>
              </a:ext>
            </a:extLst>
          </p:cNvPr>
          <p:cNvPicPr>
            <a:picLocks noChangeAspect="1"/>
          </p:cNvPicPr>
          <p:nvPr/>
        </p:nvPicPr>
        <p:blipFill>
          <a:blip r:embed="rId3"/>
          <a:stretch>
            <a:fillRect/>
          </a:stretch>
        </p:blipFill>
        <p:spPr>
          <a:xfrm>
            <a:off x="5237610" y="2316642"/>
            <a:ext cx="5215073" cy="3919791"/>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5148208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A0C7D-B8D8-47F8-321B-2B1B742B3AA8}"/>
              </a:ext>
            </a:extLst>
          </p:cNvPr>
          <p:cNvSpPr>
            <a:spLocks noGrp="1"/>
          </p:cNvSpPr>
          <p:nvPr>
            <p:ph type="title"/>
          </p:nvPr>
        </p:nvSpPr>
        <p:spPr/>
        <p:txBody>
          <a:bodyPr/>
          <a:lstStyle/>
          <a:p>
            <a:r>
              <a:rPr lang="en-US" dirty="0"/>
              <a:t>Key Findings</a:t>
            </a:r>
          </a:p>
        </p:txBody>
      </p:sp>
      <p:sp>
        <p:nvSpPr>
          <p:cNvPr id="4" name="Footer Placeholder 3">
            <a:extLst>
              <a:ext uri="{FF2B5EF4-FFF2-40B4-BE49-F238E27FC236}">
                <a16:creationId xmlns:a16="http://schemas.microsoft.com/office/drawing/2014/main" id="{43F08646-CBA7-D2A3-6254-87C5CED4967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65F29389-E3CE-C93A-9626-8750C0ABBE6C}"/>
              </a:ext>
            </a:extLst>
          </p:cNvPr>
          <p:cNvSpPr>
            <a:spLocks noGrp="1"/>
          </p:cNvSpPr>
          <p:nvPr>
            <p:ph type="sldNum" sz="quarter" idx="12"/>
          </p:nvPr>
        </p:nvSpPr>
        <p:spPr/>
        <p:txBody>
          <a:bodyPr/>
          <a:lstStyle/>
          <a:p>
            <a:fld id="{8E90A93A-CBEB-40B0-B638-E400989BEC3F}" type="slidenum">
              <a:rPr lang="zh-CN" altLang="en-US" smtClean="0"/>
              <a:pPr/>
              <a:t>36</a:t>
            </a:fld>
            <a:endParaRPr lang="zh-CN" altLang="en-US"/>
          </a:p>
        </p:txBody>
      </p:sp>
      <p:pic>
        <p:nvPicPr>
          <p:cNvPr id="7" name="Picture 6">
            <a:extLst>
              <a:ext uri="{FF2B5EF4-FFF2-40B4-BE49-F238E27FC236}">
                <a16:creationId xmlns:a16="http://schemas.microsoft.com/office/drawing/2014/main" id="{4FAED79B-C761-0B7C-FABB-7DAF9BDC2B03}"/>
              </a:ext>
            </a:extLst>
          </p:cNvPr>
          <p:cNvPicPr>
            <a:picLocks noChangeAspect="1"/>
          </p:cNvPicPr>
          <p:nvPr/>
        </p:nvPicPr>
        <p:blipFill>
          <a:blip r:embed="rId2"/>
          <a:stretch>
            <a:fillRect/>
          </a:stretch>
        </p:blipFill>
        <p:spPr>
          <a:xfrm>
            <a:off x="228599" y="3429000"/>
            <a:ext cx="11548519" cy="2691170"/>
          </a:xfrm>
          <a:prstGeom prst="rect">
            <a:avLst/>
          </a:prstGeom>
        </p:spPr>
      </p:pic>
      <p:pic>
        <p:nvPicPr>
          <p:cNvPr id="9" name="Picture 8">
            <a:extLst>
              <a:ext uri="{FF2B5EF4-FFF2-40B4-BE49-F238E27FC236}">
                <a16:creationId xmlns:a16="http://schemas.microsoft.com/office/drawing/2014/main" id="{2CE826A7-A635-4C8F-D5B6-6FF5D4553906}"/>
              </a:ext>
            </a:extLst>
          </p:cNvPr>
          <p:cNvPicPr>
            <a:picLocks noChangeAspect="1"/>
          </p:cNvPicPr>
          <p:nvPr/>
        </p:nvPicPr>
        <p:blipFill>
          <a:blip r:embed="rId3"/>
          <a:stretch>
            <a:fillRect/>
          </a:stretch>
        </p:blipFill>
        <p:spPr>
          <a:xfrm>
            <a:off x="2783518" y="1098493"/>
            <a:ext cx="6526330" cy="2244819"/>
          </a:xfrm>
          <a:prstGeom prst="rect">
            <a:avLst/>
          </a:prstGeom>
        </p:spPr>
      </p:pic>
    </p:spTree>
    <p:extLst>
      <p:ext uri="{BB962C8B-B14F-4D97-AF65-F5344CB8AC3E}">
        <p14:creationId xmlns:p14="http://schemas.microsoft.com/office/powerpoint/2010/main" val="28810519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B00F3-C6FA-3D47-8E7D-BDC09A146EA3}"/>
              </a:ext>
            </a:extLst>
          </p:cNvPr>
          <p:cNvSpPr>
            <a:spLocks noGrp="1"/>
          </p:cNvSpPr>
          <p:nvPr>
            <p:ph type="title"/>
          </p:nvPr>
        </p:nvSpPr>
        <p:spPr/>
        <p:txBody>
          <a:bodyPr/>
          <a:lstStyle/>
          <a:p>
            <a:r>
              <a:rPr lang="en-US" b="1" dirty="0"/>
              <a:t>Step 1: </a:t>
            </a:r>
            <a:r>
              <a:rPr lang="en-US" dirty="0"/>
              <a:t>A causal theory from existing SE domain knowledge </a:t>
            </a:r>
          </a:p>
        </p:txBody>
      </p:sp>
      <p:sp>
        <p:nvSpPr>
          <p:cNvPr id="4" name="Footer Placeholder 3">
            <a:extLst>
              <a:ext uri="{FF2B5EF4-FFF2-40B4-BE49-F238E27FC236}">
                <a16:creationId xmlns:a16="http://schemas.microsoft.com/office/drawing/2014/main" id="{585D9614-76F3-A54F-3D79-C7BCE111EDDB}"/>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BA9B22AB-D62A-A1A9-A8F2-ADA9470DEA9B}"/>
              </a:ext>
            </a:extLst>
          </p:cNvPr>
          <p:cNvSpPr>
            <a:spLocks noGrp="1"/>
          </p:cNvSpPr>
          <p:nvPr>
            <p:ph type="sldNum" sz="quarter" idx="12"/>
          </p:nvPr>
        </p:nvSpPr>
        <p:spPr/>
        <p:txBody>
          <a:bodyPr/>
          <a:lstStyle/>
          <a:p>
            <a:fld id="{8E90A93A-CBEB-40B0-B638-E400989BEC3F}" type="slidenum">
              <a:rPr lang="zh-CN" altLang="en-US" smtClean="0"/>
              <a:pPr/>
              <a:t>37</a:t>
            </a:fld>
            <a:endParaRPr lang="zh-CN" altLang="en-US"/>
          </a:p>
        </p:txBody>
      </p:sp>
      <p:pic>
        <p:nvPicPr>
          <p:cNvPr id="7" name="Picture 6">
            <a:extLst>
              <a:ext uri="{FF2B5EF4-FFF2-40B4-BE49-F238E27FC236}">
                <a16:creationId xmlns:a16="http://schemas.microsoft.com/office/drawing/2014/main" id="{74AF4320-F45F-F55A-1293-2A9E5363C995}"/>
              </a:ext>
            </a:extLst>
          </p:cNvPr>
          <p:cNvPicPr>
            <a:picLocks noChangeAspect="1"/>
          </p:cNvPicPr>
          <p:nvPr/>
        </p:nvPicPr>
        <p:blipFill>
          <a:blip r:embed="rId2"/>
          <a:stretch>
            <a:fillRect/>
          </a:stretch>
        </p:blipFill>
        <p:spPr>
          <a:xfrm>
            <a:off x="286633" y="1012805"/>
            <a:ext cx="11517332" cy="5153744"/>
          </a:xfrm>
          <a:prstGeom prst="rect">
            <a:avLst/>
          </a:prstGeom>
        </p:spPr>
      </p:pic>
    </p:spTree>
    <p:extLst>
      <p:ext uri="{BB962C8B-B14F-4D97-AF65-F5344CB8AC3E}">
        <p14:creationId xmlns:p14="http://schemas.microsoft.com/office/powerpoint/2010/main" val="19061079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A902D-2485-9B84-8CA6-33620BAAF1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05F03-282F-6A0A-A85F-A7C839E31098}"/>
              </a:ext>
            </a:extLst>
          </p:cNvPr>
          <p:cNvSpPr>
            <a:spLocks noGrp="1"/>
          </p:cNvSpPr>
          <p:nvPr>
            <p:ph type="title"/>
          </p:nvPr>
        </p:nvSpPr>
        <p:spPr/>
        <p:txBody>
          <a:bodyPr/>
          <a:lstStyle/>
          <a:p>
            <a:r>
              <a:rPr lang="en-US" b="1" dirty="0"/>
              <a:t>Step 2: </a:t>
            </a:r>
            <a:r>
              <a:rPr lang="en-US" dirty="0"/>
              <a:t>Estimate of interest and assumptions for causal interpretation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C242185-6A70-9D33-D826-CF984D1C28B1}"/>
                  </a:ext>
                </a:extLst>
              </p:cNvPr>
              <p:cNvSpPr>
                <a:spLocks noGrp="1"/>
              </p:cNvSpPr>
              <p:nvPr>
                <p:ph idx="1"/>
              </p:nvPr>
            </p:nvSpPr>
            <p:spPr>
              <a:xfrm>
                <a:off x="326739" y="1205069"/>
                <a:ext cx="11584419" cy="5081939"/>
              </a:xfrm>
            </p:spPr>
            <p:txBody>
              <a:bodyPr>
                <a:normAutofit/>
              </a:bodyPr>
              <a:lstStyle/>
              <a:p>
                <a:r>
                  <a:rPr lang="en-US" b="1" dirty="0"/>
                  <a:t>Method: </a:t>
                </a:r>
                <a:r>
                  <a:rPr lang="en-US" dirty="0" err="1">
                    <a:solidFill>
                      <a:srgbClr val="FF0000"/>
                    </a:solidFill>
                  </a:rPr>
                  <a:t>Borusyak</a:t>
                </a:r>
                <a:r>
                  <a:rPr lang="en-US" dirty="0">
                    <a:solidFill>
                      <a:srgbClr val="FF0000"/>
                    </a:solidFill>
                  </a:rPr>
                  <a:t> et al. difference-in-differences w. propensity score matching</a:t>
                </a:r>
                <a:endParaRPr lang="en-US" b="1" dirty="0"/>
              </a:p>
              <a:p>
                <a:r>
                  <a:rPr lang="en-US" b="1" dirty="0" err="1"/>
                  <a:t>Estimands</a:t>
                </a:r>
                <a:r>
                  <a:rPr lang="en-US" b="1" dirty="0"/>
                  <a:t>:</a:t>
                </a:r>
              </a:p>
              <a:p>
                <a:pPr lvl="1"/>
                <a:r>
                  <a:rPr lang="en-US" dirty="0"/>
                  <a:t>Average treatment effect on treated </a:t>
                </a:r>
                <a14:m>
                  <m:oMath xmlns:m="http://schemas.openxmlformats.org/officeDocument/2006/math">
                    <m:r>
                      <a:rPr lang="en-US" b="0" i="1" smtClean="0">
                        <a:latin typeface="Cambria Math" panose="02040503050406030204" pitchFamily="18" charset="0"/>
                      </a:rPr>
                      <m:t>𝐴𝑇𝑇</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1</m:t>
                            </m:r>
                          </m:sub>
                        </m:sSub>
                        <m:r>
                          <a:rPr lang="en-US" b="0" i="1" smtClean="0">
                            <a:latin typeface="Cambria Math" panose="02040503050406030204" pitchFamily="18" charset="0"/>
                          </a:rPr>
                          <m:t>|</m:t>
                        </m:r>
                      </m:den>
                    </m:f>
                    <m:nary>
                      <m:naryPr>
                        <m:chr m:val="∑"/>
                        <m:supHide m:val="on"/>
                        <m:ctrlPr>
                          <a:rPr lang="en-US" b="0" i="1" smtClean="0">
                            <a:latin typeface="Cambria Math" panose="02040503050406030204" pitchFamily="18" charset="0"/>
                          </a:rPr>
                        </m:ctrlPr>
                      </m:naryPr>
                      <m:sub>
                        <m:r>
                          <m:rPr>
                            <m:brk m:alnAt="7"/>
                          </m:rPr>
                          <a:rPr lang="en-US" b="0" i="1" smtClean="0">
                            <a:latin typeface="Cambria Math" panose="02040503050406030204" pitchFamily="18" charset="0"/>
                          </a:rPr>
                          <m:t>𝑖</m:t>
                        </m:r>
                        <m:r>
                          <m:rPr>
                            <m:brk m:alnAt="7"/>
                          </m:rP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Ω</m:t>
                            </m:r>
                          </m:e>
                          <m:sub>
                            <m:r>
                              <a:rPr lang="en-US" b="0" i="1" smtClean="0">
                                <a:latin typeface="Cambria Math" panose="02040503050406030204" pitchFamily="18" charset="0"/>
                              </a:rPr>
                              <m:t>1</m:t>
                            </m:r>
                          </m:sub>
                        </m:sSub>
                      </m:sub>
                      <m:sup/>
                      <m:e>
                        <m:r>
                          <a:rPr lang="en-US" b="0" i="1" smtClean="0">
                            <a:latin typeface="Cambria Math" panose="02040503050406030204" pitchFamily="18" charset="0"/>
                          </a:rPr>
                          <m:t>𝐸</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𝑖𝑡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0</m:t>
                            </m:r>
                          </m:e>
                        </m:d>
                        <m:r>
                          <a:rPr lang="en-US" b="0" i="1" smtClean="0">
                            <a:latin typeface="Cambria Math" panose="02040503050406030204" pitchFamily="18" charset="0"/>
                          </a:rPr>
                          <m:t>]</m:t>
                        </m:r>
                      </m:e>
                    </m:nary>
                  </m:oMath>
                </a14:m>
                <a:endParaRPr lang="en-US" dirty="0"/>
              </a:p>
              <a:p>
                <a:pPr lvl="1"/>
                <a:r>
                  <a:rPr lang="en-US" dirty="0"/>
                  <a:t>Horizon-average treatment effect on treated </a:t>
                </a:r>
                <a14:m>
                  <m:oMath xmlns:m="http://schemas.openxmlformats.org/officeDocument/2006/math">
                    <m:r>
                      <a:rPr lang="en-US" i="1">
                        <a:latin typeface="Cambria Math" panose="02040503050406030204" pitchFamily="18" charset="0"/>
                      </a:rPr>
                      <m:t>𝐴𝑇</m:t>
                    </m:r>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b="0" i="1" smtClean="0">
                            <a:latin typeface="Cambria Math" panose="02040503050406030204" pitchFamily="18" charset="0"/>
                          </a:rPr>
                          <m:t>ℎ</m:t>
                        </m:r>
                      </m:sub>
                    </m:sSub>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Ω</m:t>
                            </m:r>
                          </m:e>
                          <m:sub>
                            <m:r>
                              <a:rPr lang="en-US" i="1">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ℎ</m:t>
                        </m:r>
                        <m:r>
                          <a:rPr lang="en-US" i="1">
                            <a:latin typeface="Cambria Math" panose="02040503050406030204" pitchFamily="18" charset="0"/>
                          </a:rPr>
                          <m:t>|</m:t>
                        </m:r>
                      </m:den>
                    </m:f>
                    <m:nary>
                      <m:naryPr>
                        <m:chr m:val="∑"/>
                        <m:supHide m:val="on"/>
                        <m:ctrlPr>
                          <a:rPr lang="en-US" i="1">
                            <a:latin typeface="Cambria Math" panose="02040503050406030204" pitchFamily="18" charset="0"/>
                          </a:rPr>
                        </m:ctrlPr>
                      </m:naryPr>
                      <m:sub>
                        <m:r>
                          <m:rPr>
                            <m:brk m:alnAt="7"/>
                          </m:rPr>
                          <a:rPr lang="en-US" i="1">
                            <a:latin typeface="Cambria Math" panose="02040503050406030204" pitchFamily="18" charset="0"/>
                          </a:rPr>
                          <m:t>𝑖</m:t>
                        </m:r>
                        <m:r>
                          <m:rPr>
                            <m:brk m:alnAt="7"/>
                          </m:rPr>
                          <a:rPr lang="en-US" i="1">
                            <a:latin typeface="Cambria Math" panose="02040503050406030204" pitchFamily="18" charset="0"/>
                          </a:rPr>
                          <m:t>𝑡</m:t>
                        </m:r>
                        <m:r>
                          <a:rPr lang="en-US" i="1">
                            <a:latin typeface="Cambria Math" panose="02040503050406030204" pitchFamily="18" charset="0"/>
                          </a:rPr>
                          <m:t>∈</m:t>
                        </m:r>
                        <m:sSub>
                          <m:sSubPr>
                            <m:ctrlPr>
                              <a:rPr lang="en-US">
                                <a:latin typeface="Cambria Math" panose="02040503050406030204" pitchFamily="18" charset="0"/>
                              </a:rPr>
                            </m:ctrlPr>
                          </m:sSubPr>
                          <m:e>
                            <m:r>
                              <m:rPr>
                                <m:sty m:val="p"/>
                              </m:rPr>
                              <a:rPr lang="en-US">
                                <a:latin typeface="Cambria Math" panose="02040503050406030204" pitchFamily="18" charset="0"/>
                              </a:rPr>
                              <m:t>Ω</m:t>
                            </m:r>
                          </m:e>
                          <m:sub>
                            <m:r>
                              <a:rPr lang="en-US" i="1">
                                <a:latin typeface="Cambria Math" panose="02040503050406030204" pitchFamily="18" charset="0"/>
                              </a:rPr>
                              <m:t>1</m:t>
                            </m:r>
                            <m:r>
                              <a:rPr lang="en-US" b="0" i="1" smtClean="0">
                                <a:latin typeface="Cambria Math" panose="02040503050406030204" pitchFamily="18" charset="0"/>
                              </a:rPr>
                              <m:t>,</m:t>
                            </m:r>
                            <m:r>
                              <a:rPr lang="en-US" b="0" i="1" smtClean="0">
                                <a:latin typeface="Cambria Math" panose="02040503050406030204" pitchFamily="18" charset="0"/>
                              </a:rPr>
                              <m:t>ℎ</m:t>
                            </m:r>
                          </m:sub>
                        </m:sSub>
                      </m:sub>
                      <m:sup/>
                      <m:e>
                        <m:r>
                          <a:rPr lang="en-US" i="1">
                            <a:latin typeface="Cambria Math" panose="02040503050406030204" pitchFamily="18" charset="0"/>
                          </a:rPr>
                          <m:t>𝐸</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𝑖𝑡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𝑌</m:t>
                            </m:r>
                          </m:e>
                          <m:sub>
                            <m:r>
                              <a:rPr lang="en-US" i="1">
                                <a:latin typeface="Cambria Math" panose="02040503050406030204" pitchFamily="18" charset="0"/>
                              </a:rPr>
                              <m:t>𝑖𝑡</m:t>
                            </m:r>
                          </m:sub>
                        </m:sSub>
                        <m:d>
                          <m:dPr>
                            <m:ctrlPr>
                              <a:rPr lang="en-US" i="1">
                                <a:latin typeface="Cambria Math" panose="02040503050406030204" pitchFamily="18" charset="0"/>
                              </a:rPr>
                            </m:ctrlPr>
                          </m:dPr>
                          <m:e>
                            <m:r>
                              <a:rPr lang="en-US" i="1">
                                <a:latin typeface="Cambria Math" panose="02040503050406030204" pitchFamily="18" charset="0"/>
                              </a:rPr>
                              <m:t>0</m:t>
                            </m:r>
                          </m:e>
                        </m:d>
                        <m:r>
                          <a:rPr lang="en-US" i="1">
                            <a:latin typeface="Cambria Math" panose="02040503050406030204" pitchFamily="18" charset="0"/>
                          </a:rPr>
                          <m:t>]</m:t>
                        </m:r>
                      </m:e>
                    </m:nary>
                  </m:oMath>
                </a14:m>
                <a:endParaRPr lang="en-US" dirty="0"/>
              </a:p>
              <a:p>
                <a:r>
                  <a:rPr lang="en-US" b="1" dirty="0"/>
                  <a:t>Assumptions: </a:t>
                </a:r>
              </a:p>
              <a:p>
                <a:pPr lvl="1"/>
                <a:r>
                  <a:rPr lang="en-US" b="1" dirty="0"/>
                  <a:t>Needs empirical argument: </a:t>
                </a:r>
                <a:r>
                  <a:rPr lang="en-US" dirty="0"/>
                  <a:t>Parallel trends</a:t>
                </a:r>
              </a:p>
              <a:p>
                <a:pPr lvl="1"/>
                <a:r>
                  <a:rPr lang="en-US" b="1" dirty="0"/>
                  <a:t>Plausibly satisfied by construction:</a:t>
                </a:r>
                <a:r>
                  <a:rPr lang="en-US" dirty="0"/>
                  <a:t> no anticipation, SUTVA, …</a:t>
                </a:r>
              </a:p>
              <a:p>
                <a:r>
                  <a:rPr lang="en-US" dirty="0"/>
                  <a:t>See Thesis Chapter 5.5.2 for additional analyses on the GMM models in this paper</a:t>
                </a:r>
              </a:p>
            </p:txBody>
          </p:sp>
        </mc:Choice>
        <mc:Fallback xmlns="">
          <p:sp>
            <p:nvSpPr>
              <p:cNvPr id="3" name="Content Placeholder 2">
                <a:extLst>
                  <a:ext uri="{FF2B5EF4-FFF2-40B4-BE49-F238E27FC236}">
                    <a16:creationId xmlns:a16="http://schemas.microsoft.com/office/drawing/2014/main" id="{DC242185-6A70-9D33-D826-CF984D1C28B1}"/>
                  </a:ext>
                </a:extLst>
              </p:cNvPr>
              <p:cNvSpPr>
                <a:spLocks noGrp="1" noRot="1" noChangeAspect="1" noMove="1" noResize="1" noEditPoints="1" noAdjustHandles="1" noChangeArrowheads="1" noChangeShapeType="1" noTextEdit="1"/>
              </p:cNvSpPr>
              <p:nvPr>
                <p:ph idx="1"/>
              </p:nvPr>
            </p:nvSpPr>
            <p:spPr>
              <a:xfrm>
                <a:off x="326739" y="1205069"/>
                <a:ext cx="11584419" cy="5081939"/>
              </a:xfrm>
              <a:blipFill>
                <a:blip r:embed="rId2"/>
                <a:stretch>
                  <a:fillRect l="-737" t="-240"/>
                </a:stretch>
              </a:blipFill>
            </p:spPr>
            <p:txBody>
              <a:bodyPr/>
              <a:lstStyle/>
              <a:p>
                <a:r>
                  <a:rPr lang="en-US">
                    <a:noFill/>
                  </a:rPr>
                  <a:t> </a:t>
                </a:r>
              </a:p>
            </p:txBody>
          </p:sp>
        </mc:Fallback>
      </mc:AlternateContent>
      <p:sp>
        <p:nvSpPr>
          <p:cNvPr id="4" name="Footer Placeholder 3">
            <a:extLst>
              <a:ext uri="{FF2B5EF4-FFF2-40B4-BE49-F238E27FC236}">
                <a16:creationId xmlns:a16="http://schemas.microsoft.com/office/drawing/2014/main" id="{90CE4183-49CD-9843-5B42-B95FE3271870}"/>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F969F4C0-D095-847D-7E8F-6F38BB2FECDC}"/>
              </a:ext>
            </a:extLst>
          </p:cNvPr>
          <p:cNvSpPr>
            <a:spLocks noGrp="1"/>
          </p:cNvSpPr>
          <p:nvPr>
            <p:ph type="sldNum" sz="quarter" idx="12"/>
          </p:nvPr>
        </p:nvSpPr>
        <p:spPr/>
        <p:txBody>
          <a:bodyPr/>
          <a:lstStyle/>
          <a:p>
            <a:fld id="{8E90A93A-CBEB-40B0-B638-E400989BEC3F}" type="slidenum">
              <a:rPr lang="zh-CN" altLang="en-US" smtClean="0"/>
              <a:pPr/>
              <a:t>38</a:t>
            </a:fld>
            <a:endParaRPr lang="zh-CN" altLang="en-US"/>
          </a:p>
        </p:txBody>
      </p:sp>
    </p:spTree>
    <p:extLst>
      <p:ext uri="{BB962C8B-B14F-4D97-AF65-F5344CB8AC3E}">
        <p14:creationId xmlns:p14="http://schemas.microsoft.com/office/powerpoint/2010/main" val="41067230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B248A-CEDD-7E19-5C3A-B22467B919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1646AD-DE9A-518E-F1DE-CA75769C0E9B}"/>
              </a:ext>
            </a:extLst>
          </p:cNvPr>
          <p:cNvSpPr>
            <a:spLocks noGrp="1"/>
          </p:cNvSpPr>
          <p:nvPr>
            <p:ph type="title"/>
          </p:nvPr>
        </p:nvSpPr>
        <p:spPr/>
        <p:txBody>
          <a:bodyPr/>
          <a:lstStyle/>
          <a:p>
            <a:r>
              <a:rPr lang="en-US" b="1" dirty="0"/>
              <a:t>Step 3: </a:t>
            </a:r>
            <a:r>
              <a:rPr lang="en-US" dirty="0"/>
              <a:t>Limitations in data, metric, and measurement implementation</a:t>
            </a:r>
          </a:p>
        </p:txBody>
      </p:sp>
      <p:sp>
        <p:nvSpPr>
          <p:cNvPr id="3" name="Content Placeholder 2">
            <a:extLst>
              <a:ext uri="{FF2B5EF4-FFF2-40B4-BE49-F238E27FC236}">
                <a16:creationId xmlns:a16="http://schemas.microsoft.com/office/drawing/2014/main" id="{AAAE5A7B-6638-3754-17D2-F86C5085AA90}"/>
              </a:ext>
            </a:extLst>
          </p:cNvPr>
          <p:cNvSpPr>
            <a:spLocks noGrp="1"/>
          </p:cNvSpPr>
          <p:nvPr>
            <p:ph idx="1"/>
          </p:nvPr>
        </p:nvSpPr>
        <p:spPr/>
        <p:txBody>
          <a:bodyPr/>
          <a:lstStyle/>
          <a:p>
            <a:r>
              <a:rPr lang="en-US" dirty="0"/>
              <a:t>The presence of Cursor rules file as the treatment indicator</a:t>
            </a:r>
          </a:p>
          <a:p>
            <a:endParaRPr lang="en-US" dirty="0"/>
          </a:p>
          <a:p>
            <a:r>
              <a:rPr lang="en-US" dirty="0"/>
              <a:t>Uncertainty about usage intensity and persistence</a:t>
            </a:r>
          </a:p>
          <a:p>
            <a:endParaRPr lang="en-US" dirty="0"/>
          </a:p>
          <a:p>
            <a:r>
              <a:rPr lang="en-US" dirty="0"/>
              <a:t>Model and version </a:t>
            </a:r>
            <a:r>
              <a:rPr lang="en-US" dirty="0" err="1"/>
              <a:t>heterogenity</a:t>
            </a:r>
            <a:endParaRPr lang="en-US" dirty="0"/>
          </a:p>
          <a:p>
            <a:endParaRPr lang="en-US" dirty="0"/>
          </a:p>
          <a:p>
            <a:r>
              <a:rPr lang="en-US" dirty="0"/>
              <a:t>Imperfect matching</a:t>
            </a:r>
          </a:p>
          <a:p>
            <a:endParaRPr lang="en-US" dirty="0"/>
          </a:p>
          <a:p>
            <a:r>
              <a:rPr lang="en-US" dirty="0"/>
              <a:t>Contamination from alternative AI coding tools</a:t>
            </a:r>
          </a:p>
        </p:txBody>
      </p:sp>
      <p:sp>
        <p:nvSpPr>
          <p:cNvPr id="4" name="Footer Placeholder 3">
            <a:extLst>
              <a:ext uri="{FF2B5EF4-FFF2-40B4-BE49-F238E27FC236}">
                <a16:creationId xmlns:a16="http://schemas.microsoft.com/office/drawing/2014/main" id="{F31AFAFE-82E1-B26D-5297-DEA24348C0C5}"/>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86FB2FE0-B5E1-366A-58D4-34F68A06852E}"/>
              </a:ext>
            </a:extLst>
          </p:cNvPr>
          <p:cNvSpPr>
            <a:spLocks noGrp="1"/>
          </p:cNvSpPr>
          <p:nvPr>
            <p:ph type="sldNum" sz="quarter" idx="12"/>
          </p:nvPr>
        </p:nvSpPr>
        <p:spPr/>
        <p:txBody>
          <a:bodyPr/>
          <a:lstStyle/>
          <a:p>
            <a:fld id="{8E90A93A-CBEB-40B0-B638-E400989BEC3F}" type="slidenum">
              <a:rPr lang="zh-CN" altLang="en-US" smtClean="0"/>
              <a:pPr/>
              <a:t>39</a:t>
            </a:fld>
            <a:endParaRPr lang="zh-CN" altLang="en-US"/>
          </a:p>
        </p:txBody>
      </p:sp>
    </p:spTree>
    <p:extLst>
      <p:ext uri="{BB962C8B-B14F-4D97-AF65-F5344CB8AC3E}">
        <p14:creationId xmlns:p14="http://schemas.microsoft.com/office/powerpoint/2010/main" val="39516441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E200E-34A4-C959-3DC2-BFB7F0E2D4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EDC4F6-9499-E44D-9795-2A14ED38B1B8}"/>
              </a:ext>
            </a:extLst>
          </p:cNvPr>
          <p:cNvSpPr>
            <a:spLocks noGrp="1"/>
          </p:cNvSpPr>
          <p:nvPr>
            <p:ph type="title"/>
          </p:nvPr>
        </p:nvSpPr>
        <p:spPr>
          <a:xfrm>
            <a:off x="320949" y="292927"/>
            <a:ext cx="11584418" cy="719878"/>
          </a:xfrm>
        </p:spPr>
        <p:txBody>
          <a:bodyPr anchor="ctr">
            <a:normAutofit/>
          </a:bodyPr>
          <a:lstStyle/>
          <a:p>
            <a:r>
              <a:rPr lang="en-US" b="1" dirty="0"/>
              <a:t>Step 4: </a:t>
            </a:r>
            <a:r>
              <a:rPr lang="en-US" dirty="0"/>
              <a:t>Alternative explanations w. robustness checks</a:t>
            </a:r>
          </a:p>
        </p:txBody>
      </p:sp>
      <p:sp>
        <p:nvSpPr>
          <p:cNvPr id="4" name="Footer Placeholder 3">
            <a:extLst>
              <a:ext uri="{FF2B5EF4-FFF2-40B4-BE49-F238E27FC236}">
                <a16:creationId xmlns:a16="http://schemas.microsoft.com/office/drawing/2014/main" id="{089FC676-42BB-73CC-7620-737C6128C564}"/>
              </a:ext>
            </a:extLst>
          </p:cNvPr>
          <p:cNvSpPr>
            <a:spLocks noGrp="1"/>
          </p:cNvSpPr>
          <p:nvPr>
            <p:ph type="ftr" sz="quarter" idx="11"/>
          </p:nvPr>
        </p:nvSpPr>
        <p:spPr>
          <a:xfrm>
            <a:off x="320948" y="6494116"/>
            <a:ext cx="7835500" cy="365125"/>
          </a:xfrm>
        </p:spPr>
        <p:txBody>
          <a:bodyPr anchor="ctr">
            <a:normAutofit/>
          </a:bodyPr>
          <a:lstStyle/>
          <a:p>
            <a:pPr>
              <a:spcAft>
                <a:spcPts val="600"/>
              </a:spcAft>
            </a:pPr>
            <a:r>
              <a:rPr lang="en-US"/>
              <a:t>Dispelling Software Engineering Myths: A Pragmatic Causal Inference Approach</a:t>
            </a:r>
          </a:p>
        </p:txBody>
      </p:sp>
      <p:sp>
        <p:nvSpPr>
          <p:cNvPr id="5" name="Slide Number Placeholder 4">
            <a:extLst>
              <a:ext uri="{FF2B5EF4-FFF2-40B4-BE49-F238E27FC236}">
                <a16:creationId xmlns:a16="http://schemas.microsoft.com/office/drawing/2014/main" id="{F51872EA-0140-7668-4C65-5CECE2397259}"/>
              </a:ext>
            </a:extLst>
          </p:cNvPr>
          <p:cNvSpPr>
            <a:spLocks noGrp="1"/>
          </p:cNvSpPr>
          <p:nvPr>
            <p:ph type="sldNum" sz="quarter" idx="12"/>
          </p:nvPr>
        </p:nvSpPr>
        <p:spPr>
          <a:xfrm>
            <a:off x="8610600" y="6492875"/>
            <a:ext cx="3294767" cy="365125"/>
          </a:xfrm>
        </p:spPr>
        <p:txBody>
          <a:bodyPr anchor="ctr">
            <a:normAutofit/>
          </a:bodyPr>
          <a:lstStyle/>
          <a:p>
            <a:pPr>
              <a:spcAft>
                <a:spcPts val="600"/>
              </a:spcAft>
            </a:pPr>
            <a:fld id="{8E90A93A-CBEB-40B0-B638-E400989BEC3F}" type="slidenum">
              <a:rPr lang="zh-CN" altLang="en-US" smtClean="0"/>
              <a:pPr>
                <a:spcAft>
                  <a:spcPts val="600"/>
                </a:spcAft>
              </a:pPr>
              <a:t>40</a:t>
            </a:fld>
            <a:endParaRPr lang="zh-CN" altLang="en-US"/>
          </a:p>
        </p:txBody>
      </p:sp>
      <p:pic>
        <p:nvPicPr>
          <p:cNvPr id="6" name="Picture 5">
            <a:extLst>
              <a:ext uri="{FF2B5EF4-FFF2-40B4-BE49-F238E27FC236}">
                <a16:creationId xmlns:a16="http://schemas.microsoft.com/office/drawing/2014/main" id="{E894A963-F89F-C1D4-BDA8-C55F2D0E0286}"/>
              </a:ext>
            </a:extLst>
          </p:cNvPr>
          <p:cNvPicPr>
            <a:picLocks noChangeAspect="1"/>
          </p:cNvPicPr>
          <p:nvPr/>
        </p:nvPicPr>
        <p:blipFill>
          <a:blip r:embed="rId2"/>
          <a:stretch>
            <a:fillRect/>
          </a:stretch>
        </p:blipFill>
        <p:spPr>
          <a:xfrm>
            <a:off x="1574004" y="1092844"/>
            <a:ext cx="8354367" cy="5318751"/>
          </a:xfrm>
          <a:prstGeom prst="rect">
            <a:avLst/>
          </a:prstGeom>
        </p:spPr>
      </p:pic>
    </p:spTree>
    <p:extLst>
      <p:ext uri="{BB962C8B-B14F-4D97-AF65-F5344CB8AC3E}">
        <p14:creationId xmlns:p14="http://schemas.microsoft.com/office/powerpoint/2010/main" val="277136074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43850-6C3F-7C8A-2408-2BC8D40E37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0E4BF1-9947-C9F8-3F24-13C0663F63EC}"/>
              </a:ext>
            </a:extLst>
          </p:cNvPr>
          <p:cNvSpPr>
            <a:spLocks noGrp="1"/>
          </p:cNvSpPr>
          <p:nvPr>
            <p:ph type="ctrTitle"/>
          </p:nvPr>
        </p:nvSpPr>
        <p:spPr>
          <a:xfrm>
            <a:off x="2534919" y="1434920"/>
            <a:ext cx="8555328" cy="2244194"/>
          </a:xfrm>
        </p:spPr>
        <p:txBody>
          <a:bodyPr>
            <a:noAutofit/>
          </a:bodyPr>
          <a:lstStyle/>
          <a:p>
            <a:pPr algn="l">
              <a:lnSpc>
                <a:spcPct val="120000"/>
              </a:lnSpc>
            </a:pPr>
            <a:r>
              <a:rPr lang="en-US" sz="3600" dirty="0">
                <a:latin typeface="Gadugi" panose="020B0502040204020203" pitchFamily="34" charset="0"/>
                <a:ea typeface="Gadugi" panose="020B0502040204020203" pitchFamily="34" charset="0"/>
              </a:rPr>
              <a:t>Wrap-up and Final Thoughts</a:t>
            </a:r>
            <a:endParaRPr lang="en-US" sz="2400" dirty="0"/>
          </a:p>
        </p:txBody>
      </p:sp>
      <p:pic>
        <p:nvPicPr>
          <p:cNvPr id="4" name="Picture 11">
            <a:extLst>
              <a:ext uri="{FF2B5EF4-FFF2-40B4-BE49-F238E27FC236}">
                <a16:creationId xmlns:a16="http://schemas.microsoft.com/office/drawing/2014/main" id="{EC2FE2DF-146D-E97B-8D79-F445ED834E6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895350"/>
            <a:ext cx="3429000" cy="306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Rectangle 5">
            <a:extLst>
              <a:ext uri="{FF2B5EF4-FFF2-40B4-BE49-F238E27FC236}">
                <a16:creationId xmlns:a16="http://schemas.microsoft.com/office/drawing/2014/main" id="{8F28EEEF-C7D7-1A51-4428-8BC36CA36FFD}"/>
              </a:ext>
            </a:extLst>
          </p:cNvPr>
          <p:cNvSpPr/>
          <p:nvPr/>
        </p:nvSpPr>
        <p:spPr>
          <a:xfrm>
            <a:off x="0" y="0"/>
            <a:ext cx="2209800" cy="6858000"/>
          </a:xfrm>
          <a:prstGeom prst="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F45181EB-4483-5CCC-E6E1-4D4B51C95477}"/>
              </a:ext>
            </a:extLst>
          </p:cNvPr>
          <p:cNvCxnSpPr/>
          <p:nvPr/>
        </p:nvCxnSpPr>
        <p:spPr>
          <a:xfrm>
            <a:off x="2595421" y="812800"/>
            <a:ext cx="0" cy="5648036"/>
          </a:xfrm>
          <a:prstGeom prst="line">
            <a:avLst/>
          </a:prstGeom>
          <a:ln>
            <a:no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18E74FE-D2B2-9F9A-0732-9315197F9D41}"/>
              </a:ext>
            </a:extLst>
          </p:cNvPr>
          <p:cNvCxnSpPr>
            <a:cxnSpLocks/>
          </p:cNvCxnSpPr>
          <p:nvPr/>
        </p:nvCxnSpPr>
        <p:spPr>
          <a:xfrm>
            <a:off x="2648063" y="3831695"/>
            <a:ext cx="5687223" cy="0"/>
          </a:xfrm>
          <a:prstGeom prst="line">
            <a:avLst/>
          </a:prstGeom>
          <a:noFill/>
          <a:ln w="12700" cap="flat">
            <a:solidFill>
              <a:schemeClr val="bg1">
                <a:lumMod val="65000"/>
              </a:schemeClr>
            </a:solidFill>
            <a:prstDash val="solid"/>
            <a:miter lim="800000"/>
          </a:ln>
          <a:effectLst/>
          <a:sp3d/>
        </p:spPr>
        <p:style>
          <a:lnRef idx="0">
            <a:scrgbClr r="0" g="0" b="0"/>
          </a:lnRef>
          <a:fillRef idx="0">
            <a:scrgbClr r="0" g="0" b="0"/>
          </a:fillRef>
          <a:effectRef idx="0">
            <a:scrgbClr r="0" g="0" b="0"/>
          </a:effectRef>
          <a:fontRef idx="none"/>
        </p:style>
      </p:cxnSp>
    </p:spTree>
    <p:extLst>
      <p:ext uri="{BB962C8B-B14F-4D97-AF65-F5344CB8AC3E}">
        <p14:creationId xmlns:p14="http://schemas.microsoft.com/office/powerpoint/2010/main" val="35994994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B04E60-2AD5-3591-04BE-5B3FEF66EA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D82525-DDC7-01BC-9326-A1ED865269E9}"/>
              </a:ext>
            </a:extLst>
          </p:cNvPr>
          <p:cNvSpPr>
            <a:spLocks noGrp="1"/>
          </p:cNvSpPr>
          <p:nvPr>
            <p:ph type="title"/>
          </p:nvPr>
        </p:nvSpPr>
        <p:spPr/>
        <p:txBody>
          <a:bodyPr/>
          <a:lstStyle/>
          <a:p>
            <a:r>
              <a:rPr lang="en-US"/>
              <a:t>Thesis Statement</a:t>
            </a:r>
          </a:p>
        </p:txBody>
      </p:sp>
      <p:sp>
        <p:nvSpPr>
          <p:cNvPr id="4" name="Footer Placeholder 3">
            <a:extLst>
              <a:ext uri="{FF2B5EF4-FFF2-40B4-BE49-F238E27FC236}">
                <a16:creationId xmlns:a16="http://schemas.microsoft.com/office/drawing/2014/main" id="{F2D61E95-3172-106C-64FC-95AEB7605A67}"/>
              </a:ext>
            </a:extLst>
          </p:cNvPr>
          <p:cNvSpPr>
            <a:spLocks noGrp="1"/>
          </p:cNvSpPr>
          <p:nvPr>
            <p:ph type="ftr" sz="quarter" idx="11"/>
          </p:nvPr>
        </p:nvSpPr>
        <p:spPr/>
        <p:txBody>
          <a:bodyPr/>
          <a:lstStyle/>
          <a:p>
            <a:r>
              <a:rPr lang="en-US" dirty="0">
                <a:latin typeface="Gadugi" panose="020B0502040204020203" pitchFamily="34" charset="0"/>
                <a:ea typeface="Gadugi" panose="020B0502040204020203" pitchFamily="34" charset="0"/>
              </a:rPr>
              <a:t>Dispelling Software Engineering Myths: A Pragmatic Causal Inference Approach</a:t>
            </a:r>
            <a:endParaRPr lang="en-US" dirty="0"/>
          </a:p>
        </p:txBody>
      </p:sp>
      <p:sp>
        <p:nvSpPr>
          <p:cNvPr id="5" name="Slide Number Placeholder 4">
            <a:extLst>
              <a:ext uri="{FF2B5EF4-FFF2-40B4-BE49-F238E27FC236}">
                <a16:creationId xmlns:a16="http://schemas.microsoft.com/office/drawing/2014/main" id="{A72CD548-16E7-0FA3-683B-568BFF53F32F}"/>
              </a:ext>
            </a:extLst>
          </p:cNvPr>
          <p:cNvSpPr>
            <a:spLocks noGrp="1"/>
          </p:cNvSpPr>
          <p:nvPr>
            <p:ph type="sldNum" sz="quarter" idx="12"/>
          </p:nvPr>
        </p:nvSpPr>
        <p:spPr/>
        <p:txBody>
          <a:bodyPr/>
          <a:lstStyle/>
          <a:p>
            <a:fld id="{8E90A93A-CBEB-40B0-B638-E400989BEC3F}" type="slidenum">
              <a:rPr lang="zh-CN" altLang="en-US" smtClean="0"/>
              <a:pPr/>
              <a:t>42</a:t>
            </a:fld>
            <a:endParaRPr lang="zh-CN" altLang="en-US"/>
          </a:p>
        </p:txBody>
      </p:sp>
      <p:sp>
        <p:nvSpPr>
          <p:cNvPr id="6" name="Content Placeholder 2">
            <a:extLst>
              <a:ext uri="{FF2B5EF4-FFF2-40B4-BE49-F238E27FC236}">
                <a16:creationId xmlns:a16="http://schemas.microsoft.com/office/drawing/2014/main" id="{E7095C1A-9A00-56AC-87CD-7F31B284D9ED}"/>
              </a:ext>
            </a:extLst>
          </p:cNvPr>
          <p:cNvSpPr txBox="1">
            <a:spLocks/>
          </p:cNvSpPr>
          <p:nvPr/>
        </p:nvSpPr>
        <p:spPr>
          <a:xfrm>
            <a:off x="320948" y="1258351"/>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sp>
        <p:nvSpPr>
          <p:cNvPr id="7" name="Content Placeholder 2">
            <a:extLst>
              <a:ext uri="{FF2B5EF4-FFF2-40B4-BE49-F238E27FC236}">
                <a16:creationId xmlns:a16="http://schemas.microsoft.com/office/drawing/2014/main" id="{087411DE-FF13-3964-EEB9-60133B60E09F}"/>
              </a:ext>
            </a:extLst>
          </p:cNvPr>
          <p:cNvSpPr>
            <a:spLocks noGrp="1"/>
          </p:cNvSpPr>
          <p:nvPr>
            <p:ph idx="1"/>
          </p:nvPr>
        </p:nvSpPr>
        <p:spPr>
          <a:xfrm>
            <a:off x="320948" y="2652567"/>
            <a:ext cx="11584419" cy="3363445"/>
          </a:xfrm>
        </p:spPr>
        <p:txBody>
          <a:bodyPr>
            <a:normAutofit fontScale="92500"/>
          </a:bodyPr>
          <a:lstStyle/>
          <a:p>
            <a:r>
              <a:rPr lang="en-US" dirty="0"/>
              <a:t>One feasible causal credibility </a:t>
            </a:r>
            <a:r>
              <a:rPr lang="en-US" altLang="zh-CN" dirty="0"/>
              <a:t>assessment</a:t>
            </a:r>
            <a:r>
              <a:rPr lang="en-US" dirty="0"/>
              <a:t> </a:t>
            </a:r>
            <a:r>
              <a:rPr lang="en-US" altLang="zh-CN" dirty="0"/>
              <a:t>operationalization in SE settings is as follows:</a:t>
            </a:r>
            <a:endParaRPr lang="en-US" dirty="0"/>
          </a:p>
          <a:p>
            <a:pPr marL="914400" lvl="1" indent="-457200">
              <a:buFont typeface="+mj-lt"/>
              <a:buAutoNum type="arabicPeriod"/>
            </a:pPr>
            <a:r>
              <a:rPr lang="en-US" dirty="0"/>
              <a:t>Derive a </a:t>
            </a:r>
            <a:r>
              <a:rPr lang="en-US" b="1" dirty="0"/>
              <a:t>causal theory </a:t>
            </a:r>
            <a:r>
              <a:rPr lang="en-US" dirty="0"/>
              <a:t>from existing SE domain knowledge </a:t>
            </a:r>
          </a:p>
          <a:p>
            <a:pPr marL="914400" lvl="1" indent="-457200">
              <a:buFont typeface="+mj-lt"/>
              <a:buAutoNum type="arabicPeriod"/>
            </a:pPr>
            <a:r>
              <a:rPr lang="en-US" dirty="0"/>
              <a:t>Define a causal estimate of interest and the </a:t>
            </a:r>
            <a:r>
              <a:rPr lang="en-US" b="1" dirty="0"/>
              <a:t>assumption</a:t>
            </a:r>
            <a:r>
              <a:rPr lang="en-US" dirty="0"/>
              <a:t> under which the estimate would carry a causal interpretation through the potential outcome framework</a:t>
            </a:r>
          </a:p>
          <a:p>
            <a:pPr marL="914400" lvl="1" indent="-457200">
              <a:buFont typeface="+mj-lt"/>
              <a:buAutoNum type="arabicPeriod"/>
            </a:pPr>
            <a:r>
              <a:rPr lang="en-US" dirty="0"/>
              <a:t>Honestly </a:t>
            </a:r>
            <a:r>
              <a:rPr lang="en-US" b="1" dirty="0"/>
              <a:t>acknowledge</a:t>
            </a:r>
            <a:r>
              <a:rPr lang="en-US" dirty="0"/>
              <a:t> and </a:t>
            </a:r>
            <a:r>
              <a:rPr lang="en-US" b="1" dirty="0"/>
              <a:t>mitigate</a:t>
            </a:r>
            <a:r>
              <a:rPr lang="en-US" dirty="0"/>
              <a:t> limitations in data collection, metric design, measurement infrastructure, and model specifications</a:t>
            </a:r>
          </a:p>
          <a:p>
            <a:pPr marL="914400" lvl="1" indent="-457200">
              <a:buFont typeface="+mj-lt"/>
              <a:buAutoNum type="arabicPeriod"/>
            </a:pPr>
            <a:r>
              <a:rPr lang="en-US" dirty="0"/>
              <a:t>Thoughtfully navigate </a:t>
            </a:r>
            <a:r>
              <a:rPr lang="en-US" b="1" dirty="0"/>
              <a:t>alternative explanations</a:t>
            </a:r>
            <a:r>
              <a:rPr lang="en-US" dirty="0"/>
              <a:t> (i.e., alternative DAGs)</a:t>
            </a:r>
          </a:p>
        </p:txBody>
      </p:sp>
    </p:spTree>
    <p:extLst>
      <p:ext uri="{BB962C8B-B14F-4D97-AF65-F5344CB8AC3E}">
        <p14:creationId xmlns:p14="http://schemas.microsoft.com/office/powerpoint/2010/main" val="88122344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DC26AD6E-8D81-FACA-70CB-F10C415BE3DD}"/>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1AE7C74C-882B-171D-2D8A-6F7DE54F8749}"/>
              </a:ext>
            </a:extLst>
          </p:cNvPr>
          <p:cNvSpPr>
            <a:spLocks noGrp="1"/>
          </p:cNvSpPr>
          <p:nvPr>
            <p:ph type="sldNum" sz="quarter" idx="12"/>
          </p:nvPr>
        </p:nvSpPr>
        <p:spPr/>
        <p:txBody>
          <a:bodyPr/>
          <a:lstStyle/>
          <a:p>
            <a:fld id="{8E90A93A-CBEB-40B0-B638-E400989BEC3F}" type="slidenum">
              <a:rPr lang="zh-CN" altLang="en-US" smtClean="0"/>
              <a:pPr/>
              <a:t>43</a:t>
            </a:fld>
            <a:endParaRPr lang="zh-CN" altLang="en-US"/>
          </a:p>
        </p:txBody>
      </p:sp>
      <p:sp>
        <p:nvSpPr>
          <p:cNvPr id="7" name="Content Placeholder 2">
            <a:extLst>
              <a:ext uri="{FF2B5EF4-FFF2-40B4-BE49-F238E27FC236}">
                <a16:creationId xmlns:a16="http://schemas.microsoft.com/office/drawing/2014/main" id="{BB9C3E33-B09C-A798-2CE1-9ACA37293A29}"/>
              </a:ext>
            </a:extLst>
          </p:cNvPr>
          <p:cNvSpPr txBox="1">
            <a:spLocks/>
          </p:cNvSpPr>
          <p:nvPr/>
        </p:nvSpPr>
        <p:spPr>
          <a:xfrm>
            <a:off x="358698" y="381702"/>
            <a:ext cx="11584419" cy="994094"/>
          </a:xfrm>
          <a:prstGeom prst="rect">
            <a:avLst/>
          </a:prstGeom>
        </p:spPr>
        <p:style>
          <a:lnRef idx="1">
            <a:schemeClr val="accent4"/>
          </a:lnRef>
          <a:fillRef idx="2">
            <a:schemeClr val="accent4"/>
          </a:fillRef>
          <a:effectRef idx="1">
            <a:schemeClr val="accent4"/>
          </a:effectRef>
          <a:fontRef idx="minor">
            <a:schemeClr val="dk1"/>
          </a:fontRef>
        </p:style>
        <p:txBody>
          <a:bodyPr vert="horz" lIns="91440" tIns="45720" rIns="91440" bIns="45720" rtlCol="0">
            <a:norm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400" kern="1200">
                <a:solidFill>
                  <a:schemeClr val="dk1"/>
                </a:solidFill>
                <a:latin typeface="Gadugi" panose="020B0502040204020203" pitchFamily="34" charset="0"/>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2400" kern="1200">
                <a:solidFill>
                  <a:schemeClr val="dk1"/>
                </a:solidFill>
                <a:latin typeface="Gadugi" panose="020B0502040204020203"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r>
              <a:rPr lang="en-US" dirty="0"/>
              <a:t>I argue that </a:t>
            </a:r>
            <a:r>
              <a:rPr lang="en-US" dirty="0">
                <a:solidFill>
                  <a:srgbClr val="EE0000"/>
                </a:solidFill>
              </a:rPr>
              <a:t>causal credibility assessments</a:t>
            </a:r>
            <a:r>
              <a:rPr lang="en-US" dirty="0"/>
              <a:t> are feasible in empirical software engineering through an explicit articulation of causal theory and assumptions.</a:t>
            </a:r>
            <a:endParaRPr lang="en-US" b="1" dirty="0"/>
          </a:p>
        </p:txBody>
      </p:sp>
      <p:pic>
        <p:nvPicPr>
          <p:cNvPr id="16" name="Picture 15">
            <a:extLst>
              <a:ext uri="{FF2B5EF4-FFF2-40B4-BE49-F238E27FC236}">
                <a16:creationId xmlns:a16="http://schemas.microsoft.com/office/drawing/2014/main" id="{34C46D06-A73A-4E2A-40C9-BB7EC377789F}"/>
              </a:ext>
            </a:extLst>
          </p:cNvPr>
          <p:cNvPicPr>
            <a:picLocks noChangeAspect="1"/>
          </p:cNvPicPr>
          <p:nvPr/>
        </p:nvPicPr>
        <p:blipFill>
          <a:blip r:embed="rId2"/>
          <a:stretch>
            <a:fillRect/>
          </a:stretch>
        </p:blipFill>
        <p:spPr>
          <a:xfrm>
            <a:off x="4144269" y="1649333"/>
            <a:ext cx="3521388" cy="4570005"/>
          </a:xfrm>
          <a:prstGeom prst="rect">
            <a:avLst/>
          </a:prstGeom>
          <a:ln>
            <a:solidFill>
              <a:schemeClr val="tx1"/>
            </a:solidFill>
          </a:ln>
          <a:effectLst>
            <a:outerShdw blurRad="50800" dist="38100" dir="2700000" algn="tl" rotWithShape="0">
              <a:prstClr val="black">
                <a:alpha val="40000"/>
              </a:prstClr>
            </a:outerShdw>
          </a:effectLst>
        </p:spPr>
      </p:pic>
      <p:pic>
        <p:nvPicPr>
          <p:cNvPr id="18" name="Picture 17">
            <a:extLst>
              <a:ext uri="{FF2B5EF4-FFF2-40B4-BE49-F238E27FC236}">
                <a16:creationId xmlns:a16="http://schemas.microsoft.com/office/drawing/2014/main" id="{DB299342-EC9D-C676-675F-11120FE95D90}"/>
              </a:ext>
            </a:extLst>
          </p:cNvPr>
          <p:cNvPicPr>
            <a:picLocks noChangeAspect="1"/>
          </p:cNvPicPr>
          <p:nvPr/>
        </p:nvPicPr>
        <p:blipFill>
          <a:blip r:embed="rId3"/>
          <a:stretch>
            <a:fillRect/>
          </a:stretch>
        </p:blipFill>
        <p:spPr>
          <a:xfrm>
            <a:off x="581005" y="1649333"/>
            <a:ext cx="3083447" cy="4570005"/>
          </a:xfrm>
          <a:prstGeom prst="rect">
            <a:avLst/>
          </a:prstGeom>
          <a:ln>
            <a:solidFill>
              <a:schemeClr val="tx1"/>
            </a:solidFill>
          </a:ln>
          <a:effectLst>
            <a:outerShdw blurRad="50800" dist="38100" dir="2700000" algn="tl" rotWithShape="0">
              <a:prstClr val="black">
                <a:alpha val="40000"/>
              </a:prstClr>
            </a:outerShdw>
          </a:effectLst>
        </p:spPr>
      </p:pic>
      <p:pic>
        <p:nvPicPr>
          <p:cNvPr id="20" name="Picture 19">
            <a:extLst>
              <a:ext uri="{FF2B5EF4-FFF2-40B4-BE49-F238E27FC236}">
                <a16:creationId xmlns:a16="http://schemas.microsoft.com/office/drawing/2014/main" id="{A5E4315E-E9BC-6211-2E74-078995C318F4}"/>
              </a:ext>
            </a:extLst>
          </p:cNvPr>
          <p:cNvPicPr>
            <a:picLocks noChangeAspect="1"/>
          </p:cNvPicPr>
          <p:nvPr/>
        </p:nvPicPr>
        <p:blipFill>
          <a:blip r:embed="rId4"/>
          <a:stretch>
            <a:fillRect/>
          </a:stretch>
        </p:blipFill>
        <p:spPr>
          <a:xfrm>
            <a:off x="8145474" y="1649333"/>
            <a:ext cx="3521388" cy="4573457"/>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172812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439F3-9E7E-B1D5-A1BF-095C5AED2DD8}"/>
              </a:ext>
            </a:extLst>
          </p:cNvPr>
          <p:cNvSpPr>
            <a:spLocks noGrp="1"/>
          </p:cNvSpPr>
          <p:nvPr>
            <p:ph type="title"/>
          </p:nvPr>
        </p:nvSpPr>
        <p:spPr/>
        <p:txBody>
          <a:bodyPr/>
          <a:lstStyle/>
          <a:p>
            <a:r>
              <a:rPr lang="en-US" dirty="0"/>
              <a:t>Final Thoughts</a:t>
            </a:r>
          </a:p>
        </p:txBody>
      </p:sp>
      <p:sp>
        <p:nvSpPr>
          <p:cNvPr id="3" name="Content Placeholder 2">
            <a:extLst>
              <a:ext uri="{FF2B5EF4-FFF2-40B4-BE49-F238E27FC236}">
                <a16:creationId xmlns:a16="http://schemas.microsoft.com/office/drawing/2014/main" id="{1E885D47-202A-9A7A-8F34-C2D94E760B8F}"/>
              </a:ext>
            </a:extLst>
          </p:cNvPr>
          <p:cNvSpPr>
            <a:spLocks noGrp="1"/>
          </p:cNvSpPr>
          <p:nvPr>
            <p:ph idx="1"/>
          </p:nvPr>
        </p:nvSpPr>
        <p:spPr/>
        <p:txBody>
          <a:bodyPr>
            <a:normAutofit/>
          </a:bodyPr>
          <a:lstStyle/>
          <a:p>
            <a:r>
              <a:rPr lang="en-US" dirty="0"/>
              <a:t>Can we really dispel these software engineering myths through empirical studies? </a:t>
            </a:r>
          </a:p>
          <a:p>
            <a:pPr lvl="1"/>
            <a:r>
              <a:rPr lang="en-US" dirty="0"/>
              <a:t>No, but we </a:t>
            </a:r>
            <a:r>
              <a:rPr lang="en-US" dirty="0">
                <a:solidFill>
                  <a:srgbClr val="EE0000"/>
                </a:solidFill>
              </a:rPr>
              <a:t>conditionally reframe </a:t>
            </a:r>
            <a:r>
              <a:rPr lang="en-US" dirty="0"/>
              <a:t>it</a:t>
            </a:r>
          </a:p>
          <a:p>
            <a:r>
              <a:rPr lang="en-US" dirty="0"/>
              <a:t>The explicit framing of causal credibility assessments:</a:t>
            </a:r>
          </a:p>
          <a:p>
            <a:pPr lvl="1"/>
            <a:r>
              <a:rPr lang="en-US" dirty="0"/>
              <a:t>Cannot fully prevent downstream misuse, but explicit language helps</a:t>
            </a:r>
          </a:p>
          <a:p>
            <a:pPr lvl="1"/>
            <a:r>
              <a:rPr lang="en-US" dirty="0"/>
              <a:t>Enables </a:t>
            </a:r>
            <a:r>
              <a:rPr lang="en-US" b="1" dirty="0"/>
              <a:t>iterative refinement </a:t>
            </a:r>
            <a:r>
              <a:rPr lang="en-US" dirty="0"/>
              <a:t>through transparent disclosures</a:t>
            </a:r>
          </a:p>
          <a:p>
            <a:r>
              <a:rPr lang="en-US" dirty="0"/>
              <a:t>Ultimately, this thesis does not ultimately resolve the disconnection between causal ambition and methodological practice in empirical SE research</a:t>
            </a:r>
          </a:p>
          <a:p>
            <a:pPr lvl="1"/>
            <a:r>
              <a:rPr lang="en-US" dirty="0"/>
              <a:t>But shows such disconnection </a:t>
            </a:r>
            <a:r>
              <a:rPr lang="en-US" b="1" dirty="0"/>
              <a:t>can be bridgeable </a:t>
            </a:r>
            <a:r>
              <a:rPr lang="en-US" dirty="0"/>
              <a:t>through an explicit articulation of causal theory, assumptions, and alternative explanations</a:t>
            </a:r>
          </a:p>
          <a:p>
            <a:endParaRPr lang="en-US" dirty="0"/>
          </a:p>
          <a:p>
            <a:endParaRPr lang="en-US" dirty="0"/>
          </a:p>
        </p:txBody>
      </p:sp>
      <p:sp>
        <p:nvSpPr>
          <p:cNvPr id="4" name="Footer Placeholder 3">
            <a:extLst>
              <a:ext uri="{FF2B5EF4-FFF2-40B4-BE49-F238E27FC236}">
                <a16:creationId xmlns:a16="http://schemas.microsoft.com/office/drawing/2014/main" id="{D6A57D58-8C4D-75FE-6DEC-F75898B74219}"/>
              </a:ext>
            </a:extLst>
          </p:cNvPr>
          <p:cNvSpPr>
            <a:spLocks noGrp="1"/>
          </p:cNvSpPr>
          <p:nvPr>
            <p:ph type="ftr" sz="quarter" idx="11"/>
          </p:nvPr>
        </p:nvSpPr>
        <p:spPr/>
        <p:txBody>
          <a:bodyPr/>
          <a:lstStyle/>
          <a:p>
            <a:r>
              <a:rPr lang="en-US">
                <a:latin typeface="Gadugi" panose="020B0502040204020203" pitchFamily="34" charset="0"/>
                <a:ea typeface="Gadugi" panose="020B0502040204020203" pitchFamily="34" charset="0"/>
              </a:rPr>
              <a:t>Dispelling Software Engineering Myths: A Pragmatic Causal Inference Approach</a:t>
            </a:r>
            <a:endParaRPr lang="en-US"/>
          </a:p>
        </p:txBody>
      </p:sp>
      <p:sp>
        <p:nvSpPr>
          <p:cNvPr id="5" name="Slide Number Placeholder 4">
            <a:extLst>
              <a:ext uri="{FF2B5EF4-FFF2-40B4-BE49-F238E27FC236}">
                <a16:creationId xmlns:a16="http://schemas.microsoft.com/office/drawing/2014/main" id="{CC5ED9C8-C0D6-F679-6267-ABA7DC4F73E4}"/>
              </a:ext>
            </a:extLst>
          </p:cNvPr>
          <p:cNvSpPr>
            <a:spLocks noGrp="1"/>
          </p:cNvSpPr>
          <p:nvPr>
            <p:ph type="sldNum" sz="quarter" idx="12"/>
          </p:nvPr>
        </p:nvSpPr>
        <p:spPr/>
        <p:txBody>
          <a:bodyPr/>
          <a:lstStyle/>
          <a:p>
            <a:fld id="{8E90A93A-CBEB-40B0-B638-E400989BEC3F}" type="slidenum">
              <a:rPr lang="zh-CN" altLang="en-US" smtClean="0"/>
              <a:pPr/>
              <a:t>44</a:t>
            </a:fld>
            <a:endParaRPr lang="zh-CN" altLang="en-US"/>
          </a:p>
        </p:txBody>
      </p:sp>
    </p:spTree>
    <p:extLst>
      <p:ext uri="{BB962C8B-B14F-4D97-AF65-F5344CB8AC3E}">
        <p14:creationId xmlns:p14="http://schemas.microsoft.com/office/powerpoint/2010/main" val="3633236802"/>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otalTime>478</TotalTime>
  <Words>2444</Words>
  <Application>Microsoft Office PowerPoint</Application>
  <PresentationFormat>Widescreen</PresentationFormat>
  <Paragraphs>286</Paragraphs>
  <Slides>44</Slides>
  <Notes>7</Notes>
  <HiddenSlides>1</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44</vt:i4>
      </vt:variant>
    </vt:vector>
  </HeadingPairs>
  <TitlesOfParts>
    <vt:vector size="55" baseType="lpstr">
      <vt:lpstr>等线</vt:lpstr>
      <vt:lpstr>等线 Light</vt:lpstr>
      <vt:lpstr>Aptos Serif</vt:lpstr>
      <vt:lpstr>Arial</vt:lpstr>
      <vt:lpstr>Calibri</vt:lpstr>
      <vt:lpstr>Cambria Math</vt:lpstr>
      <vt:lpstr>Consolas</vt:lpstr>
      <vt:lpstr>Gadugi</vt:lpstr>
      <vt:lpstr>Roboto</vt:lpstr>
      <vt:lpstr>Roboto Slab</vt:lpstr>
      <vt:lpstr>Office 主题​​</vt:lpstr>
      <vt:lpstr>Dispelling Software Engineering Myths: A Pragmatic Causal Inference Approach</vt:lpstr>
      <vt:lpstr>Software engineering is one of the most consequential engineering disciplines in the modern era</vt:lpstr>
      <vt:lpstr>However, software engineering practice today is filled with myths</vt:lpstr>
      <vt:lpstr>Example 1: Pinning vs. Floating </vt:lpstr>
      <vt:lpstr>Example 2: GitHub Stars for Growth Hacking</vt:lpstr>
      <vt:lpstr>Example 3: AI Coding Tools on Productivity</vt:lpstr>
      <vt:lpstr>Example 4: Programming Language vs. Defect Proneness</vt:lpstr>
      <vt:lpstr>Example 4: Programming Language vs. Defect Proneness</vt:lpstr>
      <vt:lpstr>Common Pattern: Claiming to be only studying correlation when the research question is fundamentally a question about causal relationships</vt:lpstr>
      <vt:lpstr>Even a “causal inference” method is claimed, SE research may fail to discuss the nuance of underlying assumptions and when you can make a causal claim</vt:lpstr>
      <vt:lpstr>Without a framework and language of causal credibility, one has to be an expert to assess the strength of causal claims in each paper</vt:lpstr>
      <vt:lpstr>The Art of Causal Inference on Observational Data</vt:lpstr>
      <vt:lpstr>Causal Directed Acyclic Graphs (DAGs)</vt:lpstr>
      <vt:lpstr>The Potential Outcome Framework</vt:lpstr>
      <vt:lpstr>The Modern Weaponry for Causal Inference</vt:lpstr>
      <vt:lpstr>It has been used in software engineering, but not that much</vt:lpstr>
      <vt:lpstr>PowerPoint Presentation</vt:lpstr>
      <vt:lpstr>The use of modern causal inference methods leads to estimates closer to that from RCT in our case study on AI productivity</vt:lpstr>
      <vt:lpstr>Thesis Statement</vt:lpstr>
      <vt:lpstr>The Impact of Dependency Pinning on Supply Chain Security</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vt:lpstr>
      <vt:lpstr>The Impact of Fake GitHub Stars on Repository Promotion</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 w. robustness checks</vt:lpstr>
      <vt:lpstr>The Impact of Cursor AI on Open-Source Projects</vt:lpstr>
      <vt:lpstr>Research Question and the (Causal) Myth</vt:lpstr>
      <vt:lpstr>Key Findings</vt:lpstr>
      <vt:lpstr>Step 1: A causal theory from existing SE domain knowledge </vt:lpstr>
      <vt:lpstr>Step 2: Estimate of interest and assumptions for causal interpretation</vt:lpstr>
      <vt:lpstr>Step 3: Limitations in data, metric, and measurement implementation</vt:lpstr>
      <vt:lpstr>Step 4: Alternative explanations w. robustness checks</vt:lpstr>
      <vt:lpstr>Wrap-up and Final Thoughts</vt:lpstr>
      <vt:lpstr>Thesis Statement</vt:lpstr>
      <vt:lpstr>PowerPoint Presentation</vt:lpstr>
      <vt:lpstr>Final Thoughts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Multi-Metric Ranking Approach for Library Migration Recommendations</dc:title>
  <dc:creator>hehao</dc:creator>
  <cp:lastModifiedBy>Hao He</cp:lastModifiedBy>
  <cp:revision>13</cp:revision>
  <dcterms:created xsi:type="dcterms:W3CDTF">2021-03-04T09:37:12Z</dcterms:created>
  <dcterms:modified xsi:type="dcterms:W3CDTF">2026-09-15T22:06:43Z</dcterms:modified>
</cp:coreProperties>
</file>