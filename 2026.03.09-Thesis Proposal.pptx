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0"/>
  </p:notesMasterIdLst>
  <p:handoutMasterIdLst>
    <p:handoutMasterId r:id="rId51"/>
  </p:handoutMasterIdLst>
  <p:sldIdLst>
    <p:sldId id="305" r:id="rId2"/>
    <p:sldId id="337" r:id="rId3"/>
    <p:sldId id="338" r:id="rId4"/>
    <p:sldId id="352" r:id="rId5"/>
    <p:sldId id="339" r:id="rId6"/>
    <p:sldId id="344" r:id="rId7"/>
    <p:sldId id="343" r:id="rId8"/>
    <p:sldId id="308" r:id="rId9"/>
    <p:sldId id="340" r:id="rId10"/>
    <p:sldId id="316" r:id="rId11"/>
    <p:sldId id="315" r:id="rId12"/>
    <p:sldId id="318" r:id="rId13"/>
    <p:sldId id="360" r:id="rId14"/>
    <p:sldId id="365" r:id="rId15"/>
    <p:sldId id="363" r:id="rId16"/>
    <p:sldId id="361" r:id="rId17"/>
    <p:sldId id="364" r:id="rId18"/>
    <p:sldId id="342" r:id="rId19"/>
    <p:sldId id="359" r:id="rId20"/>
    <p:sldId id="350" r:id="rId21"/>
    <p:sldId id="345" r:id="rId22"/>
    <p:sldId id="351" r:id="rId23"/>
    <p:sldId id="353" r:id="rId24"/>
    <p:sldId id="347" r:id="rId25"/>
    <p:sldId id="357" r:id="rId26"/>
    <p:sldId id="358" r:id="rId27"/>
    <p:sldId id="348" r:id="rId28"/>
    <p:sldId id="356" r:id="rId29"/>
    <p:sldId id="354" r:id="rId30"/>
    <p:sldId id="355" r:id="rId31"/>
    <p:sldId id="346" r:id="rId32"/>
    <p:sldId id="329" r:id="rId33"/>
    <p:sldId id="334" r:id="rId34"/>
    <p:sldId id="330" r:id="rId35"/>
    <p:sldId id="320" r:id="rId36"/>
    <p:sldId id="321" r:id="rId37"/>
    <p:sldId id="322" r:id="rId38"/>
    <p:sldId id="323" r:id="rId39"/>
    <p:sldId id="324" r:id="rId40"/>
    <p:sldId id="366" r:id="rId41"/>
    <p:sldId id="367" r:id="rId42"/>
    <p:sldId id="327" r:id="rId43"/>
    <p:sldId id="325" r:id="rId44"/>
    <p:sldId id="349" r:id="rId45"/>
    <p:sldId id="331" r:id="rId46"/>
    <p:sldId id="332" r:id="rId47"/>
    <p:sldId id="328" r:id="rId48"/>
    <p:sldId id="335"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17A1502-137B-402D-93E1-7C1800FB4D93}">
          <p14:sldIdLst>
            <p14:sldId id="305"/>
            <p14:sldId id="337"/>
            <p14:sldId id="338"/>
            <p14:sldId id="352"/>
            <p14:sldId id="339"/>
            <p14:sldId id="344"/>
            <p14:sldId id="343"/>
            <p14:sldId id="308"/>
            <p14:sldId id="340"/>
            <p14:sldId id="316"/>
            <p14:sldId id="315"/>
            <p14:sldId id="318"/>
            <p14:sldId id="360"/>
            <p14:sldId id="365"/>
            <p14:sldId id="363"/>
            <p14:sldId id="361"/>
            <p14:sldId id="364"/>
            <p14:sldId id="342"/>
            <p14:sldId id="359"/>
            <p14:sldId id="350"/>
            <p14:sldId id="345"/>
            <p14:sldId id="351"/>
            <p14:sldId id="353"/>
            <p14:sldId id="347"/>
            <p14:sldId id="357"/>
            <p14:sldId id="358"/>
            <p14:sldId id="348"/>
            <p14:sldId id="356"/>
            <p14:sldId id="354"/>
            <p14:sldId id="355"/>
            <p14:sldId id="346"/>
            <p14:sldId id="329"/>
            <p14:sldId id="334"/>
            <p14:sldId id="330"/>
            <p14:sldId id="320"/>
            <p14:sldId id="321"/>
            <p14:sldId id="322"/>
            <p14:sldId id="323"/>
            <p14:sldId id="324"/>
            <p14:sldId id="366"/>
            <p14:sldId id="367"/>
            <p14:sldId id="327"/>
            <p14:sldId id="325"/>
            <p14:sldId id="349"/>
            <p14:sldId id="331"/>
            <p14:sldId id="332"/>
            <p14:sldId id="328"/>
            <p14:sldId id="33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hao" initials="h" lastIdx="1" clrIdx="0">
    <p:extLst>
      <p:ext uri="{19B8F6BF-5375-455C-9EA6-DF929625EA0E}">
        <p15:presenceInfo xmlns:p15="http://schemas.microsoft.com/office/powerpoint/2012/main" userId="53f25fbde486d94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6E6E6"/>
    <a:srgbClr val="4472C4"/>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AFFC4C-DD31-40AF-8DEA-C0F2B79CC550}" v="541" dt="2026-03-08T22:51:33.681"/>
    <p1510:client id="{A8062ADD-8E5B-40B1-9105-B156209F5F25}" v="48" dt="2026-03-09T14:44:32.382"/>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 He" userId="53f25fbde486d948" providerId="LiveId" clId="{D8DAA581-99C8-5A99-8B99-580F7B94A5A2}"/>
    <pc:docChg chg="undo custSel addSld delSld modSld modMainMaster modSection">
      <pc:chgData name="Hao He" userId="53f25fbde486d948" providerId="LiveId" clId="{D8DAA581-99C8-5A99-8B99-580F7B94A5A2}" dt="2026-03-09T17:31:25.391" v="5719" actId="20577"/>
      <pc:docMkLst>
        <pc:docMk/>
      </pc:docMkLst>
      <pc:sldChg chg="addSp delSp modSp mod">
        <pc:chgData name="Hao He" userId="53f25fbde486d948" providerId="LiveId" clId="{D8DAA581-99C8-5A99-8B99-580F7B94A5A2}" dt="2026-02-20T16:19:41.010" v="2999" actId="20577"/>
        <pc:sldMkLst>
          <pc:docMk/>
          <pc:sldMk cId="1303931892" sldId="305"/>
        </pc:sldMkLst>
        <pc:spChg chg="mod">
          <ac:chgData name="Hao He" userId="53f25fbde486d948" providerId="LiveId" clId="{D8DAA581-99C8-5A99-8B99-580F7B94A5A2}" dt="2026-02-20T16:19:41.010" v="2999" actId="20577"/>
          <ac:spMkLst>
            <pc:docMk/>
            <pc:sldMk cId="1303931892" sldId="305"/>
            <ac:spMk id="2" creationId="{55F962A1-DCCB-8A73-1799-011E6198FE71}"/>
          </ac:spMkLst>
        </pc:spChg>
        <pc:spChg chg="mod">
          <ac:chgData name="Hao He" userId="53f25fbde486d948" providerId="LiveId" clId="{D8DAA581-99C8-5A99-8B99-580F7B94A5A2}" dt="2026-02-20T16:06:20.755" v="2662" actId="20577"/>
          <ac:spMkLst>
            <pc:docMk/>
            <pc:sldMk cId="1303931892" sldId="305"/>
            <ac:spMk id="3" creationId="{DD154F58-B086-ADB9-64C2-A1D687993C0F}"/>
          </ac:spMkLst>
        </pc:spChg>
        <pc:spChg chg="mod">
          <ac:chgData name="Hao He" userId="53f25fbde486d948" providerId="LiveId" clId="{D8DAA581-99C8-5A99-8B99-580F7B94A5A2}" dt="2026-02-20T16:05:28.833" v="2550" actId="20577"/>
          <ac:spMkLst>
            <pc:docMk/>
            <pc:sldMk cId="1303931892" sldId="305"/>
            <ac:spMk id="5" creationId="{4C8B7464-6683-A2F9-EEEC-CA3D9CAB9961}"/>
          </ac:spMkLst>
        </pc:spChg>
        <pc:spChg chg="mod">
          <ac:chgData name="Hao He" userId="53f25fbde486d948" providerId="LiveId" clId="{D8DAA581-99C8-5A99-8B99-580F7B94A5A2}" dt="2026-02-20T16:07:07.364" v="2746" actId="1076"/>
          <ac:spMkLst>
            <pc:docMk/>
            <pc:sldMk cId="1303931892" sldId="305"/>
            <ac:spMk id="6" creationId="{150AE446-DFD7-57A3-F995-E43652358FB7}"/>
          </ac:spMkLst>
        </pc:spChg>
      </pc:sldChg>
      <pc:sldChg chg="modSp mod">
        <pc:chgData name="Hao He" userId="53f25fbde486d948" providerId="LiveId" clId="{D8DAA581-99C8-5A99-8B99-580F7B94A5A2}" dt="2026-02-20T16:18:04.759" v="2904"/>
        <pc:sldMkLst>
          <pc:docMk/>
          <pc:sldMk cId="2882582753" sldId="308"/>
        </pc:sldMkLst>
        <pc:spChg chg="mod">
          <ac:chgData name="Hao He" userId="53f25fbde486d948" providerId="LiveId" clId="{D8DAA581-99C8-5A99-8B99-580F7B94A5A2}" dt="2026-02-20T16:17:09.033" v="2850" actId="27636"/>
          <ac:spMkLst>
            <pc:docMk/>
            <pc:sldMk cId="2882582753" sldId="308"/>
            <ac:spMk id="3" creationId="{8AB0C124-6C4E-87D8-7B3A-899EDE543FF9}"/>
          </ac:spMkLst>
        </pc:spChg>
        <pc:spChg chg="mod">
          <ac:chgData name="Hao He" userId="53f25fbde486d948" providerId="LiveId" clId="{D8DAA581-99C8-5A99-8B99-580F7B94A5A2}" dt="2026-02-20T16:18:04.759" v="2904"/>
          <ac:spMkLst>
            <pc:docMk/>
            <pc:sldMk cId="2882582753" sldId="308"/>
            <ac:spMk id="4" creationId="{A96EFC00-9463-E198-9F83-F3B6850E5C4C}"/>
          </ac:spMkLst>
        </pc:spChg>
      </pc:sldChg>
      <pc:sldChg chg="modSp">
        <pc:chgData name="Hao He" userId="53f25fbde486d948" providerId="LiveId" clId="{D8DAA581-99C8-5A99-8B99-580F7B94A5A2}" dt="2026-02-20T16:18:46.540" v="2917"/>
        <pc:sldMkLst>
          <pc:docMk/>
          <pc:sldMk cId="887472350" sldId="315"/>
        </pc:sldMkLst>
        <pc:spChg chg="mod">
          <ac:chgData name="Hao He" userId="53f25fbde486d948" providerId="LiveId" clId="{D8DAA581-99C8-5A99-8B99-580F7B94A5A2}" dt="2026-02-20T16:18:46.540" v="2917"/>
          <ac:spMkLst>
            <pc:docMk/>
            <pc:sldMk cId="887472350" sldId="315"/>
            <ac:spMk id="4" creationId="{0396485D-9069-99B0-112E-8C0ED1AC70A7}"/>
          </ac:spMkLst>
        </pc:spChg>
      </pc:sldChg>
      <pc:sldChg chg="modSp">
        <pc:chgData name="Hao He" userId="53f25fbde486d948" providerId="LiveId" clId="{D8DAA581-99C8-5A99-8B99-580F7B94A5A2}" dt="2026-02-20T16:18:30.857" v="2913"/>
        <pc:sldMkLst>
          <pc:docMk/>
          <pc:sldMk cId="2227869089" sldId="316"/>
        </pc:sldMkLst>
        <pc:spChg chg="mod">
          <ac:chgData name="Hao He" userId="53f25fbde486d948" providerId="LiveId" clId="{D8DAA581-99C8-5A99-8B99-580F7B94A5A2}" dt="2026-02-20T16:18:30.857" v="2913"/>
          <ac:spMkLst>
            <pc:docMk/>
            <pc:sldMk cId="2227869089" sldId="316"/>
            <ac:spMk id="4" creationId="{3A930488-81BD-DAD8-DBFF-A021BA99EC5D}"/>
          </ac:spMkLst>
        </pc:spChg>
      </pc:sldChg>
      <pc:sldChg chg="modSp mod">
        <pc:chgData name="Hao He" userId="53f25fbde486d948" providerId="LiveId" clId="{D8DAA581-99C8-5A99-8B99-580F7B94A5A2}" dt="2026-02-20T16:20:59.418" v="3082" actId="20577"/>
        <pc:sldMkLst>
          <pc:docMk/>
          <pc:sldMk cId="813303006" sldId="318"/>
        </pc:sldMkLst>
        <pc:spChg chg="mod">
          <ac:chgData name="Hao He" userId="53f25fbde486d948" providerId="LiveId" clId="{D8DAA581-99C8-5A99-8B99-580F7B94A5A2}" dt="2026-02-20T16:18:48.496" v="2918"/>
          <ac:spMkLst>
            <pc:docMk/>
            <pc:sldMk cId="813303006" sldId="318"/>
            <ac:spMk id="4" creationId="{EEF10BE2-20BF-1E02-463B-5658005AE61B}"/>
          </ac:spMkLst>
        </pc:spChg>
        <pc:spChg chg="mod">
          <ac:chgData name="Hao He" userId="53f25fbde486d948" providerId="LiveId" clId="{D8DAA581-99C8-5A99-8B99-580F7B94A5A2}" dt="2026-02-20T16:20:59.418" v="3082" actId="20577"/>
          <ac:spMkLst>
            <pc:docMk/>
            <pc:sldMk cId="813303006" sldId="318"/>
            <ac:spMk id="17" creationId="{1B459FEA-735D-C4BD-9409-0679C025CE6C}"/>
          </ac:spMkLst>
        </pc:spChg>
      </pc:sldChg>
      <pc:sldChg chg="modSp mod">
        <pc:chgData name="Hao He" userId="53f25fbde486d948" providerId="LiveId" clId="{D8DAA581-99C8-5A99-8B99-580F7B94A5A2}" dt="2026-02-09T18:48:38.959" v="1313" actId="113"/>
        <pc:sldMkLst>
          <pc:docMk/>
          <pc:sldMk cId="2253495669" sldId="321"/>
        </pc:sldMkLst>
        <pc:spChg chg="mod">
          <ac:chgData name="Hao He" userId="53f25fbde486d948" providerId="LiveId" clId="{D8DAA581-99C8-5A99-8B99-580F7B94A5A2}" dt="2026-02-09T18:48:38.959" v="1313" actId="113"/>
          <ac:spMkLst>
            <pc:docMk/>
            <pc:sldMk cId="2253495669" sldId="321"/>
            <ac:spMk id="3" creationId="{0F8FB1CB-801A-C442-0C46-97F242266562}"/>
          </ac:spMkLst>
        </pc:spChg>
      </pc:sldChg>
      <pc:sldChg chg="modSp mod">
        <pc:chgData name="Hao He" userId="53f25fbde486d948" providerId="LiveId" clId="{D8DAA581-99C8-5A99-8B99-580F7B94A5A2}" dt="2026-02-09T19:16:12.883" v="2531" actId="20577"/>
        <pc:sldMkLst>
          <pc:docMk/>
          <pc:sldMk cId="762547983" sldId="322"/>
        </pc:sldMkLst>
        <pc:spChg chg="mod">
          <ac:chgData name="Hao He" userId="53f25fbde486d948" providerId="LiveId" clId="{D8DAA581-99C8-5A99-8B99-580F7B94A5A2}" dt="2026-02-09T19:16:12.883" v="2531" actId="20577"/>
          <ac:spMkLst>
            <pc:docMk/>
            <pc:sldMk cId="762547983" sldId="322"/>
            <ac:spMk id="3" creationId="{336A4CAB-217B-05A3-C54B-58CD9906107C}"/>
          </ac:spMkLst>
        </pc:spChg>
      </pc:sldChg>
      <pc:sldChg chg="modSp mod">
        <pc:chgData name="Hao He" userId="53f25fbde486d948" providerId="LiveId" clId="{D8DAA581-99C8-5A99-8B99-580F7B94A5A2}" dt="2026-02-09T18:52:44.363" v="1411" actId="20577"/>
        <pc:sldMkLst>
          <pc:docMk/>
          <pc:sldMk cId="546705867" sldId="325"/>
        </pc:sldMkLst>
        <pc:spChg chg="mod">
          <ac:chgData name="Hao He" userId="53f25fbde486d948" providerId="LiveId" clId="{D8DAA581-99C8-5A99-8B99-580F7B94A5A2}" dt="2026-02-09T18:52:44.363" v="1411" actId="20577"/>
          <ac:spMkLst>
            <pc:docMk/>
            <pc:sldMk cId="546705867" sldId="325"/>
            <ac:spMk id="2" creationId="{2B1D6B1A-DEEF-6A31-1E81-EC2EDA52C446}"/>
          </ac:spMkLst>
        </pc:spChg>
      </pc:sldChg>
      <pc:sldChg chg="addSp modSp new mod">
        <pc:chgData name="Hao He" userId="53f25fbde486d948" providerId="LiveId" clId="{D8DAA581-99C8-5A99-8B99-580F7B94A5A2}" dt="2026-02-09T18:58:34.723" v="2505" actId="20577"/>
        <pc:sldMkLst>
          <pc:docMk/>
          <pc:sldMk cId="1783706909" sldId="327"/>
        </pc:sldMkLst>
        <pc:spChg chg="mod">
          <ac:chgData name="Hao He" userId="53f25fbde486d948" providerId="LiveId" clId="{D8DAA581-99C8-5A99-8B99-580F7B94A5A2}" dt="2026-02-09T18:56:20.252" v="2093"/>
          <ac:spMkLst>
            <pc:docMk/>
            <pc:sldMk cId="1783706909" sldId="327"/>
            <ac:spMk id="2" creationId="{10DEE909-973D-702E-2516-AF050C8CEFE0}"/>
          </ac:spMkLst>
        </pc:spChg>
        <pc:spChg chg="mod">
          <ac:chgData name="Hao He" userId="53f25fbde486d948" providerId="LiveId" clId="{D8DAA581-99C8-5A99-8B99-580F7B94A5A2}" dt="2026-02-09T18:55:32.127" v="1929" actId="20577"/>
          <ac:spMkLst>
            <pc:docMk/>
            <pc:sldMk cId="1783706909" sldId="327"/>
            <ac:spMk id="3" creationId="{299447DD-3458-1718-AC3D-F993E3E51996}"/>
          </ac:spMkLst>
        </pc:spChg>
        <pc:spChg chg="add mod">
          <ac:chgData name="Hao He" userId="53f25fbde486d948" providerId="LiveId" clId="{D8DAA581-99C8-5A99-8B99-580F7B94A5A2}" dt="2026-02-09T18:58:34.723" v="2505" actId="20577"/>
          <ac:spMkLst>
            <pc:docMk/>
            <pc:sldMk cId="1783706909" sldId="327"/>
            <ac:spMk id="6" creationId="{604F4A92-C841-CF5C-FE09-5091E8ACA944}"/>
          </ac:spMkLst>
        </pc:spChg>
        <pc:spChg chg="add mod">
          <ac:chgData name="Hao He" userId="53f25fbde486d948" providerId="LiveId" clId="{D8DAA581-99C8-5A99-8B99-580F7B94A5A2}" dt="2026-02-09T18:56:29.236" v="2102" actId="20577"/>
          <ac:spMkLst>
            <pc:docMk/>
            <pc:sldMk cId="1783706909" sldId="327"/>
            <ac:spMk id="9" creationId="{7D3B4E74-A192-B917-9A0A-312246646820}"/>
          </ac:spMkLst>
        </pc:spChg>
        <pc:cxnChg chg="add mod">
          <ac:chgData name="Hao He" userId="53f25fbde486d948" providerId="LiveId" clId="{D8DAA581-99C8-5A99-8B99-580F7B94A5A2}" dt="2026-02-09T18:53:25.467" v="1415" actId="693"/>
          <ac:cxnSpMkLst>
            <pc:docMk/>
            <pc:sldMk cId="1783706909" sldId="327"/>
            <ac:cxnSpMk id="8" creationId="{F3C38874-6963-39B8-38E8-C0C7603B7B65}"/>
          </ac:cxnSpMkLst>
        </pc:cxnChg>
      </pc:sldChg>
      <pc:sldChg chg="modSp new mod modShow">
        <pc:chgData name="Hao He" userId="53f25fbde486d948" providerId="LiveId" clId="{D8DAA581-99C8-5A99-8B99-580F7B94A5A2}" dt="2026-02-25T18:50:20.033" v="5143" actId="729"/>
        <pc:sldMkLst>
          <pc:docMk/>
          <pc:sldMk cId="4277171034" sldId="328"/>
        </pc:sldMkLst>
        <pc:spChg chg="mod">
          <ac:chgData name="Hao He" userId="53f25fbde486d948" providerId="LiveId" clId="{D8DAA581-99C8-5A99-8B99-580F7B94A5A2}" dt="2026-02-20T16:23:01.543" v="3336" actId="20577"/>
          <ac:spMkLst>
            <pc:docMk/>
            <pc:sldMk cId="4277171034" sldId="328"/>
            <ac:spMk id="2" creationId="{17075D8A-AB8E-A8A8-4449-CB8FB1FFD71C}"/>
          </ac:spMkLst>
        </pc:spChg>
        <pc:spChg chg="mod">
          <ac:chgData name="Hao He" userId="53f25fbde486d948" providerId="LiveId" clId="{D8DAA581-99C8-5A99-8B99-580F7B94A5A2}" dt="2026-02-20T16:30:58.737" v="4254" actId="20577"/>
          <ac:spMkLst>
            <pc:docMk/>
            <pc:sldMk cId="4277171034" sldId="328"/>
            <ac:spMk id="3" creationId="{C3692806-3C10-3D87-1EB7-A6965879889F}"/>
          </ac:spMkLst>
        </pc:spChg>
        <pc:spChg chg="mod">
          <ac:chgData name="Hao He" userId="53f25fbde486d948" providerId="LiveId" clId="{D8DAA581-99C8-5A99-8B99-580F7B94A5A2}" dt="2026-02-20T16:18:50.671" v="2919"/>
          <ac:spMkLst>
            <pc:docMk/>
            <pc:sldMk cId="4277171034" sldId="328"/>
            <ac:spMk id="4" creationId="{F35B9363-D236-7D4C-3F83-735B71007503}"/>
          </ac:spMkLst>
        </pc:spChg>
      </pc:sldChg>
      <pc:sldChg chg="modSp new mod modNotesTx">
        <pc:chgData name="Hao He" userId="53f25fbde486d948" providerId="LiveId" clId="{D8DAA581-99C8-5A99-8B99-580F7B94A5A2}" dt="2026-03-09T16:51:40.482" v="5466" actId="20577"/>
        <pc:sldMkLst>
          <pc:docMk/>
          <pc:sldMk cId="161607488" sldId="329"/>
        </pc:sldMkLst>
        <pc:spChg chg="mod">
          <ac:chgData name="Hao He" userId="53f25fbde486d948" providerId="LiveId" clId="{D8DAA581-99C8-5A99-8B99-580F7B94A5A2}" dt="2026-02-20T16:33:23.415" v="4315" actId="20577"/>
          <ac:spMkLst>
            <pc:docMk/>
            <pc:sldMk cId="161607488" sldId="329"/>
            <ac:spMk id="2" creationId="{3A54BAA3-4049-B8A5-19AC-632DB932A408}"/>
          </ac:spMkLst>
        </pc:spChg>
      </pc:sldChg>
      <pc:sldChg chg="mod modShow">
        <pc:chgData name="Hao He" userId="53f25fbde486d948" providerId="LiveId" clId="{D8DAA581-99C8-5A99-8B99-580F7B94A5A2}" dt="2026-02-25T18:50:20.033" v="5143" actId="729"/>
        <pc:sldMkLst>
          <pc:docMk/>
          <pc:sldMk cId="2381455759" sldId="331"/>
        </pc:sldMkLst>
      </pc:sldChg>
      <pc:sldChg chg="mod modShow">
        <pc:chgData name="Hao He" userId="53f25fbde486d948" providerId="LiveId" clId="{D8DAA581-99C8-5A99-8B99-580F7B94A5A2}" dt="2026-02-25T18:50:20.033" v="5143" actId="729"/>
        <pc:sldMkLst>
          <pc:docMk/>
          <pc:sldMk cId="2909985666" sldId="332"/>
        </pc:sldMkLst>
      </pc:sldChg>
      <pc:sldChg chg="modSp mod modNotesTx">
        <pc:chgData name="Hao He" userId="53f25fbde486d948" providerId="LiveId" clId="{D8DAA581-99C8-5A99-8B99-580F7B94A5A2}" dt="2026-03-09T17:31:25.391" v="5719" actId="20577"/>
        <pc:sldMkLst>
          <pc:docMk/>
          <pc:sldMk cId="1633958688" sldId="342"/>
        </pc:sldMkLst>
        <pc:spChg chg="mod">
          <ac:chgData name="Hao He" userId="53f25fbde486d948" providerId="LiveId" clId="{D8DAA581-99C8-5A99-8B99-580F7B94A5A2}" dt="2026-02-25T18:32:30.394" v="4481" actId="20577"/>
          <ac:spMkLst>
            <pc:docMk/>
            <pc:sldMk cId="1633958688" sldId="342"/>
            <ac:spMk id="6" creationId="{558C73C7-2131-808B-5B88-F50B3EFFF2D2}"/>
          </ac:spMkLst>
        </pc:spChg>
        <pc:spChg chg="mod">
          <ac:chgData name="Hao He" userId="53f25fbde486d948" providerId="LiveId" clId="{D8DAA581-99C8-5A99-8B99-580F7B94A5A2}" dt="2026-02-25T18:32:36.106" v="4491" actId="20577"/>
          <ac:spMkLst>
            <pc:docMk/>
            <pc:sldMk cId="1633958688" sldId="342"/>
            <ac:spMk id="7" creationId="{FB227BF8-964B-2FF2-335F-C80992ADFEC9}"/>
          </ac:spMkLst>
        </pc:spChg>
      </pc:sldChg>
      <pc:sldChg chg="modSp">
        <pc:chgData name="Hao He" userId="53f25fbde486d948" providerId="LiveId" clId="{D8DAA581-99C8-5A99-8B99-580F7B94A5A2}" dt="2026-02-25T18:34:50.734" v="4492"/>
        <pc:sldMkLst>
          <pc:docMk/>
          <pc:sldMk cId="2188113165" sldId="349"/>
        </pc:sldMkLst>
        <pc:spChg chg="mod">
          <ac:chgData name="Hao He" userId="53f25fbde486d948" providerId="LiveId" clId="{D8DAA581-99C8-5A99-8B99-580F7B94A5A2}" dt="2026-02-25T18:34:50.734" v="4492"/>
          <ac:spMkLst>
            <pc:docMk/>
            <pc:sldMk cId="2188113165" sldId="349"/>
            <ac:spMk id="6" creationId="{497FDB70-2DF7-EBD4-5D42-310D502FD0FB}"/>
          </ac:spMkLst>
        </pc:spChg>
      </pc:sldChg>
      <pc:sldChg chg="modSp new mod">
        <pc:chgData name="Hao He" userId="53f25fbde486d948" providerId="LiveId" clId="{D8DAA581-99C8-5A99-8B99-580F7B94A5A2}" dt="2026-02-25T18:51:27.707" v="5376" actId="20577"/>
        <pc:sldMkLst>
          <pc:docMk/>
          <pc:sldMk cId="1103542059" sldId="359"/>
        </pc:sldMkLst>
        <pc:spChg chg="mod">
          <ac:chgData name="Hao He" userId="53f25fbde486d948" providerId="LiveId" clId="{D8DAA581-99C8-5A99-8B99-580F7B94A5A2}" dt="2026-02-25T18:48:16.545" v="4854" actId="20577"/>
          <ac:spMkLst>
            <pc:docMk/>
            <pc:sldMk cId="1103542059" sldId="359"/>
            <ac:spMk id="2" creationId="{24A35200-1C5D-E3D2-331B-B58BA1D6F97D}"/>
          </ac:spMkLst>
        </pc:spChg>
        <pc:spChg chg="mod">
          <ac:chgData name="Hao He" userId="53f25fbde486d948" providerId="LiveId" clId="{D8DAA581-99C8-5A99-8B99-580F7B94A5A2}" dt="2026-02-25T18:51:27.707" v="5376" actId="20577"/>
          <ac:spMkLst>
            <pc:docMk/>
            <pc:sldMk cId="1103542059" sldId="359"/>
            <ac:spMk id="3" creationId="{B6D6AF29-732E-0639-C071-F9DA40BA53A0}"/>
          </ac:spMkLst>
        </pc:spChg>
      </pc:sldChg>
      <pc:sldChg chg="modSp new mod">
        <pc:chgData name="Hao He" userId="53f25fbde486d948" providerId="LiveId" clId="{D8DAA581-99C8-5A99-8B99-580F7B94A5A2}" dt="2026-02-25T18:55:22.005" v="5417" actId="20577"/>
        <pc:sldMkLst>
          <pc:docMk/>
          <pc:sldMk cId="2897126603" sldId="360"/>
        </pc:sldMkLst>
        <pc:spChg chg="mod">
          <ac:chgData name="Hao He" userId="53f25fbde486d948" providerId="LiveId" clId="{D8DAA581-99C8-5A99-8B99-580F7B94A5A2}" dt="2026-02-25T18:55:22.005" v="5417" actId="20577"/>
          <ac:spMkLst>
            <pc:docMk/>
            <pc:sldMk cId="2897126603" sldId="360"/>
            <ac:spMk id="2" creationId="{C9263EFB-4882-041B-F850-561B453B9327}"/>
          </ac:spMkLst>
        </pc:spChg>
      </pc:sldChg>
      <pc:sldChg chg="modSp mod">
        <pc:chgData name="Hao He" userId="53f25fbde486d948" providerId="LiveId" clId="{D8DAA581-99C8-5A99-8B99-580F7B94A5A2}" dt="2026-02-26T17:03:40.644" v="5419" actId="1076"/>
        <pc:sldMkLst>
          <pc:docMk/>
          <pc:sldMk cId="2779981135" sldId="364"/>
        </pc:sldMkLst>
        <pc:spChg chg="mod">
          <ac:chgData name="Hao He" userId="53f25fbde486d948" providerId="LiveId" clId="{D8DAA581-99C8-5A99-8B99-580F7B94A5A2}" dt="2026-02-26T17:03:40.644" v="5419" actId="1076"/>
          <ac:spMkLst>
            <pc:docMk/>
            <pc:sldMk cId="2779981135" sldId="364"/>
            <ac:spMk id="2" creationId="{CC24E4B8-7C42-25C0-B08E-B0074038CC06}"/>
          </ac:spMkLst>
        </pc:spChg>
      </pc:sldChg>
      <pc:sldMasterChg chg="modSldLayout">
        <pc:chgData name="Hao He" userId="53f25fbde486d948" providerId="LiveId" clId="{D8DAA581-99C8-5A99-8B99-580F7B94A5A2}" dt="2026-02-20T16:18:55.432" v="2920"/>
        <pc:sldMasterMkLst>
          <pc:docMk/>
          <pc:sldMasterMk cId="4197220638" sldId="2147483648"/>
        </pc:sldMasterMkLst>
        <pc:sldLayoutChg chg="modSp">
          <pc:chgData name="Hao He" userId="53f25fbde486d948" providerId="LiveId" clId="{D8DAA581-99C8-5A99-8B99-580F7B94A5A2}" dt="2026-02-20T16:18:55.432" v="2920"/>
          <pc:sldLayoutMkLst>
            <pc:docMk/>
            <pc:sldMasterMk cId="4197220638" sldId="2147483648"/>
            <pc:sldLayoutMk cId="1913166876" sldId="2147483650"/>
          </pc:sldLayoutMkLst>
          <pc:spChg chg="mod">
            <ac:chgData name="Hao He" userId="53f25fbde486d948" providerId="LiveId" clId="{D8DAA581-99C8-5A99-8B99-580F7B94A5A2}" dt="2026-02-20T16:18:55.432" v="2920"/>
            <ac:spMkLst>
              <pc:docMk/>
              <pc:sldMasterMk cId="4197220638" sldId="2147483648"/>
              <pc:sldLayoutMk cId="1913166876" sldId="2147483650"/>
              <ac:spMk id="5" creationId="{334FCBF0-5B13-4046-B491-5A14D70BD78F}"/>
            </ac:spMkLst>
          </pc:spChg>
        </pc:sldLayoutChg>
      </pc:sldMasterChg>
    </pc:docChg>
  </pc:docChgLst>
  <pc:docChgLst>
    <pc:chgData name="Hao He" userId="53f25fbde486d948" providerId="LiveId" clId="{55F9BDEC-8FF4-41A3-9ED2-7C4055AE361B}"/>
    <pc:docChg chg="undo custSel addSld delSld modSld sldOrd modSection">
      <pc:chgData name="Hao He" userId="53f25fbde486d948" providerId="LiveId" clId="{55F9BDEC-8FF4-41A3-9ED2-7C4055AE361B}" dt="2026-03-09T14:44:32.382" v="14098" actId="313"/>
      <pc:docMkLst>
        <pc:docMk/>
      </pc:docMkLst>
      <pc:sldChg chg="modSp mod">
        <pc:chgData name="Hao He" userId="53f25fbde486d948" providerId="LiveId" clId="{55F9BDEC-8FF4-41A3-9ED2-7C4055AE361B}" dt="2026-02-23T15:19:27.950" v="1783" actId="20577"/>
        <pc:sldMkLst>
          <pc:docMk/>
          <pc:sldMk cId="1303931892" sldId="305"/>
        </pc:sldMkLst>
        <pc:spChg chg="mod">
          <ac:chgData name="Hao He" userId="53f25fbde486d948" providerId="LiveId" clId="{55F9BDEC-8FF4-41A3-9ED2-7C4055AE361B}" dt="2026-02-23T15:19:27.950" v="1783" actId="20577"/>
          <ac:spMkLst>
            <pc:docMk/>
            <pc:sldMk cId="1303931892" sldId="305"/>
            <ac:spMk id="2" creationId="{55F962A1-DCCB-8A73-1799-011E6198FE71}"/>
          </ac:spMkLst>
        </pc:spChg>
      </pc:sldChg>
      <pc:sldChg chg="modSp mod">
        <pc:chgData name="Hao He" userId="53f25fbde486d948" providerId="LiveId" clId="{55F9BDEC-8FF4-41A3-9ED2-7C4055AE361B}" dt="2026-02-25T15:02:05.840" v="6254" actId="20577"/>
        <pc:sldMkLst>
          <pc:docMk/>
          <pc:sldMk cId="2882582753" sldId="308"/>
        </pc:sldMkLst>
        <pc:spChg chg="mod">
          <ac:chgData name="Hao He" userId="53f25fbde486d948" providerId="LiveId" clId="{55F9BDEC-8FF4-41A3-9ED2-7C4055AE361B}" dt="2026-02-25T15:02:05.840" v="6254" actId="20577"/>
          <ac:spMkLst>
            <pc:docMk/>
            <pc:sldMk cId="2882582753" sldId="308"/>
            <ac:spMk id="2" creationId="{70921600-4AED-DD0F-614D-170B2AFFDC1D}"/>
          </ac:spMkLst>
        </pc:spChg>
        <pc:spChg chg="mod">
          <ac:chgData name="Hao He" userId="53f25fbde486d948" providerId="LiveId" clId="{55F9BDEC-8FF4-41A3-9ED2-7C4055AE361B}" dt="2026-02-23T15:19:43.486" v="1786"/>
          <ac:spMkLst>
            <pc:docMk/>
            <pc:sldMk cId="2882582753" sldId="308"/>
            <ac:spMk id="4" creationId="{A96EFC00-9463-E198-9F83-F3B6850E5C4C}"/>
          </ac:spMkLst>
        </pc:spChg>
      </pc:sldChg>
      <pc:sldChg chg="modSp">
        <pc:chgData name="Hao He" userId="53f25fbde486d948" providerId="LiveId" clId="{55F9BDEC-8FF4-41A3-9ED2-7C4055AE361B}" dt="2026-02-23T15:31:33.385" v="2966" actId="1076"/>
        <pc:sldMkLst>
          <pc:docMk/>
          <pc:sldMk cId="887472350" sldId="315"/>
        </pc:sldMkLst>
        <pc:spChg chg="mod">
          <ac:chgData name="Hao He" userId="53f25fbde486d948" providerId="LiveId" clId="{55F9BDEC-8FF4-41A3-9ED2-7C4055AE361B}" dt="2026-02-23T15:19:59.652" v="1795"/>
          <ac:spMkLst>
            <pc:docMk/>
            <pc:sldMk cId="887472350" sldId="315"/>
            <ac:spMk id="4" creationId="{0396485D-9069-99B0-112E-8C0ED1AC70A7}"/>
          </ac:spMkLst>
        </pc:spChg>
        <pc:picChg chg="mod">
          <ac:chgData name="Hao He" userId="53f25fbde486d948" providerId="LiveId" clId="{55F9BDEC-8FF4-41A3-9ED2-7C4055AE361B}" dt="2026-02-23T15:31:33.385" v="2966" actId="1076"/>
          <ac:picMkLst>
            <pc:docMk/>
            <pc:sldMk cId="887472350" sldId="315"/>
            <ac:picMk id="1030" creationId="{7F1299B6-D907-BC34-3DD1-599B86B9D23C}"/>
          </ac:picMkLst>
        </pc:picChg>
      </pc:sldChg>
      <pc:sldChg chg="modSp mod">
        <pc:chgData name="Hao He" userId="53f25fbde486d948" providerId="LiveId" clId="{55F9BDEC-8FF4-41A3-9ED2-7C4055AE361B}" dt="2026-02-25T15:02:16.913" v="6256" actId="20577"/>
        <pc:sldMkLst>
          <pc:docMk/>
          <pc:sldMk cId="2227869089" sldId="316"/>
        </pc:sldMkLst>
        <pc:spChg chg="mod">
          <ac:chgData name="Hao He" userId="53f25fbde486d948" providerId="LiveId" clId="{55F9BDEC-8FF4-41A3-9ED2-7C4055AE361B}" dt="2026-02-25T15:02:16.913" v="6256" actId="20577"/>
          <ac:spMkLst>
            <pc:docMk/>
            <pc:sldMk cId="2227869089" sldId="316"/>
            <ac:spMk id="2" creationId="{2C131B24-CCC7-A2DA-AA9D-FD543C02A4BF}"/>
          </ac:spMkLst>
        </pc:spChg>
        <pc:spChg chg="mod">
          <ac:chgData name="Hao He" userId="53f25fbde486d948" providerId="LiveId" clId="{55F9BDEC-8FF4-41A3-9ED2-7C4055AE361B}" dt="2026-02-23T15:19:57.774" v="1794"/>
          <ac:spMkLst>
            <pc:docMk/>
            <pc:sldMk cId="2227869089" sldId="316"/>
            <ac:spMk id="4" creationId="{3A930488-81BD-DAD8-DBFF-A021BA99EC5D}"/>
          </ac:spMkLst>
        </pc:spChg>
      </pc:sldChg>
      <pc:sldChg chg="modSp">
        <pc:chgData name="Hao He" userId="53f25fbde486d948" providerId="LiveId" clId="{55F9BDEC-8FF4-41A3-9ED2-7C4055AE361B}" dt="2026-02-23T15:20:01.450" v="1796"/>
        <pc:sldMkLst>
          <pc:docMk/>
          <pc:sldMk cId="813303006" sldId="318"/>
        </pc:sldMkLst>
        <pc:spChg chg="mod">
          <ac:chgData name="Hao He" userId="53f25fbde486d948" providerId="LiveId" clId="{55F9BDEC-8FF4-41A3-9ED2-7C4055AE361B}" dt="2026-02-23T15:20:01.450" v="1796"/>
          <ac:spMkLst>
            <pc:docMk/>
            <pc:sldMk cId="813303006" sldId="318"/>
            <ac:spMk id="4" creationId="{EEF10BE2-20BF-1E02-463B-5658005AE61B}"/>
          </ac:spMkLst>
        </pc:spChg>
      </pc:sldChg>
      <pc:sldChg chg="modSp mod ord modShow">
        <pc:chgData name="Hao He" userId="53f25fbde486d948" providerId="LiveId" clId="{55F9BDEC-8FF4-41A3-9ED2-7C4055AE361B}" dt="2026-02-25T15:30:49.848" v="6654" actId="729"/>
        <pc:sldMkLst>
          <pc:docMk/>
          <pc:sldMk cId="4215255389" sldId="320"/>
        </pc:sldMkLst>
        <pc:spChg chg="mod">
          <ac:chgData name="Hao He" userId="53f25fbde486d948" providerId="LiveId" clId="{55F9BDEC-8FF4-41A3-9ED2-7C4055AE361B}" dt="2026-02-23T15:12:01.759" v="1169" actId="20577"/>
          <ac:spMkLst>
            <pc:docMk/>
            <pc:sldMk cId="4215255389" sldId="320"/>
            <ac:spMk id="2" creationId="{CCD7AABD-0762-0B70-8545-7A212C31EF66}"/>
          </ac:spMkLst>
        </pc:spChg>
        <pc:spChg chg="mod">
          <ac:chgData name="Hao He" userId="53f25fbde486d948" providerId="LiveId" clId="{55F9BDEC-8FF4-41A3-9ED2-7C4055AE361B}" dt="2026-02-23T15:22:53.075" v="1863" actId="27636"/>
          <ac:spMkLst>
            <pc:docMk/>
            <pc:sldMk cId="4215255389" sldId="320"/>
            <ac:spMk id="3" creationId="{9A350AC1-A0DA-6F79-3C4E-31600F52E62F}"/>
          </ac:spMkLst>
        </pc:spChg>
        <pc:spChg chg="mod">
          <ac:chgData name="Hao He" userId="53f25fbde486d948" providerId="LiveId" clId="{55F9BDEC-8FF4-41A3-9ED2-7C4055AE361B}" dt="2026-02-23T15:20:16.610" v="1803"/>
          <ac:spMkLst>
            <pc:docMk/>
            <pc:sldMk cId="4215255389" sldId="320"/>
            <ac:spMk id="4" creationId="{931A3709-988C-651D-98D1-A81FB716084E}"/>
          </ac:spMkLst>
        </pc:spChg>
      </pc:sldChg>
      <pc:sldChg chg="modSp mod ord modShow">
        <pc:chgData name="Hao He" userId="53f25fbde486d948" providerId="LiveId" clId="{55F9BDEC-8FF4-41A3-9ED2-7C4055AE361B}" dt="2026-02-25T15:30:49.848" v="6654" actId="729"/>
        <pc:sldMkLst>
          <pc:docMk/>
          <pc:sldMk cId="2253495669" sldId="321"/>
        </pc:sldMkLst>
        <pc:spChg chg="mod">
          <ac:chgData name="Hao He" userId="53f25fbde486d948" providerId="LiveId" clId="{55F9BDEC-8FF4-41A3-9ED2-7C4055AE361B}" dt="2026-02-23T15:20:19.225" v="1804"/>
          <ac:spMkLst>
            <pc:docMk/>
            <pc:sldMk cId="2253495669" sldId="321"/>
            <ac:spMk id="4" creationId="{E197346E-C034-8D96-8A7B-D64C04986378}"/>
          </ac:spMkLst>
        </pc:spChg>
        <pc:spChg chg="mod">
          <ac:chgData name="Hao He" userId="53f25fbde486d948" providerId="LiveId" clId="{55F9BDEC-8FF4-41A3-9ED2-7C4055AE361B}" dt="2026-02-23T15:13:15.111" v="1257" actId="20577"/>
          <ac:spMkLst>
            <pc:docMk/>
            <pc:sldMk cId="2253495669" sldId="321"/>
            <ac:spMk id="8" creationId="{595AB9FC-139B-0189-79D1-87DC81474310}"/>
          </ac:spMkLst>
        </pc:spChg>
      </pc:sldChg>
      <pc:sldChg chg="addSp modSp mod ord modShow">
        <pc:chgData name="Hao He" userId="53f25fbde486d948" providerId="LiveId" clId="{55F9BDEC-8FF4-41A3-9ED2-7C4055AE361B}" dt="2026-02-25T15:31:13.087" v="6663"/>
        <pc:sldMkLst>
          <pc:docMk/>
          <pc:sldMk cId="762547983" sldId="322"/>
        </pc:sldMkLst>
        <pc:spChg chg="mod">
          <ac:chgData name="Hao He" userId="53f25fbde486d948" providerId="LiveId" clId="{55F9BDEC-8FF4-41A3-9ED2-7C4055AE361B}" dt="2026-02-23T15:13:42.022" v="1284" actId="20577"/>
          <ac:spMkLst>
            <pc:docMk/>
            <pc:sldMk cId="762547983" sldId="322"/>
            <ac:spMk id="2" creationId="{322ECCD0-BE99-C90E-37D6-AB93FC9A8DAC}"/>
          </ac:spMkLst>
        </pc:spChg>
        <pc:spChg chg="mod">
          <ac:chgData name="Hao He" userId="53f25fbde486d948" providerId="LiveId" clId="{55F9BDEC-8FF4-41A3-9ED2-7C4055AE361B}" dt="2026-02-23T15:23:23.647" v="1878" actId="14100"/>
          <ac:spMkLst>
            <pc:docMk/>
            <pc:sldMk cId="762547983" sldId="322"/>
            <ac:spMk id="3" creationId="{336A4CAB-217B-05A3-C54B-58CD9906107C}"/>
          </ac:spMkLst>
        </pc:spChg>
        <pc:spChg chg="mod">
          <ac:chgData name="Hao He" userId="53f25fbde486d948" providerId="LiveId" clId="{55F9BDEC-8FF4-41A3-9ED2-7C4055AE361B}" dt="2026-02-23T15:20:21.612" v="1805"/>
          <ac:spMkLst>
            <pc:docMk/>
            <pc:sldMk cId="762547983" sldId="322"/>
            <ac:spMk id="4" creationId="{FD8E309B-8969-7E8F-A89B-2612BFA5BABA}"/>
          </ac:spMkLst>
        </pc:spChg>
      </pc:sldChg>
      <pc:sldChg chg="modSp mod ord modShow">
        <pc:chgData name="Hao He" userId="53f25fbde486d948" providerId="LiveId" clId="{55F9BDEC-8FF4-41A3-9ED2-7C4055AE361B}" dt="2026-02-25T15:30:49.848" v="6654" actId="729"/>
        <pc:sldMkLst>
          <pc:docMk/>
          <pc:sldMk cId="1704959172" sldId="323"/>
        </pc:sldMkLst>
        <pc:spChg chg="mod">
          <ac:chgData name="Hao He" userId="53f25fbde486d948" providerId="LiveId" clId="{55F9BDEC-8FF4-41A3-9ED2-7C4055AE361B}" dt="2026-02-23T15:18:20.901" v="1710"/>
          <ac:spMkLst>
            <pc:docMk/>
            <pc:sldMk cId="1704959172" sldId="323"/>
            <ac:spMk id="2" creationId="{3CF88E9F-7963-9DB5-1C0B-31C036D5883D}"/>
          </ac:spMkLst>
        </pc:spChg>
        <pc:spChg chg="mod">
          <ac:chgData name="Hao He" userId="53f25fbde486d948" providerId="LiveId" clId="{55F9BDEC-8FF4-41A3-9ED2-7C4055AE361B}" dt="2026-02-23T15:20:23.410" v="1806"/>
          <ac:spMkLst>
            <pc:docMk/>
            <pc:sldMk cId="1704959172" sldId="323"/>
            <ac:spMk id="4" creationId="{0C2A088E-9C0E-2884-8809-4929FB3CE856}"/>
          </ac:spMkLst>
        </pc:spChg>
      </pc:sldChg>
      <pc:sldChg chg="modSp mod ord modShow">
        <pc:chgData name="Hao He" userId="53f25fbde486d948" providerId="LiveId" clId="{55F9BDEC-8FF4-41A3-9ED2-7C4055AE361B}" dt="2026-02-26T16:15:20.424" v="12992" actId="20577"/>
        <pc:sldMkLst>
          <pc:docMk/>
          <pc:sldMk cId="966120556" sldId="324"/>
        </pc:sldMkLst>
        <pc:spChg chg="mod">
          <ac:chgData name="Hao He" userId="53f25fbde486d948" providerId="LiveId" clId="{55F9BDEC-8FF4-41A3-9ED2-7C4055AE361B}" dt="2026-02-23T15:18:30.774" v="1711"/>
          <ac:spMkLst>
            <pc:docMk/>
            <pc:sldMk cId="966120556" sldId="324"/>
            <ac:spMk id="2" creationId="{DCEF7EC7-5352-3F03-8EC5-2757BF294C20}"/>
          </ac:spMkLst>
        </pc:spChg>
        <pc:spChg chg="mod">
          <ac:chgData name="Hao He" userId="53f25fbde486d948" providerId="LiveId" clId="{55F9BDEC-8FF4-41A3-9ED2-7C4055AE361B}" dt="2026-02-26T16:15:20.424" v="12992" actId="20577"/>
          <ac:spMkLst>
            <pc:docMk/>
            <pc:sldMk cId="966120556" sldId="324"/>
            <ac:spMk id="3" creationId="{7BB01C9E-4A19-CBB9-9E33-7E07A57BF5B7}"/>
          </ac:spMkLst>
        </pc:spChg>
        <pc:spChg chg="mod">
          <ac:chgData name="Hao He" userId="53f25fbde486d948" providerId="LiveId" clId="{55F9BDEC-8FF4-41A3-9ED2-7C4055AE361B}" dt="2026-02-23T15:20:25.551" v="1807"/>
          <ac:spMkLst>
            <pc:docMk/>
            <pc:sldMk cId="966120556" sldId="324"/>
            <ac:spMk id="4" creationId="{F11446A2-0385-18BB-8562-3EED3AB7244F}"/>
          </ac:spMkLst>
        </pc:spChg>
      </pc:sldChg>
      <pc:sldChg chg="modSp add del mod ord modShow">
        <pc:chgData name="Hao He" userId="53f25fbde486d948" providerId="LiveId" clId="{55F9BDEC-8FF4-41A3-9ED2-7C4055AE361B}" dt="2026-03-09T14:42:02.663" v="14096" actId="729"/>
        <pc:sldMkLst>
          <pc:docMk/>
          <pc:sldMk cId="546705867" sldId="325"/>
        </pc:sldMkLst>
        <pc:spChg chg="mod">
          <ac:chgData name="Hao He" userId="53f25fbde486d948" providerId="LiveId" clId="{55F9BDEC-8FF4-41A3-9ED2-7C4055AE361B}" dt="2026-02-26T16:14:27.949" v="12891" actId="27636"/>
          <ac:spMkLst>
            <pc:docMk/>
            <pc:sldMk cId="546705867" sldId="325"/>
            <ac:spMk id="2" creationId="{2B1D6B1A-DEEF-6A31-1E81-EC2EDA52C446}"/>
          </ac:spMkLst>
        </pc:spChg>
        <pc:spChg chg="mod">
          <ac:chgData name="Hao He" userId="53f25fbde486d948" providerId="LiveId" clId="{55F9BDEC-8FF4-41A3-9ED2-7C4055AE361B}" dt="2026-02-23T15:20:29.643" v="1809"/>
          <ac:spMkLst>
            <pc:docMk/>
            <pc:sldMk cId="546705867" sldId="325"/>
            <ac:spMk id="4" creationId="{57E66045-48B2-2732-34DF-75454A34C60C}"/>
          </ac:spMkLst>
        </pc:spChg>
        <pc:spChg chg="mod">
          <ac:chgData name="Hao He" userId="53f25fbde486d948" providerId="LiveId" clId="{55F9BDEC-8FF4-41A3-9ED2-7C4055AE361B}" dt="2026-02-23T16:51:43.982" v="6169" actId="20577"/>
          <ac:spMkLst>
            <pc:docMk/>
            <pc:sldMk cId="546705867" sldId="325"/>
            <ac:spMk id="13" creationId="{DD87D7DA-E89E-9423-629F-76002383D7E5}"/>
          </ac:spMkLst>
        </pc:spChg>
      </pc:sldChg>
      <pc:sldChg chg="addSp modSp add del mod ord modShow">
        <pc:chgData name="Hao He" userId="53f25fbde486d948" providerId="LiveId" clId="{55F9BDEC-8FF4-41A3-9ED2-7C4055AE361B}" dt="2026-02-25T15:30:49.848" v="6654" actId="729"/>
        <pc:sldMkLst>
          <pc:docMk/>
          <pc:sldMk cId="1783706909" sldId="327"/>
        </pc:sldMkLst>
        <pc:spChg chg="mod">
          <ac:chgData name="Hao He" userId="53f25fbde486d948" providerId="LiveId" clId="{55F9BDEC-8FF4-41A3-9ED2-7C4055AE361B}" dt="2026-02-23T15:20:27.334" v="1808"/>
          <ac:spMkLst>
            <pc:docMk/>
            <pc:sldMk cId="1783706909" sldId="327"/>
            <ac:spMk id="4" creationId="{2785F639-136A-F0AD-A739-B96E6E30EEF1}"/>
          </ac:spMkLst>
        </pc:spChg>
      </pc:sldChg>
      <pc:sldChg chg="modSp mod ord">
        <pc:chgData name="Hao He" userId="53f25fbde486d948" providerId="LiveId" clId="{55F9BDEC-8FF4-41A3-9ED2-7C4055AE361B}" dt="2026-02-25T19:18:47.261" v="11142"/>
        <pc:sldMkLst>
          <pc:docMk/>
          <pc:sldMk cId="4277171034" sldId="328"/>
        </pc:sldMkLst>
        <pc:spChg chg="mod">
          <ac:chgData name="Hao He" userId="53f25fbde486d948" providerId="LiveId" clId="{55F9BDEC-8FF4-41A3-9ED2-7C4055AE361B}" dt="2026-02-23T14:45:08.501" v="2" actId="20577"/>
          <ac:spMkLst>
            <pc:docMk/>
            <pc:sldMk cId="4277171034" sldId="328"/>
            <ac:spMk id="3" creationId="{C3692806-3C10-3D87-1EB7-A6965879889F}"/>
          </ac:spMkLst>
        </pc:spChg>
        <pc:spChg chg="mod">
          <ac:chgData name="Hao He" userId="53f25fbde486d948" providerId="LiveId" clId="{55F9BDEC-8FF4-41A3-9ED2-7C4055AE361B}" dt="2026-02-23T15:20:03.262" v="1797"/>
          <ac:spMkLst>
            <pc:docMk/>
            <pc:sldMk cId="4277171034" sldId="328"/>
            <ac:spMk id="4" creationId="{F35B9363-D236-7D4C-3F83-735B71007503}"/>
          </ac:spMkLst>
        </pc:spChg>
      </pc:sldChg>
      <pc:sldChg chg="addSp delSp modSp mod ord modShow">
        <pc:chgData name="Hao He" userId="53f25fbde486d948" providerId="LiveId" clId="{55F9BDEC-8FF4-41A3-9ED2-7C4055AE361B}" dt="2026-02-25T15:30:49.848" v="6654" actId="729"/>
        <pc:sldMkLst>
          <pc:docMk/>
          <pc:sldMk cId="161607488" sldId="329"/>
        </pc:sldMkLst>
        <pc:spChg chg="mod">
          <ac:chgData name="Hao He" userId="53f25fbde486d948" providerId="LiveId" clId="{55F9BDEC-8FF4-41A3-9ED2-7C4055AE361B}" dt="2026-02-23T14:56:51.432" v="324" actId="20577"/>
          <ac:spMkLst>
            <pc:docMk/>
            <pc:sldMk cId="161607488" sldId="329"/>
            <ac:spMk id="2" creationId="{3A54BAA3-4049-B8A5-19AC-632DB932A408}"/>
          </ac:spMkLst>
        </pc:spChg>
        <pc:spChg chg="mod">
          <ac:chgData name="Hao He" userId="53f25fbde486d948" providerId="LiveId" clId="{55F9BDEC-8FF4-41A3-9ED2-7C4055AE361B}" dt="2026-02-23T15:20:10.467" v="1800"/>
          <ac:spMkLst>
            <pc:docMk/>
            <pc:sldMk cId="161607488" sldId="329"/>
            <ac:spMk id="4" creationId="{7B4D47A1-1979-084D-2D1D-978781F5DFD6}"/>
          </ac:spMkLst>
        </pc:spChg>
        <pc:spChg chg="add mod">
          <ac:chgData name="Hao He" userId="53f25fbde486d948" providerId="LiveId" clId="{55F9BDEC-8FF4-41A3-9ED2-7C4055AE361B}" dt="2026-02-23T15:04:58.752" v="977" actId="164"/>
          <ac:spMkLst>
            <pc:docMk/>
            <pc:sldMk cId="161607488" sldId="329"/>
            <ac:spMk id="41" creationId="{2C1A8F75-96FD-2B2D-CDC0-5F6161821200}"/>
          </ac:spMkLst>
        </pc:spChg>
        <pc:spChg chg="add mod">
          <ac:chgData name="Hao He" userId="53f25fbde486d948" providerId="LiveId" clId="{55F9BDEC-8FF4-41A3-9ED2-7C4055AE361B}" dt="2026-02-23T15:05:22.954" v="979" actId="1076"/>
          <ac:spMkLst>
            <pc:docMk/>
            <pc:sldMk cId="161607488" sldId="329"/>
            <ac:spMk id="43" creationId="{9124E8BE-D6BA-7F3C-C342-3513E19CEE8F}"/>
          </ac:spMkLst>
        </pc:spChg>
        <pc:spChg chg="add mod">
          <ac:chgData name="Hao He" userId="53f25fbde486d948" providerId="LiveId" clId="{55F9BDEC-8FF4-41A3-9ED2-7C4055AE361B}" dt="2026-02-23T15:04:58.752" v="977" actId="164"/>
          <ac:spMkLst>
            <pc:docMk/>
            <pc:sldMk cId="161607488" sldId="329"/>
            <ac:spMk id="47" creationId="{9BD0A065-8D9F-B992-622C-C0673F7E9E39}"/>
          </ac:spMkLst>
        </pc:spChg>
        <pc:spChg chg="add mod">
          <ac:chgData name="Hao He" userId="53f25fbde486d948" providerId="LiveId" clId="{55F9BDEC-8FF4-41A3-9ED2-7C4055AE361B}" dt="2026-02-23T15:04:58.752" v="977" actId="164"/>
          <ac:spMkLst>
            <pc:docMk/>
            <pc:sldMk cId="161607488" sldId="329"/>
            <ac:spMk id="52" creationId="{E7FC9BFC-D006-8F2C-8F14-F11746A850DA}"/>
          </ac:spMkLst>
        </pc:spChg>
        <pc:spChg chg="add mod">
          <ac:chgData name="Hao He" userId="53f25fbde486d948" providerId="LiveId" clId="{55F9BDEC-8FF4-41A3-9ED2-7C4055AE361B}" dt="2026-02-23T15:04:58.752" v="977" actId="164"/>
          <ac:spMkLst>
            <pc:docMk/>
            <pc:sldMk cId="161607488" sldId="329"/>
            <ac:spMk id="69" creationId="{4C595551-E019-4E53-DAF7-1244B836950C}"/>
          </ac:spMkLst>
        </pc:spChg>
        <pc:spChg chg="add mod">
          <ac:chgData name="Hao He" userId="53f25fbde486d948" providerId="LiveId" clId="{55F9BDEC-8FF4-41A3-9ED2-7C4055AE361B}" dt="2026-02-23T15:04:58.752" v="977" actId="164"/>
          <ac:spMkLst>
            <pc:docMk/>
            <pc:sldMk cId="161607488" sldId="329"/>
            <ac:spMk id="70" creationId="{1AA1CECB-4A70-B0F8-8C92-E30EC96D869F}"/>
          </ac:spMkLst>
        </pc:spChg>
        <pc:spChg chg="add mod">
          <ac:chgData name="Hao He" userId="53f25fbde486d948" providerId="LiveId" clId="{55F9BDEC-8FF4-41A3-9ED2-7C4055AE361B}" dt="2026-02-23T15:04:58.752" v="977" actId="164"/>
          <ac:spMkLst>
            <pc:docMk/>
            <pc:sldMk cId="161607488" sldId="329"/>
            <ac:spMk id="82" creationId="{006A5D22-D7EC-A363-14B1-B316EDDECEC9}"/>
          </ac:spMkLst>
        </pc:spChg>
        <pc:spChg chg="add mod">
          <ac:chgData name="Hao He" userId="53f25fbde486d948" providerId="LiveId" clId="{55F9BDEC-8FF4-41A3-9ED2-7C4055AE361B}" dt="2026-02-23T15:04:58.752" v="977" actId="164"/>
          <ac:spMkLst>
            <pc:docMk/>
            <pc:sldMk cId="161607488" sldId="329"/>
            <ac:spMk id="99" creationId="{C099FCEE-7FAA-EB91-B8BD-8F7D4AF16D15}"/>
          </ac:spMkLst>
        </pc:spChg>
        <pc:grpChg chg="add mod">
          <ac:chgData name="Hao He" userId="53f25fbde486d948" providerId="LiveId" clId="{55F9BDEC-8FF4-41A3-9ED2-7C4055AE361B}" dt="2026-02-23T15:05:25.052" v="980" actId="1076"/>
          <ac:grpSpMkLst>
            <pc:docMk/>
            <pc:sldMk cId="161607488" sldId="329"/>
            <ac:grpSpMk id="115" creationId="{01202422-0E38-DD7B-5601-714F93C82A7C}"/>
          </ac:grpSpMkLst>
        </pc:grpChg>
        <pc:cxnChg chg="add mod">
          <ac:chgData name="Hao He" userId="53f25fbde486d948" providerId="LiveId" clId="{55F9BDEC-8FF4-41A3-9ED2-7C4055AE361B}" dt="2026-02-23T15:05:22.954" v="979" actId="1076"/>
          <ac:cxnSpMkLst>
            <pc:docMk/>
            <pc:sldMk cId="161607488" sldId="329"/>
            <ac:cxnSpMk id="45" creationId="{E98BB5E8-B962-D63D-8E13-93C2B639025F}"/>
          </ac:cxnSpMkLst>
        </pc:cxnChg>
        <pc:cxnChg chg="add mod">
          <ac:chgData name="Hao He" userId="53f25fbde486d948" providerId="LiveId" clId="{55F9BDEC-8FF4-41A3-9ED2-7C4055AE361B}" dt="2026-02-23T15:00:22.949" v="469" actId="1035"/>
          <ac:cxnSpMkLst>
            <pc:docMk/>
            <pc:sldMk cId="161607488" sldId="329"/>
            <ac:cxnSpMk id="62" creationId="{2F741173-6583-A6EF-4DE0-107A98E11091}"/>
          </ac:cxnSpMkLst>
        </pc:cxnChg>
        <pc:cxnChg chg="add mod">
          <ac:chgData name="Hao He" userId="53f25fbde486d948" providerId="LiveId" clId="{55F9BDEC-8FF4-41A3-9ED2-7C4055AE361B}" dt="2026-02-23T15:01:27.907" v="538" actId="1035"/>
          <ac:cxnSpMkLst>
            <pc:docMk/>
            <pc:sldMk cId="161607488" sldId="329"/>
            <ac:cxnSpMk id="71" creationId="{66178594-5228-FBB2-EA1D-5C7A671CA513}"/>
          </ac:cxnSpMkLst>
        </pc:cxnChg>
        <pc:cxnChg chg="add mod">
          <ac:chgData name="Hao He" userId="53f25fbde486d948" providerId="LiveId" clId="{55F9BDEC-8FF4-41A3-9ED2-7C4055AE361B}" dt="2026-02-23T15:04:34.257" v="976" actId="1036"/>
          <ac:cxnSpMkLst>
            <pc:docMk/>
            <pc:sldMk cId="161607488" sldId="329"/>
            <ac:cxnSpMk id="74" creationId="{83BB27BE-D3BB-E91B-51FC-8F1214177FB1}"/>
          </ac:cxnSpMkLst>
        </pc:cxnChg>
        <pc:cxnChg chg="add mod">
          <ac:chgData name="Hao He" userId="53f25fbde486d948" providerId="LiveId" clId="{55F9BDEC-8FF4-41A3-9ED2-7C4055AE361B}" dt="2026-02-23T15:02:58.464" v="889" actId="1038"/>
          <ac:cxnSpMkLst>
            <pc:docMk/>
            <pc:sldMk cId="161607488" sldId="329"/>
            <ac:cxnSpMk id="77" creationId="{CE35A3B0-C223-F4B1-C650-78E9026DC692}"/>
          </ac:cxnSpMkLst>
        </pc:cxnChg>
        <pc:cxnChg chg="add mod">
          <ac:chgData name="Hao He" userId="53f25fbde486d948" providerId="LiveId" clId="{55F9BDEC-8FF4-41A3-9ED2-7C4055AE361B}" dt="2026-02-23T15:04:34.257" v="976" actId="1036"/>
          <ac:cxnSpMkLst>
            <pc:docMk/>
            <pc:sldMk cId="161607488" sldId="329"/>
            <ac:cxnSpMk id="84" creationId="{74161E59-D174-25F0-EA6D-BD5B78CB9A1F}"/>
          </ac:cxnSpMkLst>
        </pc:cxnChg>
        <pc:cxnChg chg="add mod">
          <ac:chgData name="Hao He" userId="53f25fbde486d948" providerId="LiveId" clId="{55F9BDEC-8FF4-41A3-9ED2-7C4055AE361B}" dt="2026-02-23T15:05:22.954" v="979" actId="1076"/>
          <ac:cxnSpMkLst>
            <pc:docMk/>
            <pc:sldMk cId="161607488" sldId="329"/>
            <ac:cxnSpMk id="87" creationId="{C5B84DBA-CA9C-0BEB-C0D5-0182D91D44AE}"/>
          </ac:cxnSpMkLst>
        </pc:cxnChg>
        <pc:cxnChg chg="add mod">
          <ac:chgData name="Hao He" userId="53f25fbde486d948" providerId="LiveId" clId="{55F9BDEC-8FF4-41A3-9ED2-7C4055AE361B}" dt="2026-02-23T15:05:22.954" v="979" actId="1076"/>
          <ac:cxnSpMkLst>
            <pc:docMk/>
            <pc:sldMk cId="161607488" sldId="329"/>
            <ac:cxnSpMk id="90" creationId="{50E566DE-A9F5-85E2-054C-242F31BB6237}"/>
          </ac:cxnSpMkLst>
        </pc:cxnChg>
        <pc:cxnChg chg="add mod">
          <ac:chgData name="Hao He" userId="53f25fbde486d948" providerId="LiveId" clId="{55F9BDEC-8FF4-41A3-9ED2-7C4055AE361B}" dt="2026-02-23T15:05:22.954" v="979" actId="1076"/>
          <ac:cxnSpMkLst>
            <pc:docMk/>
            <pc:sldMk cId="161607488" sldId="329"/>
            <ac:cxnSpMk id="100" creationId="{A41E2FE1-2D27-C653-319B-C5EE58505A54}"/>
          </ac:cxnSpMkLst>
        </pc:cxnChg>
        <pc:cxnChg chg="add mod">
          <ac:chgData name="Hao He" userId="53f25fbde486d948" providerId="LiveId" clId="{55F9BDEC-8FF4-41A3-9ED2-7C4055AE361B}" dt="2026-02-23T15:04:17.081" v="920" actId="14100"/>
          <ac:cxnSpMkLst>
            <pc:docMk/>
            <pc:sldMk cId="161607488" sldId="329"/>
            <ac:cxnSpMk id="103" creationId="{24FDA7BB-0443-991C-EC88-5A652A2699DB}"/>
          </ac:cxnSpMkLst>
        </pc:cxnChg>
        <pc:cxnChg chg="add mod">
          <ac:chgData name="Hao He" userId="53f25fbde486d948" providerId="LiveId" clId="{55F9BDEC-8FF4-41A3-9ED2-7C4055AE361B}" dt="2026-02-23T15:04:34.257" v="976" actId="1036"/>
          <ac:cxnSpMkLst>
            <pc:docMk/>
            <pc:sldMk cId="161607488" sldId="329"/>
            <ac:cxnSpMk id="106" creationId="{F2A823B0-EBDB-66AE-1439-C8EC58FB1383}"/>
          </ac:cxnSpMkLst>
        </pc:cxnChg>
        <pc:cxnChg chg="add mod">
          <ac:chgData name="Hao He" userId="53f25fbde486d948" providerId="LiveId" clId="{55F9BDEC-8FF4-41A3-9ED2-7C4055AE361B}" dt="2026-02-23T15:04:34.257" v="976" actId="1036"/>
          <ac:cxnSpMkLst>
            <pc:docMk/>
            <pc:sldMk cId="161607488" sldId="329"/>
            <ac:cxnSpMk id="109" creationId="{6C6A8149-271E-D517-08FA-0F57707F1F6A}"/>
          </ac:cxnSpMkLst>
        </pc:cxnChg>
        <pc:cxnChg chg="add mod">
          <ac:chgData name="Hao He" userId="53f25fbde486d948" providerId="LiveId" clId="{55F9BDEC-8FF4-41A3-9ED2-7C4055AE361B}" dt="2026-02-23T15:04:58.752" v="977" actId="164"/>
          <ac:cxnSpMkLst>
            <pc:docMk/>
            <pc:sldMk cId="161607488" sldId="329"/>
            <ac:cxnSpMk id="112" creationId="{35D28F3B-8EB3-21A8-2734-0E2A350D4101}"/>
          </ac:cxnSpMkLst>
        </pc:cxnChg>
      </pc:sldChg>
      <pc:sldChg chg="addSp delSp modSp new mod ord modShow">
        <pc:chgData name="Hao He" userId="53f25fbde486d948" providerId="LiveId" clId="{55F9BDEC-8FF4-41A3-9ED2-7C4055AE361B}" dt="2026-02-25T15:30:49.848" v="6654" actId="729"/>
        <pc:sldMkLst>
          <pc:docMk/>
          <pc:sldMk cId="2076733485" sldId="330"/>
        </pc:sldMkLst>
        <pc:spChg chg="mod">
          <ac:chgData name="Hao He" userId="53f25fbde486d948" providerId="LiveId" clId="{55F9BDEC-8FF4-41A3-9ED2-7C4055AE361B}" dt="2026-02-23T15:56:01.010" v="4371" actId="20577"/>
          <ac:spMkLst>
            <pc:docMk/>
            <pc:sldMk cId="2076733485" sldId="330"/>
            <ac:spMk id="2" creationId="{E424C527-4767-E344-F01E-5D56989F0F94}"/>
          </ac:spMkLst>
        </pc:spChg>
        <pc:spChg chg="mod">
          <ac:chgData name="Hao He" userId="53f25fbde486d948" providerId="LiveId" clId="{55F9BDEC-8FF4-41A3-9ED2-7C4055AE361B}" dt="2026-02-23T15:20:14.359" v="1802"/>
          <ac:spMkLst>
            <pc:docMk/>
            <pc:sldMk cId="2076733485" sldId="330"/>
            <ac:spMk id="4" creationId="{2DA2FE46-CC70-7323-8D9F-49C0B5EBF776}"/>
          </ac:spMkLst>
        </pc:spChg>
        <pc:spChg chg="add mod">
          <ac:chgData name="Hao He" userId="53f25fbde486d948" providerId="LiveId" clId="{55F9BDEC-8FF4-41A3-9ED2-7C4055AE361B}" dt="2026-02-23T15:16:44.395" v="1629" actId="20577"/>
          <ac:spMkLst>
            <pc:docMk/>
            <pc:sldMk cId="2076733485" sldId="330"/>
            <ac:spMk id="33" creationId="{9F1D7747-0B88-CFD4-3E7A-079AE047E990}"/>
          </ac:spMkLst>
        </pc:spChg>
        <pc:graphicFrameChg chg="add mod modGraphic">
          <ac:chgData name="Hao He" userId="53f25fbde486d948" providerId="LiveId" clId="{55F9BDEC-8FF4-41A3-9ED2-7C4055AE361B}" dt="2026-02-23T15:14:54.059" v="1386" actId="1076"/>
          <ac:graphicFrameMkLst>
            <pc:docMk/>
            <pc:sldMk cId="2076733485" sldId="330"/>
            <ac:graphicFrameMk id="30" creationId="{130BAA03-4752-D963-C663-5849CE5FA435}"/>
          </ac:graphicFrameMkLst>
        </pc:graphicFrameChg>
        <pc:picChg chg="add mod">
          <ac:chgData name="Hao He" userId="53f25fbde486d948" providerId="LiveId" clId="{55F9BDEC-8FF4-41A3-9ED2-7C4055AE361B}" dt="2026-02-23T15:08:17.307" v="988" actId="1076"/>
          <ac:picMkLst>
            <pc:docMk/>
            <pc:sldMk cId="2076733485" sldId="330"/>
            <ac:picMk id="6" creationId="{BAE2C05D-44CB-7FFF-50A0-508974522B09}"/>
          </ac:picMkLst>
        </pc:picChg>
        <pc:picChg chg="add mod">
          <ac:chgData name="Hao He" userId="53f25fbde486d948" providerId="LiveId" clId="{55F9BDEC-8FF4-41A3-9ED2-7C4055AE361B}" dt="2026-02-23T15:14:55.707" v="1388" actId="1076"/>
          <ac:picMkLst>
            <pc:docMk/>
            <pc:sldMk cId="2076733485" sldId="330"/>
            <ac:picMk id="29" creationId="{19A6BC88-2A52-D802-6B01-39C151894BED}"/>
          </ac:picMkLst>
        </pc:picChg>
      </pc:sldChg>
      <pc:sldChg chg="addSp delSp modSp new mod ord">
        <pc:chgData name="Hao He" userId="53f25fbde486d948" providerId="LiveId" clId="{55F9BDEC-8FF4-41A3-9ED2-7C4055AE361B}" dt="2026-02-25T19:18:47.261" v="11142"/>
        <pc:sldMkLst>
          <pc:docMk/>
          <pc:sldMk cId="2381455759" sldId="331"/>
        </pc:sldMkLst>
        <pc:spChg chg="mod">
          <ac:chgData name="Hao He" userId="53f25fbde486d948" providerId="LiveId" clId="{55F9BDEC-8FF4-41A3-9ED2-7C4055AE361B}" dt="2026-02-23T15:12:52.124" v="1218" actId="20577"/>
          <ac:spMkLst>
            <pc:docMk/>
            <pc:sldMk cId="2381455759" sldId="331"/>
            <ac:spMk id="2" creationId="{70BE02AE-57C3-7A79-78D5-212DDF742F32}"/>
          </ac:spMkLst>
        </pc:spChg>
        <pc:spChg chg="mod">
          <ac:chgData name="Hao He" userId="53f25fbde486d948" providerId="LiveId" clId="{55F9BDEC-8FF4-41A3-9ED2-7C4055AE361B}" dt="2026-02-23T16:25:34.980" v="4856" actId="20577"/>
          <ac:spMkLst>
            <pc:docMk/>
            <pc:sldMk cId="2381455759" sldId="331"/>
            <ac:spMk id="3" creationId="{6B96CAE7-9F7E-23F0-D89B-1D834216776E}"/>
          </ac:spMkLst>
        </pc:spChg>
        <pc:spChg chg="mod">
          <ac:chgData name="Hao He" userId="53f25fbde486d948" providerId="LiveId" clId="{55F9BDEC-8FF4-41A3-9ED2-7C4055AE361B}" dt="2026-02-23T15:20:05.176" v="1798"/>
          <ac:spMkLst>
            <pc:docMk/>
            <pc:sldMk cId="2381455759" sldId="331"/>
            <ac:spMk id="4" creationId="{2E1DABA6-522C-D164-FE31-C34CBA0863B0}"/>
          </ac:spMkLst>
        </pc:spChg>
        <pc:spChg chg="add mod">
          <ac:chgData name="Hao He" userId="53f25fbde486d948" providerId="LiveId" clId="{55F9BDEC-8FF4-41A3-9ED2-7C4055AE361B}" dt="2026-02-23T16:25:43.464" v="4870" actId="1035"/>
          <ac:spMkLst>
            <pc:docMk/>
            <pc:sldMk cId="2381455759" sldId="331"/>
            <ac:spMk id="6" creationId="{CE9AC132-9758-1D61-9453-305DD8FC7FE7}"/>
          </ac:spMkLst>
        </pc:spChg>
        <pc:spChg chg="add mod">
          <ac:chgData name="Hao He" userId="53f25fbde486d948" providerId="LiveId" clId="{55F9BDEC-8FF4-41A3-9ED2-7C4055AE361B}" dt="2026-02-23T16:25:43.464" v="4870" actId="1035"/>
          <ac:spMkLst>
            <pc:docMk/>
            <pc:sldMk cId="2381455759" sldId="331"/>
            <ac:spMk id="7" creationId="{954F8CB3-368F-DD50-B942-6CBA6AECBB09}"/>
          </ac:spMkLst>
        </pc:spChg>
        <pc:spChg chg="add mod">
          <ac:chgData name="Hao He" userId="53f25fbde486d948" providerId="LiveId" clId="{55F9BDEC-8FF4-41A3-9ED2-7C4055AE361B}" dt="2026-02-23T16:25:43.464" v="4870" actId="1035"/>
          <ac:spMkLst>
            <pc:docMk/>
            <pc:sldMk cId="2381455759" sldId="331"/>
            <ac:spMk id="19" creationId="{F5784FF3-FF75-681E-7D0A-BA00F399D90F}"/>
          </ac:spMkLst>
        </pc:spChg>
        <pc:spChg chg="add mod">
          <ac:chgData name="Hao He" userId="53f25fbde486d948" providerId="LiveId" clId="{55F9BDEC-8FF4-41A3-9ED2-7C4055AE361B}" dt="2026-02-23T16:25:43.464" v="4870" actId="1035"/>
          <ac:spMkLst>
            <pc:docMk/>
            <pc:sldMk cId="2381455759" sldId="331"/>
            <ac:spMk id="20" creationId="{F7DB56BC-69D7-85BE-E857-B1941FABBB38}"/>
          </ac:spMkLst>
        </pc:spChg>
        <pc:spChg chg="add mod">
          <ac:chgData name="Hao He" userId="53f25fbde486d948" providerId="LiveId" clId="{55F9BDEC-8FF4-41A3-9ED2-7C4055AE361B}" dt="2026-02-23T16:25:43.464" v="4870" actId="1035"/>
          <ac:spMkLst>
            <pc:docMk/>
            <pc:sldMk cId="2381455759" sldId="331"/>
            <ac:spMk id="24" creationId="{7C2BC617-DCA1-8C54-C21F-DC940B0ECD33}"/>
          </ac:spMkLst>
        </pc:spChg>
        <pc:spChg chg="add mod">
          <ac:chgData name="Hao He" userId="53f25fbde486d948" providerId="LiveId" clId="{55F9BDEC-8FF4-41A3-9ED2-7C4055AE361B}" dt="2026-02-23T16:25:52.769" v="4873" actId="20577"/>
          <ac:spMkLst>
            <pc:docMk/>
            <pc:sldMk cId="2381455759" sldId="331"/>
            <ac:spMk id="37" creationId="{527E21C8-8284-9577-5398-55E7EA52CF96}"/>
          </ac:spMkLst>
        </pc:spChg>
        <pc:spChg chg="add mod">
          <ac:chgData name="Hao He" userId="53f25fbde486d948" providerId="LiveId" clId="{55F9BDEC-8FF4-41A3-9ED2-7C4055AE361B}" dt="2026-02-23T16:25:43.464" v="4870" actId="1035"/>
          <ac:spMkLst>
            <pc:docMk/>
            <pc:sldMk cId="2381455759" sldId="331"/>
            <ac:spMk id="38" creationId="{597A438F-CD6C-F3BB-E25D-FB74F68B1FDB}"/>
          </ac:spMkLst>
        </pc:spChg>
        <pc:spChg chg="add mod">
          <ac:chgData name="Hao He" userId="53f25fbde486d948" providerId="LiveId" clId="{55F9BDEC-8FF4-41A3-9ED2-7C4055AE361B}" dt="2026-02-23T16:25:43.464" v="4870" actId="1035"/>
          <ac:spMkLst>
            <pc:docMk/>
            <pc:sldMk cId="2381455759" sldId="331"/>
            <ac:spMk id="39" creationId="{9D7AEBD7-B63A-288A-2CBA-F9CF59774318}"/>
          </ac:spMkLst>
        </pc:spChg>
        <pc:spChg chg="add mod">
          <ac:chgData name="Hao He" userId="53f25fbde486d948" providerId="LiveId" clId="{55F9BDEC-8FF4-41A3-9ED2-7C4055AE361B}" dt="2026-02-23T16:25:43.464" v="4870" actId="1035"/>
          <ac:spMkLst>
            <pc:docMk/>
            <pc:sldMk cId="2381455759" sldId="331"/>
            <ac:spMk id="40" creationId="{81A79DA1-71E3-A4E2-766E-71E62B73D7AB}"/>
          </ac:spMkLst>
        </pc:spChg>
        <pc:spChg chg="add mod">
          <ac:chgData name="Hao He" userId="53f25fbde486d948" providerId="LiveId" clId="{55F9BDEC-8FF4-41A3-9ED2-7C4055AE361B}" dt="2026-02-23T16:25:43.464" v="4870" actId="1035"/>
          <ac:spMkLst>
            <pc:docMk/>
            <pc:sldMk cId="2381455759" sldId="331"/>
            <ac:spMk id="49" creationId="{F8C61B9A-4341-1AD0-14E0-5449F6560FFA}"/>
          </ac:spMkLst>
        </pc:spChg>
        <pc:cxnChg chg="add mod">
          <ac:chgData name="Hao He" userId="53f25fbde486d948" providerId="LiveId" clId="{55F9BDEC-8FF4-41A3-9ED2-7C4055AE361B}" dt="2026-02-23T16:21:40.592" v="4631" actId="1076"/>
          <ac:cxnSpMkLst>
            <pc:docMk/>
            <pc:sldMk cId="2381455759" sldId="331"/>
            <ac:cxnSpMk id="8" creationId="{59FA7300-2FC0-ECE2-D4E7-D25343906DC9}"/>
          </ac:cxnSpMkLst>
        </pc:cxnChg>
        <pc:cxnChg chg="add mod">
          <ac:chgData name="Hao He" userId="53f25fbde486d948" providerId="LiveId" clId="{55F9BDEC-8FF4-41A3-9ED2-7C4055AE361B}" dt="2026-02-23T16:23:17.399" v="4714" actId="1076"/>
          <ac:cxnSpMkLst>
            <pc:docMk/>
            <pc:sldMk cId="2381455759" sldId="331"/>
            <ac:cxnSpMk id="25" creationId="{0EF3D79C-55AA-9957-9A6C-5DB13BC20A0E}"/>
          </ac:cxnSpMkLst>
        </pc:cxnChg>
        <pc:cxnChg chg="add mod">
          <ac:chgData name="Hao He" userId="53f25fbde486d948" providerId="LiveId" clId="{55F9BDEC-8FF4-41A3-9ED2-7C4055AE361B}" dt="2026-02-23T16:23:21.183" v="4715" actId="14100"/>
          <ac:cxnSpMkLst>
            <pc:docMk/>
            <pc:sldMk cId="2381455759" sldId="331"/>
            <ac:cxnSpMk id="30" creationId="{DD83CEAD-819A-9C44-DE66-D8519773ED04}"/>
          </ac:cxnSpMkLst>
        </pc:cxnChg>
        <pc:cxnChg chg="add mod">
          <ac:chgData name="Hao He" userId="53f25fbde486d948" providerId="LiveId" clId="{55F9BDEC-8FF4-41A3-9ED2-7C4055AE361B}" dt="2026-02-23T16:24:24.991" v="4785" actId="14100"/>
          <ac:cxnSpMkLst>
            <pc:docMk/>
            <pc:sldMk cId="2381455759" sldId="331"/>
            <ac:cxnSpMk id="41" creationId="{CC48BA29-19BE-0DF1-0AD5-E638E8221F09}"/>
          </ac:cxnSpMkLst>
        </pc:cxnChg>
        <pc:cxnChg chg="add mod">
          <ac:chgData name="Hao He" userId="53f25fbde486d948" providerId="LiveId" clId="{55F9BDEC-8FF4-41A3-9ED2-7C4055AE361B}" dt="2026-02-23T16:24:29.191" v="4788" actId="14100"/>
          <ac:cxnSpMkLst>
            <pc:docMk/>
            <pc:sldMk cId="2381455759" sldId="331"/>
            <ac:cxnSpMk id="45" creationId="{0FB42227-9037-4071-E05D-2BDD286AB991}"/>
          </ac:cxnSpMkLst>
        </pc:cxnChg>
      </pc:sldChg>
      <pc:sldChg chg="modSp new mod ord">
        <pc:chgData name="Hao He" userId="53f25fbde486d948" providerId="LiveId" clId="{55F9BDEC-8FF4-41A3-9ED2-7C4055AE361B}" dt="2026-02-25T19:18:47.261" v="11142"/>
        <pc:sldMkLst>
          <pc:docMk/>
          <pc:sldMk cId="2909985666" sldId="332"/>
        </pc:sldMkLst>
        <pc:spChg chg="mod">
          <ac:chgData name="Hao He" userId="53f25fbde486d948" providerId="LiveId" clId="{55F9BDEC-8FF4-41A3-9ED2-7C4055AE361B}" dt="2026-02-23T15:16:59.468" v="1660" actId="20577"/>
          <ac:spMkLst>
            <pc:docMk/>
            <pc:sldMk cId="2909985666" sldId="332"/>
            <ac:spMk id="2" creationId="{B0F47983-C86C-423A-13EB-8F07483ED959}"/>
          </ac:spMkLst>
        </pc:spChg>
        <pc:spChg chg="mod">
          <ac:chgData name="Hao He" userId="53f25fbde486d948" providerId="LiveId" clId="{55F9BDEC-8FF4-41A3-9ED2-7C4055AE361B}" dt="2026-02-23T16:40:28.197" v="6139" actId="20577"/>
          <ac:spMkLst>
            <pc:docMk/>
            <pc:sldMk cId="2909985666" sldId="332"/>
            <ac:spMk id="3" creationId="{46DC5E45-FD2F-2DF1-846F-6C47584612B5}"/>
          </ac:spMkLst>
        </pc:spChg>
        <pc:spChg chg="mod">
          <ac:chgData name="Hao He" userId="53f25fbde486d948" providerId="LiveId" clId="{55F9BDEC-8FF4-41A3-9ED2-7C4055AE361B}" dt="2026-02-23T15:20:08.012" v="1799"/>
          <ac:spMkLst>
            <pc:docMk/>
            <pc:sldMk cId="2909985666" sldId="332"/>
            <ac:spMk id="4" creationId="{329F2955-4BBB-4A21-4CB2-1CA405F96DC4}"/>
          </ac:spMkLst>
        </pc:spChg>
      </pc:sldChg>
      <pc:sldChg chg="modSp new mod ord modShow">
        <pc:chgData name="Hao He" userId="53f25fbde486d948" providerId="LiveId" clId="{55F9BDEC-8FF4-41A3-9ED2-7C4055AE361B}" dt="2026-02-25T15:30:49.848" v="6654" actId="729"/>
        <pc:sldMkLst>
          <pc:docMk/>
          <pc:sldMk cId="2822743288" sldId="334"/>
        </pc:sldMkLst>
        <pc:spChg chg="mod">
          <ac:chgData name="Hao He" userId="53f25fbde486d948" providerId="LiveId" clId="{55F9BDEC-8FF4-41A3-9ED2-7C4055AE361B}" dt="2026-02-23T15:17:29.917" v="1709" actId="20577"/>
          <ac:spMkLst>
            <pc:docMk/>
            <pc:sldMk cId="2822743288" sldId="334"/>
            <ac:spMk id="2" creationId="{CB245C36-A100-0425-FFA7-FE45532E6050}"/>
          </ac:spMkLst>
        </pc:spChg>
        <pc:spChg chg="mod">
          <ac:chgData name="Hao He" userId="53f25fbde486d948" providerId="LiveId" clId="{55F9BDEC-8FF4-41A3-9ED2-7C4055AE361B}" dt="2026-02-23T15:56:43.534" v="4407" actId="20577"/>
          <ac:spMkLst>
            <pc:docMk/>
            <pc:sldMk cId="2822743288" sldId="334"/>
            <ac:spMk id="3" creationId="{83A1202C-8113-F258-61D5-45A47D21C61E}"/>
          </ac:spMkLst>
        </pc:spChg>
        <pc:spChg chg="mod">
          <ac:chgData name="Hao He" userId="53f25fbde486d948" providerId="LiveId" clId="{55F9BDEC-8FF4-41A3-9ED2-7C4055AE361B}" dt="2026-02-23T15:20:12.386" v="1801"/>
          <ac:spMkLst>
            <pc:docMk/>
            <pc:sldMk cId="2822743288" sldId="334"/>
            <ac:spMk id="4" creationId="{44583C92-5696-F1FD-0AF3-177ABBA8E76B}"/>
          </ac:spMkLst>
        </pc:spChg>
      </pc:sldChg>
      <pc:sldChg chg="modSp new mod ord modShow">
        <pc:chgData name="Hao He" userId="53f25fbde486d948" providerId="LiveId" clId="{55F9BDEC-8FF4-41A3-9ED2-7C4055AE361B}" dt="2026-02-26T16:14:15.106" v="12858"/>
        <pc:sldMkLst>
          <pc:docMk/>
          <pc:sldMk cId="142757376" sldId="335"/>
        </pc:sldMkLst>
        <pc:spChg chg="mod">
          <ac:chgData name="Hao He" userId="53f25fbde486d948" providerId="LiveId" clId="{55F9BDEC-8FF4-41A3-9ED2-7C4055AE361B}" dt="2026-02-23T15:24:13.223" v="1931" actId="20577"/>
          <ac:spMkLst>
            <pc:docMk/>
            <pc:sldMk cId="142757376" sldId="335"/>
            <ac:spMk id="2" creationId="{A2FD373E-0D00-C7BE-3EFA-265CA499B108}"/>
          </ac:spMkLst>
        </pc:spChg>
        <pc:spChg chg="mod">
          <ac:chgData name="Hao He" userId="53f25fbde486d948" providerId="LiveId" clId="{55F9BDEC-8FF4-41A3-9ED2-7C4055AE361B}" dt="2026-02-23T15:29:39.221" v="2889" actId="20577"/>
          <ac:spMkLst>
            <pc:docMk/>
            <pc:sldMk cId="142757376" sldId="335"/>
            <ac:spMk id="3" creationId="{A7549E7D-510B-4F03-1492-898CC3D7668D}"/>
          </ac:spMkLst>
        </pc:spChg>
      </pc:sldChg>
      <pc:sldChg chg="addSp delSp modSp mod">
        <pc:chgData name="Hao He" userId="53f25fbde486d948" providerId="LiveId" clId="{55F9BDEC-8FF4-41A3-9ED2-7C4055AE361B}" dt="2026-02-25T16:02:19.194" v="7747" actId="1036"/>
        <pc:sldMkLst>
          <pc:docMk/>
          <pc:sldMk cId="231140887" sldId="337"/>
        </pc:sldMkLst>
        <pc:spChg chg="mod">
          <ac:chgData name="Hao He" userId="53f25fbde486d948" providerId="LiveId" clId="{55F9BDEC-8FF4-41A3-9ED2-7C4055AE361B}" dt="2026-02-25T16:02:14.527" v="7727" actId="1076"/>
          <ac:spMkLst>
            <pc:docMk/>
            <pc:sldMk cId="231140887" sldId="337"/>
            <ac:spMk id="2" creationId="{9E279294-A0C0-DAA7-DD17-C04F80E09B9C}"/>
          </ac:spMkLst>
        </pc:spChg>
        <pc:picChg chg="add mod">
          <ac:chgData name="Hao He" userId="53f25fbde486d948" providerId="LiveId" clId="{55F9BDEC-8FF4-41A3-9ED2-7C4055AE361B}" dt="2026-02-25T16:02:19.194" v="7747" actId="1036"/>
          <ac:picMkLst>
            <pc:docMk/>
            <pc:sldMk cId="231140887" sldId="337"/>
            <ac:picMk id="7" creationId="{C26479DB-4B1F-3401-8DD0-D1AB40C4347B}"/>
          </ac:picMkLst>
        </pc:picChg>
        <pc:picChg chg="add mod">
          <ac:chgData name="Hao He" userId="53f25fbde486d948" providerId="LiveId" clId="{55F9BDEC-8FF4-41A3-9ED2-7C4055AE361B}" dt="2026-02-25T16:02:19.194" v="7747" actId="1036"/>
          <ac:picMkLst>
            <pc:docMk/>
            <pc:sldMk cId="231140887" sldId="337"/>
            <ac:picMk id="1026" creationId="{209E0F0B-FBA7-21DB-7C95-C3187BF431E5}"/>
          </ac:picMkLst>
        </pc:picChg>
        <pc:picChg chg="add mod">
          <ac:chgData name="Hao He" userId="53f25fbde486d948" providerId="LiveId" clId="{55F9BDEC-8FF4-41A3-9ED2-7C4055AE361B}" dt="2026-02-25T16:02:19.194" v="7747" actId="1036"/>
          <ac:picMkLst>
            <pc:docMk/>
            <pc:sldMk cId="231140887" sldId="337"/>
            <ac:picMk id="1030" creationId="{FB6955F0-08CE-B536-96D2-5A5EC235D5C9}"/>
          </ac:picMkLst>
        </pc:picChg>
        <pc:picChg chg="add mod">
          <ac:chgData name="Hao He" userId="53f25fbde486d948" providerId="LiveId" clId="{55F9BDEC-8FF4-41A3-9ED2-7C4055AE361B}" dt="2026-02-25T15:58:00.020" v="7656" actId="1076"/>
          <ac:picMkLst>
            <pc:docMk/>
            <pc:sldMk cId="231140887" sldId="337"/>
            <ac:picMk id="1032" creationId="{8450B5AD-8488-993E-CA55-89714B8C063F}"/>
          </ac:picMkLst>
        </pc:picChg>
        <pc:picChg chg="add mod">
          <ac:chgData name="Hao He" userId="53f25fbde486d948" providerId="LiveId" clId="{55F9BDEC-8FF4-41A3-9ED2-7C4055AE361B}" dt="2026-02-25T16:02:19.194" v="7747" actId="1036"/>
          <ac:picMkLst>
            <pc:docMk/>
            <pc:sldMk cId="231140887" sldId="337"/>
            <ac:picMk id="1034" creationId="{160592AD-EFA4-AA4C-1140-AEB5CE18FEAB}"/>
          </ac:picMkLst>
        </pc:picChg>
        <pc:picChg chg="add mod">
          <ac:chgData name="Hao He" userId="53f25fbde486d948" providerId="LiveId" clId="{55F9BDEC-8FF4-41A3-9ED2-7C4055AE361B}" dt="2026-02-25T16:02:19.194" v="7747" actId="1036"/>
          <ac:picMkLst>
            <pc:docMk/>
            <pc:sldMk cId="231140887" sldId="337"/>
            <ac:picMk id="1036" creationId="{59254B25-7B6E-B69B-2F95-0271E57ECC19}"/>
          </ac:picMkLst>
        </pc:picChg>
      </pc:sldChg>
      <pc:sldChg chg="addSp modSp">
        <pc:chgData name="Hao He" userId="53f25fbde486d948" providerId="LiveId" clId="{55F9BDEC-8FF4-41A3-9ED2-7C4055AE361B}" dt="2026-02-25T16:04:21.478" v="7751" actId="1076"/>
        <pc:sldMkLst>
          <pc:docMk/>
          <pc:sldMk cId="995548224" sldId="338"/>
        </pc:sldMkLst>
        <pc:picChg chg="add mod">
          <ac:chgData name="Hao He" userId="53f25fbde486d948" providerId="LiveId" clId="{55F9BDEC-8FF4-41A3-9ED2-7C4055AE361B}" dt="2026-02-25T16:04:21.478" v="7751" actId="1076"/>
          <ac:picMkLst>
            <pc:docMk/>
            <pc:sldMk cId="995548224" sldId="338"/>
            <ac:picMk id="2050" creationId="{725788CF-E08E-FA7C-1929-2ABB7A4097CD}"/>
          </ac:picMkLst>
        </pc:picChg>
      </pc:sldChg>
      <pc:sldChg chg="addSp delSp modSp mod">
        <pc:chgData name="Hao He" userId="53f25fbde486d948" providerId="LiveId" clId="{55F9BDEC-8FF4-41A3-9ED2-7C4055AE361B}" dt="2026-02-25T15:54:03.861" v="7628" actId="14100"/>
        <pc:sldMkLst>
          <pc:docMk/>
          <pc:sldMk cId="2058601401" sldId="339"/>
        </pc:sldMkLst>
        <pc:spChg chg="mod">
          <ac:chgData name="Hao He" userId="53f25fbde486d948" providerId="LiveId" clId="{55F9BDEC-8FF4-41A3-9ED2-7C4055AE361B}" dt="2026-02-25T15:02:00.538" v="6252" actId="20577"/>
          <ac:spMkLst>
            <pc:docMk/>
            <pc:sldMk cId="2058601401" sldId="339"/>
            <ac:spMk id="2" creationId="{66AC8BB8-C13D-14EB-65C6-3F3E3569FEEC}"/>
          </ac:spMkLst>
        </pc:spChg>
        <pc:spChg chg="mod">
          <ac:chgData name="Hao He" userId="53f25fbde486d948" providerId="LiveId" clId="{55F9BDEC-8FF4-41A3-9ED2-7C4055AE361B}" dt="2026-02-25T15:41:22.362" v="7454" actId="21"/>
          <ac:spMkLst>
            <pc:docMk/>
            <pc:sldMk cId="2058601401" sldId="339"/>
            <ac:spMk id="3" creationId="{012B8EC7-BBC7-E0E4-57E5-4B19B0F5EEF1}"/>
          </ac:spMkLst>
        </pc:spChg>
        <pc:spChg chg="add mod">
          <ac:chgData name="Hao He" userId="53f25fbde486d948" providerId="LiveId" clId="{55F9BDEC-8FF4-41A3-9ED2-7C4055AE361B}" dt="2026-02-25T15:54:03.861" v="7628" actId="14100"/>
          <ac:spMkLst>
            <pc:docMk/>
            <pc:sldMk cId="2058601401" sldId="339"/>
            <ac:spMk id="10" creationId="{152C5F91-330C-D45C-3859-F4B28AB963F2}"/>
          </ac:spMkLst>
        </pc:spChg>
        <pc:spChg chg="add mod">
          <ac:chgData name="Hao He" userId="53f25fbde486d948" providerId="LiveId" clId="{55F9BDEC-8FF4-41A3-9ED2-7C4055AE361B}" dt="2026-02-25T15:53:06.131" v="7567" actId="207"/>
          <ac:spMkLst>
            <pc:docMk/>
            <pc:sldMk cId="2058601401" sldId="339"/>
            <ac:spMk id="15" creationId="{17F931F0-001D-33C0-9DCE-846946260065}"/>
          </ac:spMkLst>
        </pc:spChg>
        <pc:picChg chg="add mod">
          <ac:chgData name="Hao He" userId="53f25fbde486d948" providerId="LiveId" clId="{55F9BDEC-8FF4-41A3-9ED2-7C4055AE361B}" dt="2026-02-25T15:52:02.230" v="7541" actId="1076"/>
          <ac:picMkLst>
            <pc:docMk/>
            <pc:sldMk cId="2058601401" sldId="339"/>
            <ac:picMk id="7" creationId="{A868DFFD-86D7-4257-1306-8476CD270DDB}"/>
          </ac:picMkLst>
        </pc:picChg>
        <pc:picChg chg="add mod">
          <ac:chgData name="Hao He" userId="53f25fbde486d948" providerId="LiveId" clId="{55F9BDEC-8FF4-41A3-9ED2-7C4055AE361B}" dt="2026-02-25T15:52:03.578" v="7542" actId="1076"/>
          <ac:picMkLst>
            <pc:docMk/>
            <pc:sldMk cId="2058601401" sldId="339"/>
            <ac:picMk id="12" creationId="{9C454EAB-1126-DF0A-13CB-5271A7F8E8A5}"/>
          </ac:picMkLst>
        </pc:picChg>
      </pc:sldChg>
      <pc:sldChg chg="modSp mod">
        <pc:chgData name="Hao He" userId="53f25fbde486d948" providerId="LiveId" clId="{55F9BDEC-8FF4-41A3-9ED2-7C4055AE361B}" dt="2026-02-25T15:02:07.681" v="6255" actId="20577"/>
        <pc:sldMkLst>
          <pc:docMk/>
          <pc:sldMk cId="27402281" sldId="340"/>
        </pc:sldMkLst>
        <pc:spChg chg="mod">
          <ac:chgData name="Hao He" userId="53f25fbde486d948" providerId="LiveId" clId="{55F9BDEC-8FF4-41A3-9ED2-7C4055AE361B}" dt="2026-02-25T15:02:07.681" v="6255" actId="20577"/>
          <ac:spMkLst>
            <pc:docMk/>
            <pc:sldMk cId="27402281" sldId="340"/>
            <ac:spMk id="2" creationId="{C1412D94-86DA-8AAE-3401-A5DB5425D9C1}"/>
          </ac:spMkLst>
        </pc:spChg>
      </pc:sldChg>
      <pc:sldChg chg="modSp mod">
        <pc:chgData name="Hao He" userId="53f25fbde486d948" providerId="LiveId" clId="{55F9BDEC-8FF4-41A3-9ED2-7C4055AE361B}" dt="2026-02-26T15:13:18.920" v="11774" actId="20577"/>
        <pc:sldMkLst>
          <pc:docMk/>
          <pc:sldMk cId="1633958688" sldId="342"/>
        </pc:sldMkLst>
        <pc:spChg chg="mod">
          <ac:chgData name="Hao He" userId="53f25fbde486d948" providerId="LiveId" clId="{55F9BDEC-8FF4-41A3-9ED2-7C4055AE361B}" dt="2026-02-26T15:13:18.920" v="11774" actId="20577"/>
          <ac:spMkLst>
            <pc:docMk/>
            <pc:sldMk cId="1633958688" sldId="342"/>
            <ac:spMk id="6" creationId="{558C73C7-2131-808B-5B88-F50B3EFFF2D2}"/>
          </ac:spMkLst>
        </pc:spChg>
        <pc:spChg chg="mod">
          <ac:chgData name="Hao He" userId="53f25fbde486d948" providerId="LiveId" clId="{55F9BDEC-8FF4-41A3-9ED2-7C4055AE361B}" dt="2026-02-25T15:03:56.605" v="6272" actId="113"/>
          <ac:spMkLst>
            <pc:docMk/>
            <pc:sldMk cId="1633958688" sldId="342"/>
            <ac:spMk id="7" creationId="{FB227BF8-964B-2FF2-335F-C80992ADFEC9}"/>
          </ac:spMkLst>
        </pc:spChg>
      </pc:sldChg>
      <pc:sldChg chg="addSp delSp modSp new mod">
        <pc:chgData name="Hao He" userId="53f25fbde486d948" providerId="LiveId" clId="{55F9BDEC-8FF4-41A3-9ED2-7C4055AE361B}" dt="2026-02-25T15:06:15.452" v="6305" actId="478"/>
        <pc:sldMkLst>
          <pc:docMk/>
          <pc:sldMk cId="3556017698" sldId="343"/>
        </pc:sldMkLst>
        <pc:spChg chg="mod">
          <ac:chgData name="Hao He" userId="53f25fbde486d948" providerId="LiveId" clId="{55F9BDEC-8FF4-41A3-9ED2-7C4055AE361B}" dt="2026-02-25T15:05:56.635" v="6298" actId="20577"/>
          <ac:spMkLst>
            <pc:docMk/>
            <pc:sldMk cId="3556017698" sldId="343"/>
            <ac:spMk id="2" creationId="{2AC4E988-5704-2319-A374-A511479682BE}"/>
          </ac:spMkLst>
        </pc:spChg>
        <pc:spChg chg="add mod">
          <ac:chgData name="Hao He" userId="53f25fbde486d948" providerId="LiveId" clId="{55F9BDEC-8FF4-41A3-9ED2-7C4055AE361B}" dt="2026-02-25T15:06:13.160" v="6304" actId="1076"/>
          <ac:spMkLst>
            <pc:docMk/>
            <pc:sldMk cId="3556017698" sldId="343"/>
            <ac:spMk id="9" creationId="{60F4339F-7677-7D15-8007-8CE795A04FB3}"/>
          </ac:spMkLst>
        </pc:spChg>
        <pc:picChg chg="add mod">
          <ac:chgData name="Hao He" userId="53f25fbde486d948" providerId="LiveId" clId="{55F9BDEC-8FF4-41A3-9ED2-7C4055AE361B}" dt="2026-02-25T15:06:13.160" v="6304" actId="1076"/>
          <ac:picMkLst>
            <pc:docMk/>
            <pc:sldMk cId="3556017698" sldId="343"/>
            <ac:picMk id="6" creationId="{736D961C-9DCE-880E-1DAE-C142F133FD9E}"/>
          </ac:picMkLst>
        </pc:picChg>
        <pc:picChg chg="add mod modCrop">
          <ac:chgData name="Hao He" userId="53f25fbde486d948" providerId="LiveId" clId="{55F9BDEC-8FF4-41A3-9ED2-7C4055AE361B}" dt="2026-02-25T15:06:12.884" v="6303" actId="1076"/>
          <ac:picMkLst>
            <pc:docMk/>
            <pc:sldMk cId="3556017698" sldId="343"/>
            <ac:picMk id="12" creationId="{71C7B219-AA71-0899-CF50-C2E8A450F8B3}"/>
          </ac:picMkLst>
        </pc:picChg>
      </pc:sldChg>
      <pc:sldChg chg="addSp delSp modSp new mod">
        <pc:chgData name="Hao He" userId="53f25fbde486d948" providerId="LiveId" clId="{55F9BDEC-8FF4-41A3-9ED2-7C4055AE361B}" dt="2026-02-25T15:47:56.920" v="7483" actId="14100"/>
        <pc:sldMkLst>
          <pc:docMk/>
          <pc:sldMk cId="2016713062" sldId="344"/>
        </pc:sldMkLst>
        <pc:spChg chg="mod">
          <ac:chgData name="Hao He" userId="53f25fbde486d948" providerId="LiveId" clId="{55F9BDEC-8FF4-41A3-9ED2-7C4055AE361B}" dt="2026-02-25T15:06:28.888" v="6358" actId="20577"/>
          <ac:spMkLst>
            <pc:docMk/>
            <pc:sldMk cId="2016713062" sldId="344"/>
            <ac:spMk id="2" creationId="{DF5C3A5B-DB3C-CA3E-8C0F-5FBC1BE7D3FA}"/>
          </ac:spMkLst>
        </pc:spChg>
        <pc:picChg chg="add mod">
          <ac:chgData name="Hao He" userId="53f25fbde486d948" providerId="LiveId" clId="{55F9BDEC-8FF4-41A3-9ED2-7C4055AE361B}" dt="2026-02-25T15:47:56.920" v="7483" actId="14100"/>
          <ac:picMkLst>
            <pc:docMk/>
            <pc:sldMk cId="2016713062" sldId="344"/>
            <ac:picMk id="9" creationId="{17DD73F8-8B8A-9081-4F98-52BF873F2E6D}"/>
          </ac:picMkLst>
        </pc:picChg>
        <pc:picChg chg="add mod">
          <ac:chgData name="Hao He" userId="53f25fbde486d948" providerId="LiveId" clId="{55F9BDEC-8FF4-41A3-9ED2-7C4055AE361B}" dt="2026-02-25T15:47:52.072" v="7481" actId="14861"/>
          <ac:picMkLst>
            <pc:docMk/>
            <pc:sldMk cId="2016713062" sldId="344"/>
            <ac:picMk id="10" creationId="{F18FC282-9C0A-EB17-A808-0E6CC2B13B62}"/>
          </ac:picMkLst>
        </pc:picChg>
      </pc:sldChg>
      <pc:sldChg chg="addSp modSp new mod">
        <pc:chgData name="Hao He" userId="53f25fbde486d948" providerId="LiveId" clId="{55F9BDEC-8FF4-41A3-9ED2-7C4055AE361B}" dt="2026-02-25T17:30:24.754" v="9887" actId="113"/>
        <pc:sldMkLst>
          <pc:docMk/>
          <pc:sldMk cId="3623607412" sldId="345"/>
        </pc:sldMkLst>
        <pc:spChg chg="mod">
          <ac:chgData name="Hao He" userId="53f25fbde486d948" providerId="LiveId" clId="{55F9BDEC-8FF4-41A3-9ED2-7C4055AE361B}" dt="2026-02-25T15:41:27.161" v="7456" actId="20577"/>
          <ac:spMkLst>
            <pc:docMk/>
            <pc:sldMk cId="3623607412" sldId="345"/>
            <ac:spMk id="2" creationId="{66F726B4-0965-83C8-B199-1167C40F5687}"/>
          </ac:spMkLst>
        </pc:spChg>
        <pc:spChg chg="mod">
          <ac:chgData name="Hao He" userId="53f25fbde486d948" providerId="LiveId" clId="{55F9BDEC-8FF4-41A3-9ED2-7C4055AE361B}" dt="2026-02-25T16:51:25.563" v="7904" actId="14100"/>
          <ac:spMkLst>
            <pc:docMk/>
            <pc:sldMk cId="3623607412" sldId="345"/>
            <ac:spMk id="3" creationId="{90594C18-D3CA-3635-E0D9-1E1CDAD79F38}"/>
          </ac:spMkLst>
        </pc:spChg>
        <pc:spChg chg="add mod">
          <ac:chgData name="Hao He" userId="53f25fbde486d948" providerId="LiveId" clId="{55F9BDEC-8FF4-41A3-9ED2-7C4055AE361B}" dt="2026-02-25T17:30:24.754" v="9887" actId="113"/>
          <ac:spMkLst>
            <pc:docMk/>
            <pc:sldMk cId="3623607412" sldId="345"/>
            <ac:spMk id="7" creationId="{C46FB279-5FC1-6DE7-2248-ACD1734C05C9}"/>
          </ac:spMkLst>
        </pc:spChg>
        <pc:spChg chg="add mod">
          <ac:chgData name="Hao He" userId="53f25fbde486d948" providerId="LiveId" clId="{55F9BDEC-8FF4-41A3-9ED2-7C4055AE361B}" dt="2026-02-25T17:20:56.294" v="9197" actId="164"/>
          <ac:spMkLst>
            <pc:docMk/>
            <pc:sldMk cId="3623607412" sldId="345"/>
            <ac:spMk id="8" creationId="{A94E51D2-DF1E-40C7-3C9D-4B99FE35D449}"/>
          </ac:spMkLst>
        </pc:spChg>
        <pc:spChg chg="add mod">
          <ac:chgData name="Hao He" userId="53f25fbde486d948" providerId="LiveId" clId="{55F9BDEC-8FF4-41A3-9ED2-7C4055AE361B}" dt="2026-02-25T17:20:56.294" v="9197" actId="164"/>
          <ac:spMkLst>
            <pc:docMk/>
            <pc:sldMk cId="3623607412" sldId="345"/>
            <ac:spMk id="9" creationId="{38C5BA4C-A20C-B30B-ADF0-F484533206A4}"/>
          </ac:spMkLst>
        </pc:spChg>
        <pc:spChg chg="add mod">
          <ac:chgData name="Hao He" userId="53f25fbde486d948" providerId="LiveId" clId="{55F9BDEC-8FF4-41A3-9ED2-7C4055AE361B}" dt="2026-02-25T17:20:56.294" v="9197" actId="164"/>
          <ac:spMkLst>
            <pc:docMk/>
            <pc:sldMk cId="3623607412" sldId="345"/>
            <ac:spMk id="13" creationId="{C12C40C9-F07C-E900-CDAE-21194AD11460}"/>
          </ac:spMkLst>
        </pc:spChg>
        <pc:spChg chg="add mod">
          <ac:chgData name="Hao He" userId="53f25fbde486d948" providerId="LiveId" clId="{55F9BDEC-8FF4-41A3-9ED2-7C4055AE361B}" dt="2026-02-25T17:20:56.294" v="9197" actId="164"/>
          <ac:spMkLst>
            <pc:docMk/>
            <pc:sldMk cId="3623607412" sldId="345"/>
            <ac:spMk id="14" creationId="{3C02B213-4CF9-CCB5-D39F-B78C56876554}"/>
          </ac:spMkLst>
        </pc:spChg>
        <pc:spChg chg="add mod">
          <ac:chgData name="Hao He" userId="53f25fbde486d948" providerId="LiveId" clId="{55F9BDEC-8FF4-41A3-9ED2-7C4055AE361B}" dt="2026-02-25T17:08:58.706" v="8281" actId="20577"/>
          <ac:spMkLst>
            <pc:docMk/>
            <pc:sldMk cId="3623607412" sldId="345"/>
            <ac:spMk id="15" creationId="{A445E3C9-8FF0-2EDD-2340-05ED7E1F8B76}"/>
          </ac:spMkLst>
        </pc:spChg>
        <pc:spChg chg="add mod">
          <ac:chgData name="Hao He" userId="53f25fbde486d948" providerId="LiveId" clId="{55F9BDEC-8FF4-41A3-9ED2-7C4055AE361B}" dt="2026-02-25T17:20:56.294" v="9197" actId="164"/>
          <ac:spMkLst>
            <pc:docMk/>
            <pc:sldMk cId="3623607412" sldId="345"/>
            <ac:spMk id="22" creationId="{7382F52B-51F8-B90A-5332-41D30954D082}"/>
          </ac:spMkLst>
        </pc:spChg>
        <pc:spChg chg="add mod">
          <ac:chgData name="Hao He" userId="53f25fbde486d948" providerId="LiveId" clId="{55F9BDEC-8FF4-41A3-9ED2-7C4055AE361B}" dt="2026-02-25T17:20:56.294" v="9197" actId="164"/>
          <ac:spMkLst>
            <pc:docMk/>
            <pc:sldMk cId="3623607412" sldId="345"/>
            <ac:spMk id="24" creationId="{89FFC25D-D017-40AD-FACD-DFF46FE9D167}"/>
          </ac:spMkLst>
        </pc:spChg>
        <pc:grpChg chg="add mod">
          <ac:chgData name="Hao He" userId="53f25fbde486d948" providerId="LiveId" clId="{55F9BDEC-8FF4-41A3-9ED2-7C4055AE361B}" dt="2026-02-25T17:21:15.828" v="9205" actId="164"/>
          <ac:grpSpMkLst>
            <pc:docMk/>
            <pc:sldMk cId="3623607412" sldId="345"/>
            <ac:grpSpMk id="25" creationId="{C3317386-E1C2-1CD0-A5A3-A62FAC3FE0F3}"/>
          </ac:grpSpMkLst>
        </pc:grpChg>
        <pc:grpChg chg="add mod">
          <ac:chgData name="Hao He" userId="53f25fbde486d948" providerId="LiveId" clId="{55F9BDEC-8FF4-41A3-9ED2-7C4055AE361B}" dt="2026-02-25T17:21:15.828" v="9205" actId="164"/>
          <ac:grpSpMkLst>
            <pc:docMk/>
            <pc:sldMk cId="3623607412" sldId="345"/>
            <ac:grpSpMk id="26" creationId="{6A3B87A8-5E13-C000-4EC9-E4374CC789E8}"/>
          </ac:grpSpMkLst>
        </pc:grpChg>
        <pc:cxnChg chg="add mod">
          <ac:chgData name="Hao He" userId="53f25fbde486d948" providerId="LiveId" clId="{55F9BDEC-8FF4-41A3-9ED2-7C4055AE361B}" dt="2026-02-25T17:20:56.294" v="9197" actId="164"/>
          <ac:cxnSpMkLst>
            <pc:docMk/>
            <pc:sldMk cId="3623607412" sldId="345"/>
            <ac:cxnSpMk id="10" creationId="{BE9B24E5-D6BF-3F5A-CDC1-07C647EEDFEF}"/>
          </ac:cxnSpMkLst>
        </pc:cxnChg>
        <pc:cxnChg chg="add mod">
          <ac:chgData name="Hao He" userId="53f25fbde486d948" providerId="LiveId" clId="{55F9BDEC-8FF4-41A3-9ED2-7C4055AE361B}" dt="2026-02-25T17:21:15.828" v="9205" actId="164"/>
          <ac:cxnSpMkLst>
            <pc:docMk/>
            <pc:sldMk cId="3623607412" sldId="345"/>
            <ac:cxnSpMk id="16" creationId="{FFD4E257-E126-1C1B-0815-884EC173BD3D}"/>
          </ac:cxnSpMkLst>
        </pc:cxnChg>
        <pc:cxnChg chg="add mod">
          <ac:chgData name="Hao He" userId="53f25fbde486d948" providerId="LiveId" clId="{55F9BDEC-8FF4-41A3-9ED2-7C4055AE361B}" dt="2026-02-25T17:21:15.828" v="9205" actId="164"/>
          <ac:cxnSpMkLst>
            <pc:docMk/>
            <pc:sldMk cId="3623607412" sldId="345"/>
            <ac:cxnSpMk id="19" creationId="{97530CD9-5B5D-F061-A1DB-B05C8748E048}"/>
          </ac:cxnSpMkLst>
        </pc:cxnChg>
      </pc:sldChg>
      <pc:sldChg chg="addSp delSp modSp new mod">
        <pc:chgData name="Hao He" userId="53f25fbde486d948" providerId="LiveId" clId="{55F9BDEC-8FF4-41A3-9ED2-7C4055AE361B}" dt="2026-02-25T15:35:03.793" v="7415" actId="478"/>
        <pc:sldMkLst>
          <pc:docMk/>
          <pc:sldMk cId="2864647328" sldId="346"/>
        </pc:sldMkLst>
        <pc:spChg chg="mod">
          <ac:chgData name="Hao He" userId="53f25fbde486d948" providerId="LiveId" clId="{55F9BDEC-8FF4-41A3-9ED2-7C4055AE361B}" dt="2026-02-25T15:30:14.097" v="6635" actId="20577"/>
          <ac:spMkLst>
            <pc:docMk/>
            <pc:sldMk cId="2864647328" sldId="346"/>
            <ac:spMk id="2" creationId="{AB7942D7-D1F1-9FC1-E1C2-D9E968E4DD2C}"/>
          </ac:spMkLst>
        </pc:spChg>
        <pc:picChg chg="add mod">
          <ac:chgData name="Hao He" userId="53f25fbde486d948" providerId="LiveId" clId="{55F9BDEC-8FF4-41A3-9ED2-7C4055AE361B}" dt="2026-02-25T15:35:01.920" v="7414"/>
          <ac:picMkLst>
            <pc:docMk/>
            <pc:sldMk cId="2864647328" sldId="346"/>
            <ac:picMk id="6" creationId="{E075C4CF-D272-66CC-6981-507B65C12A47}"/>
          </ac:picMkLst>
        </pc:picChg>
        <pc:picChg chg="add mod">
          <ac:chgData name="Hao He" userId="53f25fbde486d948" providerId="LiveId" clId="{55F9BDEC-8FF4-41A3-9ED2-7C4055AE361B}" dt="2026-02-25T15:35:01.920" v="7414"/>
          <ac:picMkLst>
            <pc:docMk/>
            <pc:sldMk cId="2864647328" sldId="346"/>
            <ac:picMk id="7" creationId="{20B8AB0C-FCA3-E0E5-12B2-5FC0A52F6FDC}"/>
          </ac:picMkLst>
        </pc:picChg>
        <pc:picChg chg="add mod">
          <ac:chgData name="Hao He" userId="53f25fbde486d948" providerId="LiveId" clId="{55F9BDEC-8FF4-41A3-9ED2-7C4055AE361B}" dt="2026-02-25T15:35:01.920" v="7414"/>
          <ac:picMkLst>
            <pc:docMk/>
            <pc:sldMk cId="2864647328" sldId="346"/>
            <ac:picMk id="8" creationId="{5A8D09FA-C1CB-0426-7A8E-8DF109B49AE9}"/>
          </ac:picMkLst>
        </pc:picChg>
      </pc:sldChg>
      <pc:sldChg chg="addSp modSp new mod">
        <pc:chgData name="Hao He" userId="53f25fbde486d948" providerId="LiveId" clId="{55F9BDEC-8FF4-41A3-9ED2-7C4055AE361B}" dt="2026-02-25T17:41:29.037" v="10990" actId="1076"/>
        <pc:sldMkLst>
          <pc:docMk/>
          <pc:sldMk cId="3431044110" sldId="347"/>
        </pc:sldMkLst>
        <pc:spChg chg="mod">
          <ac:chgData name="Hao He" userId="53f25fbde486d948" providerId="LiveId" clId="{55F9BDEC-8FF4-41A3-9ED2-7C4055AE361B}" dt="2026-02-25T15:41:30.370" v="7457" actId="20577"/>
          <ac:spMkLst>
            <pc:docMk/>
            <pc:sldMk cId="3431044110" sldId="347"/>
            <ac:spMk id="2" creationId="{37C5F3DB-E361-A5C5-1D9A-659424F92F4D}"/>
          </ac:spMkLst>
        </pc:spChg>
        <pc:spChg chg="mod">
          <ac:chgData name="Hao He" userId="53f25fbde486d948" providerId="LiveId" clId="{55F9BDEC-8FF4-41A3-9ED2-7C4055AE361B}" dt="2026-02-25T17:27:06.762" v="9599" actId="20577"/>
          <ac:spMkLst>
            <pc:docMk/>
            <pc:sldMk cId="3431044110" sldId="347"/>
            <ac:spMk id="3" creationId="{53833553-4B05-BEF0-DDA5-399AEB6B9EE1}"/>
          </ac:spMkLst>
        </pc:spChg>
        <pc:spChg chg="add mod">
          <ac:chgData name="Hao He" userId="53f25fbde486d948" providerId="LiveId" clId="{55F9BDEC-8FF4-41A3-9ED2-7C4055AE361B}" dt="2026-02-25T17:27:30.220" v="9609" actId="113"/>
          <ac:spMkLst>
            <pc:docMk/>
            <pc:sldMk cId="3431044110" sldId="347"/>
            <ac:spMk id="6" creationId="{AFA37327-6E9C-AD6D-EE43-D2FA68133E4C}"/>
          </ac:spMkLst>
        </pc:spChg>
        <pc:spChg chg="add mod">
          <ac:chgData name="Hao He" userId="53f25fbde486d948" providerId="LiveId" clId="{55F9BDEC-8FF4-41A3-9ED2-7C4055AE361B}" dt="2026-02-25T17:41:29.037" v="10990" actId="1076"/>
          <ac:spMkLst>
            <pc:docMk/>
            <pc:sldMk cId="3431044110" sldId="347"/>
            <ac:spMk id="7" creationId="{E7EF0F74-FE50-B81C-2AB9-A8301E254707}"/>
          </ac:spMkLst>
        </pc:spChg>
        <pc:spChg chg="mod">
          <ac:chgData name="Hao He" userId="53f25fbde486d948" providerId="LiveId" clId="{55F9BDEC-8FF4-41A3-9ED2-7C4055AE361B}" dt="2026-02-25T17:41:20.120" v="10972" actId="20577"/>
          <ac:spMkLst>
            <pc:docMk/>
            <pc:sldMk cId="3431044110" sldId="347"/>
            <ac:spMk id="9" creationId="{0D1EF3BF-CE91-8DBE-AD3C-96D9D91423D8}"/>
          </ac:spMkLst>
        </pc:spChg>
        <pc:spChg chg="mod">
          <ac:chgData name="Hao He" userId="53f25fbde486d948" providerId="LiveId" clId="{55F9BDEC-8FF4-41A3-9ED2-7C4055AE361B}" dt="2026-02-25T17:41:23.864" v="10989" actId="20577"/>
          <ac:spMkLst>
            <pc:docMk/>
            <pc:sldMk cId="3431044110" sldId="347"/>
            <ac:spMk id="10" creationId="{8912CCA3-099B-C492-ACB4-09D43BF7C600}"/>
          </ac:spMkLst>
        </pc:spChg>
        <pc:spChg chg="mod">
          <ac:chgData name="Hao He" userId="53f25fbde486d948" providerId="LiveId" clId="{55F9BDEC-8FF4-41A3-9ED2-7C4055AE361B}" dt="2026-02-25T17:41:14.283" v="10963" actId="20577"/>
          <ac:spMkLst>
            <pc:docMk/>
            <pc:sldMk cId="3431044110" sldId="347"/>
            <ac:spMk id="12" creationId="{8EBE27F0-F923-F2CC-55C4-DA6A32CA8B29}"/>
          </ac:spMkLst>
        </pc:spChg>
        <pc:grpChg chg="add mod">
          <ac:chgData name="Hao He" userId="53f25fbde486d948" providerId="LiveId" clId="{55F9BDEC-8FF4-41A3-9ED2-7C4055AE361B}" dt="2026-02-25T17:40:56.870" v="10910"/>
          <ac:grpSpMkLst>
            <pc:docMk/>
            <pc:sldMk cId="3431044110" sldId="347"/>
            <ac:grpSpMk id="8" creationId="{680458BD-E086-D909-8786-B66A14E20F1D}"/>
          </ac:grpSpMkLst>
        </pc:grpChg>
        <pc:cxnChg chg="mod">
          <ac:chgData name="Hao He" userId="53f25fbde486d948" providerId="LiveId" clId="{55F9BDEC-8FF4-41A3-9ED2-7C4055AE361B}" dt="2026-02-25T17:40:56.870" v="10910"/>
          <ac:cxnSpMkLst>
            <pc:docMk/>
            <pc:sldMk cId="3431044110" sldId="347"/>
            <ac:cxnSpMk id="11" creationId="{E97E8C93-57CA-0057-1253-679B0A385DD9}"/>
          </ac:cxnSpMkLst>
        </pc:cxnChg>
      </pc:sldChg>
      <pc:sldChg chg="addSp modSp new mod">
        <pc:chgData name="Hao He" userId="53f25fbde486d948" providerId="LiveId" clId="{55F9BDEC-8FF4-41A3-9ED2-7C4055AE361B}" dt="2026-03-09T14:32:46.991" v="14084" actId="20577"/>
        <pc:sldMkLst>
          <pc:docMk/>
          <pc:sldMk cId="664022748" sldId="348"/>
        </pc:sldMkLst>
        <pc:spChg chg="mod">
          <ac:chgData name="Hao He" userId="53f25fbde486d948" providerId="LiveId" clId="{55F9BDEC-8FF4-41A3-9ED2-7C4055AE361B}" dt="2026-02-25T15:41:32.927" v="7458" actId="20577"/>
          <ac:spMkLst>
            <pc:docMk/>
            <pc:sldMk cId="664022748" sldId="348"/>
            <ac:spMk id="2" creationId="{E24C7BDA-E862-61A3-A38F-E9F1BDCEE337}"/>
          </ac:spMkLst>
        </pc:spChg>
        <pc:spChg chg="mod">
          <ac:chgData name="Hao He" userId="53f25fbde486d948" providerId="LiveId" clId="{55F9BDEC-8FF4-41A3-9ED2-7C4055AE361B}" dt="2026-02-25T17:28:55.971" v="9840" actId="20577"/>
          <ac:spMkLst>
            <pc:docMk/>
            <pc:sldMk cId="664022748" sldId="348"/>
            <ac:spMk id="3" creationId="{13C9DF4F-88BC-489A-6847-53A9CBE9661D}"/>
          </ac:spMkLst>
        </pc:spChg>
        <pc:spChg chg="add mod">
          <ac:chgData name="Hao He" userId="53f25fbde486d948" providerId="LiveId" clId="{55F9BDEC-8FF4-41A3-9ED2-7C4055AE361B}" dt="2026-02-25T17:30:45.930" v="9889" actId="20577"/>
          <ac:spMkLst>
            <pc:docMk/>
            <pc:sldMk cId="664022748" sldId="348"/>
            <ac:spMk id="6" creationId="{2745DED5-63F3-E87C-4F79-CB97434636B3}"/>
          </ac:spMkLst>
        </pc:spChg>
        <pc:spChg chg="mod">
          <ac:chgData name="Hao He" userId="53f25fbde486d948" providerId="LiveId" clId="{55F9BDEC-8FF4-41A3-9ED2-7C4055AE361B}" dt="2026-02-25T17:31:27.615" v="9901" actId="20577"/>
          <ac:spMkLst>
            <pc:docMk/>
            <pc:sldMk cId="664022748" sldId="348"/>
            <ac:spMk id="8" creationId="{46223A28-5122-62AE-3AE9-4F4395554278}"/>
          </ac:spMkLst>
        </pc:spChg>
        <pc:spChg chg="mod">
          <ac:chgData name="Hao He" userId="53f25fbde486d948" providerId="LiveId" clId="{55F9BDEC-8FF4-41A3-9ED2-7C4055AE361B}" dt="2026-02-25T17:31:37.302" v="9931" actId="20577"/>
          <ac:spMkLst>
            <pc:docMk/>
            <pc:sldMk cId="664022748" sldId="348"/>
            <ac:spMk id="9" creationId="{1943A1EB-6F5C-470E-1AF9-4F5D2EDD7DC6}"/>
          </ac:spMkLst>
        </pc:spChg>
        <pc:spChg chg="mod">
          <ac:chgData name="Hao He" userId="53f25fbde486d948" providerId="LiveId" clId="{55F9BDEC-8FF4-41A3-9ED2-7C4055AE361B}" dt="2026-02-25T17:31:30.748" v="9910" actId="20577"/>
          <ac:spMkLst>
            <pc:docMk/>
            <pc:sldMk cId="664022748" sldId="348"/>
            <ac:spMk id="11" creationId="{7870D22E-25E5-B9B0-61DB-38EA1268EB8A}"/>
          </ac:spMkLst>
        </pc:spChg>
        <pc:spChg chg="add mod">
          <ac:chgData name="Hao He" userId="53f25fbde486d948" providerId="LiveId" clId="{55F9BDEC-8FF4-41A3-9ED2-7C4055AE361B}" dt="2026-02-25T17:34:29.339" v="9984" actId="20577"/>
          <ac:spMkLst>
            <pc:docMk/>
            <pc:sldMk cId="664022748" sldId="348"/>
            <ac:spMk id="12" creationId="{4C74220F-CAB7-1D46-68D0-B0C9F8CDCD49}"/>
          </ac:spMkLst>
        </pc:spChg>
        <pc:spChg chg="mod">
          <ac:chgData name="Hao He" userId="53f25fbde486d948" providerId="LiveId" clId="{55F9BDEC-8FF4-41A3-9ED2-7C4055AE361B}" dt="2026-02-25T17:31:44.143" v="9933"/>
          <ac:spMkLst>
            <pc:docMk/>
            <pc:sldMk cId="664022748" sldId="348"/>
            <ac:spMk id="14" creationId="{95513809-050B-FBA1-10A7-4CCD7C0F8133}"/>
          </ac:spMkLst>
        </pc:spChg>
        <pc:spChg chg="mod">
          <ac:chgData name="Hao He" userId="53f25fbde486d948" providerId="LiveId" clId="{55F9BDEC-8FF4-41A3-9ED2-7C4055AE361B}" dt="2026-02-25T17:31:51.824" v="9951" actId="20577"/>
          <ac:spMkLst>
            <pc:docMk/>
            <pc:sldMk cId="664022748" sldId="348"/>
            <ac:spMk id="15" creationId="{F32C2C40-75B2-5291-5CAA-2EA6E7387922}"/>
          </ac:spMkLst>
        </pc:spChg>
        <pc:spChg chg="mod">
          <ac:chgData name="Hao He" userId="53f25fbde486d948" providerId="LiveId" clId="{55F9BDEC-8FF4-41A3-9ED2-7C4055AE361B}" dt="2026-03-09T14:32:46.991" v="14084" actId="20577"/>
          <ac:spMkLst>
            <pc:docMk/>
            <pc:sldMk cId="664022748" sldId="348"/>
            <ac:spMk id="17" creationId="{4C88C751-6F62-FB0D-6C01-4B14713B7B02}"/>
          </ac:spMkLst>
        </pc:spChg>
        <pc:grpChg chg="add mod">
          <ac:chgData name="Hao He" userId="53f25fbde486d948" providerId="LiveId" clId="{55F9BDEC-8FF4-41A3-9ED2-7C4055AE361B}" dt="2026-02-25T17:32:16.709" v="9953" actId="164"/>
          <ac:grpSpMkLst>
            <pc:docMk/>
            <pc:sldMk cId="664022748" sldId="348"/>
            <ac:grpSpMk id="7" creationId="{3C0397CC-583E-DC86-8A98-28B1C15C86ED}"/>
          </ac:grpSpMkLst>
        </pc:grpChg>
        <pc:grpChg chg="add mod">
          <ac:chgData name="Hao He" userId="53f25fbde486d948" providerId="LiveId" clId="{55F9BDEC-8FF4-41A3-9ED2-7C4055AE361B}" dt="2026-02-25T17:32:16.709" v="9953" actId="164"/>
          <ac:grpSpMkLst>
            <pc:docMk/>
            <pc:sldMk cId="664022748" sldId="348"/>
            <ac:grpSpMk id="13" creationId="{D05649E5-8D0E-E2DE-9D20-89C26908E478}"/>
          </ac:grpSpMkLst>
        </pc:grpChg>
        <pc:grpChg chg="add mod">
          <ac:chgData name="Hao He" userId="53f25fbde486d948" providerId="LiveId" clId="{55F9BDEC-8FF4-41A3-9ED2-7C4055AE361B}" dt="2026-02-25T17:32:16.709" v="9953" actId="164"/>
          <ac:grpSpMkLst>
            <pc:docMk/>
            <pc:sldMk cId="664022748" sldId="348"/>
            <ac:grpSpMk id="18" creationId="{40F06DCE-0EE7-5B3E-7122-4FBAB57C573F}"/>
          </ac:grpSpMkLst>
        </pc:grpChg>
        <pc:cxnChg chg="mod">
          <ac:chgData name="Hao He" userId="53f25fbde486d948" providerId="LiveId" clId="{55F9BDEC-8FF4-41A3-9ED2-7C4055AE361B}" dt="2026-02-25T17:31:21.760" v="9891"/>
          <ac:cxnSpMkLst>
            <pc:docMk/>
            <pc:sldMk cId="664022748" sldId="348"/>
            <ac:cxnSpMk id="10" creationId="{A8221961-9A50-271D-2B10-08E6A7274FD1}"/>
          </ac:cxnSpMkLst>
        </pc:cxnChg>
        <pc:cxnChg chg="mod">
          <ac:chgData name="Hao He" userId="53f25fbde486d948" providerId="LiveId" clId="{55F9BDEC-8FF4-41A3-9ED2-7C4055AE361B}" dt="2026-02-25T17:31:44.143" v="9933"/>
          <ac:cxnSpMkLst>
            <pc:docMk/>
            <pc:sldMk cId="664022748" sldId="348"/>
            <ac:cxnSpMk id="16" creationId="{BCF42AF8-BF07-AB62-D17B-B66BD017477F}"/>
          </ac:cxnSpMkLst>
        </pc:cxnChg>
      </pc:sldChg>
      <pc:sldChg chg="addSp modSp new mod">
        <pc:chgData name="Hao He" userId="53f25fbde486d948" providerId="LiveId" clId="{55F9BDEC-8FF4-41A3-9ED2-7C4055AE361B}" dt="2026-02-25T15:48:53.122" v="7494" actId="14100"/>
        <pc:sldMkLst>
          <pc:docMk/>
          <pc:sldMk cId="2188113165" sldId="349"/>
        </pc:sldMkLst>
        <pc:spChg chg="mod">
          <ac:chgData name="Hao He" userId="53f25fbde486d948" providerId="LiveId" clId="{55F9BDEC-8FF4-41A3-9ED2-7C4055AE361B}" dt="2026-02-25T15:31:02.831" v="6662" actId="20577"/>
          <ac:spMkLst>
            <pc:docMk/>
            <pc:sldMk cId="2188113165" sldId="349"/>
            <ac:spMk id="2" creationId="{C601D801-37FD-3519-9E71-0BAC0296CCB0}"/>
          </ac:spMkLst>
        </pc:spChg>
        <pc:spChg chg="mod">
          <ac:chgData name="Hao He" userId="53f25fbde486d948" providerId="LiveId" clId="{55F9BDEC-8FF4-41A3-9ED2-7C4055AE361B}" dt="2026-02-25T15:34:11.930" v="7411" actId="20577"/>
          <ac:spMkLst>
            <pc:docMk/>
            <pc:sldMk cId="2188113165" sldId="349"/>
            <ac:spMk id="3" creationId="{E910A39F-3376-FB45-E560-267DDF19F4E7}"/>
          </ac:spMkLst>
        </pc:spChg>
        <pc:spChg chg="add mod">
          <ac:chgData name="Hao He" userId="53f25fbde486d948" providerId="LiveId" clId="{55F9BDEC-8FF4-41A3-9ED2-7C4055AE361B}" dt="2026-02-25T15:48:53.122" v="7494" actId="14100"/>
          <ac:spMkLst>
            <pc:docMk/>
            <pc:sldMk cId="2188113165" sldId="349"/>
            <ac:spMk id="6" creationId="{497FDB70-2DF7-EBD4-5D42-310D502FD0FB}"/>
          </ac:spMkLst>
        </pc:spChg>
      </pc:sldChg>
      <pc:sldChg chg="addSp delSp modSp add mod ord">
        <pc:chgData name="Hao He" userId="53f25fbde486d948" providerId="LiveId" clId="{55F9BDEC-8FF4-41A3-9ED2-7C4055AE361B}" dt="2026-02-25T17:30:26.987" v="9888"/>
        <pc:sldMkLst>
          <pc:docMk/>
          <pc:sldMk cId="112783990" sldId="350"/>
        </pc:sldMkLst>
        <pc:spChg chg="add mod">
          <ac:chgData name="Hao He" userId="53f25fbde486d948" providerId="LiveId" clId="{55F9BDEC-8FF4-41A3-9ED2-7C4055AE361B}" dt="2026-02-25T17:22:40.694" v="9227" actId="164"/>
          <ac:spMkLst>
            <pc:docMk/>
            <pc:sldMk cId="112783990" sldId="350"/>
            <ac:spMk id="6" creationId="{F8FF5D00-10D6-8D15-BF47-87497CC988AB}"/>
          </ac:spMkLst>
        </pc:spChg>
        <pc:spChg chg="mod">
          <ac:chgData name="Hao He" userId="53f25fbde486d948" providerId="LiveId" clId="{55F9BDEC-8FF4-41A3-9ED2-7C4055AE361B}" dt="2026-02-25T17:30:26.987" v="9888"/>
          <ac:spMkLst>
            <pc:docMk/>
            <pc:sldMk cId="112783990" sldId="350"/>
            <ac:spMk id="7" creationId="{9CD66FAA-2037-5DB3-0359-2CCB2FDF2E08}"/>
          </ac:spMkLst>
        </pc:spChg>
        <pc:spChg chg="mod">
          <ac:chgData name="Hao He" userId="53f25fbde486d948" providerId="LiveId" clId="{55F9BDEC-8FF4-41A3-9ED2-7C4055AE361B}" dt="2026-02-25T17:22:40.694" v="9227" actId="164"/>
          <ac:spMkLst>
            <pc:docMk/>
            <pc:sldMk cId="112783990" sldId="350"/>
            <ac:spMk id="8" creationId="{9653FF0E-7EB6-CE8D-5AB2-3CC8C7F97284}"/>
          </ac:spMkLst>
        </pc:spChg>
        <pc:spChg chg="mod">
          <ac:chgData name="Hao He" userId="53f25fbde486d948" providerId="LiveId" clId="{55F9BDEC-8FF4-41A3-9ED2-7C4055AE361B}" dt="2026-02-25T17:22:40.694" v="9227" actId="164"/>
          <ac:spMkLst>
            <pc:docMk/>
            <pc:sldMk cId="112783990" sldId="350"/>
            <ac:spMk id="9" creationId="{4D5F6C19-28AA-C41D-4BFD-9394A05A823B}"/>
          </ac:spMkLst>
        </pc:spChg>
        <pc:spChg chg="add mod">
          <ac:chgData name="Hao He" userId="53f25fbde486d948" providerId="LiveId" clId="{55F9BDEC-8FF4-41A3-9ED2-7C4055AE361B}" dt="2026-02-25T17:08:34.094" v="8242" actId="20577"/>
          <ac:spMkLst>
            <pc:docMk/>
            <pc:sldMk cId="112783990" sldId="350"/>
            <ac:spMk id="12" creationId="{D3D97AF0-1A4F-F531-9E12-83B818888933}"/>
          </ac:spMkLst>
        </pc:spChg>
        <pc:spChg chg="add mod">
          <ac:chgData name="Hao He" userId="53f25fbde486d948" providerId="LiveId" clId="{55F9BDEC-8FF4-41A3-9ED2-7C4055AE361B}" dt="2026-02-25T17:08:49.919" v="8277" actId="1076"/>
          <ac:spMkLst>
            <pc:docMk/>
            <pc:sldMk cId="112783990" sldId="350"/>
            <ac:spMk id="15" creationId="{8D29EDDC-A5DD-AB6D-4AF3-B9D6BFFFFDDA}"/>
          </ac:spMkLst>
        </pc:spChg>
        <pc:grpChg chg="add mod">
          <ac:chgData name="Hao He" userId="53f25fbde486d948" providerId="LiveId" clId="{55F9BDEC-8FF4-41A3-9ED2-7C4055AE361B}" dt="2026-02-25T17:22:40.694" v="9227" actId="164"/>
          <ac:grpSpMkLst>
            <pc:docMk/>
            <pc:sldMk cId="112783990" sldId="350"/>
            <ac:grpSpMk id="17" creationId="{C511E969-D8C9-813F-1590-0F7E933823F0}"/>
          </ac:grpSpMkLst>
        </pc:grpChg>
        <pc:cxnChg chg="mod">
          <ac:chgData name="Hao He" userId="53f25fbde486d948" providerId="LiveId" clId="{55F9BDEC-8FF4-41A3-9ED2-7C4055AE361B}" dt="2026-02-25T17:22:40.694" v="9227" actId="164"/>
          <ac:cxnSpMkLst>
            <pc:docMk/>
            <pc:sldMk cId="112783990" sldId="350"/>
            <ac:cxnSpMk id="10" creationId="{5BF26AF5-B374-4354-B9E4-AD76FF0424EF}"/>
          </ac:cxnSpMkLst>
        </pc:cxnChg>
      </pc:sldChg>
      <pc:sldChg chg="modSp new mod">
        <pc:chgData name="Hao He" userId="53f25fbde486d948" providerId="LiveId" clId="{55F9BDEC-8FF4-41A3-9ED2-7C4055AE361B}" dt="2026-02-25T17:43:13.683" v="11031" actId="20577"/>
        <pc:sldMkLst>
          <pc:docMk/>
          <pc:sldMk cId="2661689704" sldId="351"/>
        </pc:sldMkLst>
        <pc:spChg chg="mod">
          <ac:chgData name="Hao He" userId="53f25fbde486d948" providerId="LiveId" clId="{55F9BDEC-8FF4-41A3-9ED2-7C4055AE361B}" dt="2026-02-25T17:09:50.408" v="8305"/>
          <ac:spMkLst>
            <pc:docMk/>
            <pc:sldMk cId="2661689704" sldId="351"/>
            <ac:spMk id="2" creationId="{E47BE146-A981-4829-2B9A-4A435682430D}"/>
          </ac:spMkLst>
        </pc:spChg>
        <pc:spChg chg="mod">
          <ac:chgData name="Hao He" userId="53f25fbde486d948" providerId="LiveId" clId="{55F9BDEC-8FF4-41A3-9ED2-7C4055AE361B}" dt="2026-02-25T17:43:13.683" v="11031" actId="20577"/>
          <ac:spMkLst>
            <pc:docMk/>
            <pc:sldMk cId="2661689704" sldId="351"/>
            <ac:spMk id="3" creationId="{1D122AB8-1A21-F7C3-D512-936140698C03}"/>
          </ac:spMkLst>
        </pc:spChg>
      </pc:sldChg>
      <pc:sldChg chg="addSp delSp modSp new mod ord">
        <pc:chgData name="Hao He" userId="53f25fbde486d948" providerId="LiveId" clId="{55F9BDEC-8FF4-41A3-9ED2-7C4055AE361B}" dt="2026-03-09T14:17:31.449" v="14053" actId="478"/>
        <pc:sldMkLst>
          <pc:docMk/>
          <pc:sldMk cId="3974277347" sldId="352"/>
        </pc:sldMkLst>
        <pc:spChg chg="add del mod">
          <ac:chgData name="Hao He" userId="53f25fbde486d948" providerId="LiveId" clId="{55F9BDEC-8FF4-41A3-9ED2-7C4055AE361B}" dt="2026-03-09T14:17:27.954" v="14051" actId="478"/>
          <ac:spMkLst>
            <pc:docMk/>
            <pc:sldMk cId="3974277347" sldId="352"/>
            <ac:spMk id="9" creationId="{EFE3B5D0-859B-FB1D-9585-64CBD7EDA1F8}"/>
          </ac:spMkLst>
        </pc:spChg>
        <pc:spChg chg="add del mod">
          <ac:chgData name="Hao He" userId="53f25fbde486d948" providerId="LiveId" clId="{55F9BDEC-8FF4-41A3-9ED2-7C4055AE361B}" dt="2026-03-09T14:17:31.449" v="14053" actId="478"/>
          <ac:spMkLst>
            <pc:docMk/>
            <pc:sldMk cId="3974277347" sldId="352"/>
            <ac:spMk id="10" creationId="{1039CC41-84F9-8E8C-90E5-75398FA3F329}"/>
          </ac:spMkLst>
        </pc:spChg>
        <pc:spChg chg="add del mod">
          <ac:chgData name="Hao He" userId="53f25fbde486d948" providerId="LiveId" clId="{55F9BDEC-8FF4-41A3-9ED2-7C4055AE361B}" dt="2026-03-09T14:17:29.856" v="14052" actId="478"/>
          <ac:spMkLst>
            <pc:docMk/>
            <pc:sldMk cId="3974277347" sldId="352"/>
            <ac:spMk id="11" creationId="{7D4B7665-B1A0-276C-0D7A-E757AAE7E0CE}"/>
          </ac:spMkLst>
        </pc:spChg>
        <pc:spChg chg="add mod">
          <ac:chgData name="Hao He" userId="53f25fbde486d948" providerId="LiveId" clId="{55F9BDEC-8FF4-41A3-9ED2-7C4055AE361B}" dt="2026-02-25T17:15:02.558" v="8846"/>
          <ac:spMkLst>
            <pc:docMk/>
            <pc:sldMk cId="3974277347" sldId="352"/>
            <ac:spMk id="13" creationId="{36D8ED2E-B571-0714-57BF-0DEFF918B023}"/>
          </ac:spMkLst>
        </pc:spChg>
        <pc:picChg chg="add mod">
          <ac:chgData name="Hao He" userId="53f25fbde486d948" providerId="LiveId" clId="{55F9BDEC-8FF4-41A3-9ED2-7C4055AE361B}" dt="2026-02-25T17:14:57.812" v="8843"/>
          <ac:picMkLst>
            <pc:docMk/>
            <pc:sldMk cId="3974277347" sldId="352"/>
            <ac:picMk id="6" creationId="{E068E78B-CE35-701D-5598-39397FDBB328}"/>
          </ac:picMkLst>
        </pc:picChg>
        <pc:picChg chg="add mod">
          <ac:chgData name="Hao He" userId="53f25fbde486d948" providerId="LiveId" clId="{55F9BDEC-8FF4-41A3-9ED2-7C4055AE361B}" dt="2026-02-25T17:14:57.812" v="8843"/>
          <ac:picMkLst>
            <pc:docMk/>
            <pc:sldMk cId="3974277347" sldId="352"/>
            <ac:picMk id="7" creationId="{0E0475F9-180A-B256-4600-C8C13FD8DEDC}"/>
          </ac:picMkLst>
        </pc:picChg>
        <pc:picChg chg="add mod">
          <ac:chgData name="Hao He" userId="53f25fbde486d948" providerId="LiveId" clId="{55F9BDEC-8FF4-41A3-9ED2-7C4055AE361B}" dt="2026-02-25T17:14:57.812" v="8843"/>
          <ac:picMkLst>
            <pc:docMk/>
            <pc:sldMk cId="3974277347" sldId="352"/>
            <ac:picMk id="8" creationId="{D771A1FA-3039-81BB-BD0E-BC2232D6291C}"/>
          </ac:picMkLst>
        </pc:picChg>
      </pc:sldChg>
      <pc:sldChg chg="addSp delSp modSp new mod">
        <pc:chgData name="Hao He" userId="53f25fbde486d948" providerId="LiveId" clId="{55F9BDEC-8FF4-41A3-9ED2-7C4055AE361B}" dt="2026-02-25T17:25:27.925" v="9342" actId="14100"/>
        <pc:sldMkLst>
          <pc:docMk/>
          <pc:sldMk cId="1027683757" sldId="353"/>
        </pc:sldMkLst>
        <pc:spChg chg="mod">
          <ac:chgData name="Hao He" userId="53f25fbde486d948" providerId="LiveId" clId="{55F9BDEC-8FF4-41A3-9ED2-7C4055AE361B}" dt="2026-02-25T17:19:58.933" v="9188"/>
          <ac:spMkLst>
            <pc:docMk/>
            <pc:sldMk cId="1027683757" sldId="353"/>
            <ac:spMk id="2" creationId="{42406191-CAC6-161B-E62D-498F0D20C0C5}"/>
          </ac:spMkLst>
        </pc:spChg>
        <pc:spChg chg="add mod">
          <ac:chgData name="Hao He" userId="53f25fbde486d948" providerId="LiveId" clId="{55F9BDEC-8FF4-41A3-9ED2-7C4055AE361B}" dt="2026-02-25T17:25:08.364" v="9337" actId="403"/>
          <ac:spMkLst>
            <pc:docMk/>
            <pc:sldMk cId="1027683757" sldId="353"/>
            <ac:spMk id="21" creationId="{BFD2B289-5776-55F0-4446-B2B90A634A6C}"/>
          </ac:spMkLst>
        </pc:spChg>
        <pc:spChg chg="add mod">
          <ac:chgData name="Hao He" userId="53f25fbde486d948" providerId="LiveId" clId="{55F9BDEC-8FF4-41A3-9ED2-7C4055AE361B}" dt="2026-02-25T17:25:10.570" v="9338" actId="403"/>
          <ac:spMkLst>
            <pc:docMk/>
            <pc:sldMk cId="1027683757" sldId="353"/>
            <ac:spMk id="22" creationId="{2F7AD6CC-3EC5-0ECE-60F5-986E2652571A}"/>
          </ac:spMkLst>
        </pc:spChg>
        <pc:picChg chg="add mod modCrop">
          <ac:chgData name="Hao He" userId="53f25fbde486d948" providerId="LiveId" clId="{55F9BDEC-8FF4-41A3-9ED2-7C4055AE361B}" dt="2026-02-25T17:22:26.245" v="9225" actId="1076"/>
          <ac:picMkLst>
            <pc:docMk/>
            <pc:sldMk cId="1027683757" sldId="353"/>
            <ac:picMk id="7" creationId="{28923FD8-414C-6552-E185-4EDFEFD0EC74}"/>
          </ac:picMkLst>
        </pc:picChg>
        <pc:picChg chg="add mod">
          <ac:chgData name="Hao He" userId="53f25fbde486d948" providerId="LiveId" clId="{55F9BDEC-8FF4-41A3-9ED2-7C4055AE361B}" dt="2026-02-25T17:22:51.044" v="9231" actId="1076"/>
          <ac:picMkLst>
            <pc:docMk/>
            <pc:sldMk cId="1027683757" sldId="353"/>
            <ac:picMk id="18" creationId="{29832A1F-DBB8-1D98-9819-BE4D95B6618B}"/>
          </ac:picMkLst>
        </pc:picChg>
        <pc:picChg chg="add mod">
          <ac:chgData name="Hao He" userId="53f25fbde486d948" providerId="LiveId" clId="{55F9BDEC-8FF4-41A3-9ED2-7C4055AE361B}" dt="2026-02-25T17:22:47.509" v="9230" actId="1076"/>
          <ac:picMkLst>
            <pc:docMk/>
            <pc:sldMk cId="1027683757" sldId="353"/>
            <ac:picMk id="19" creationId="{964CDFB9-FC0D-D167-B354-740AE9E09B6E}"/>
          </ac:picMkLst>
        </pc:picChg>
        <pc:picChg chg="add mod">
          <ac:chgData name="Hao He" userId="53f25fbde486d948" providerId="LiveId" clId="{55F9BDEC-8FF4-41A3-9ED2-7C4055AE361B}" dt="2026-02-25T17:25:27.925" v="9342" actId="14100"/>
          <ac:picMkLst>
            <pc:docMk/>
            <pc:sldMk cId="1027683757" sldId="353"/>
            <ac:picMk id="24" creationId="{3D208646-FDF6-9CBE-3E18-68575F620B42}"/>
          </ac:picMkLst>
        </pc:picChg>
      </pc:sldChg>
      <pc:sldChg chg="addSp delSp modSp new mod">
        <pc:chgData name="Hao He" userId="53f25fbde486d948" providerId="LiveId" clId="{55F9BDEC-8FF4-41A3-9ED2-7C4055AE361B}" dt="2026-03-09T14:32:54.420" v="14095" actId="20577"/>
        <pc:sldMkLst>
          <pc:docMk/>
          <pc:sldMk cId="3243227567" sldId="354"/>
        </pc:sldMkLst>
        <pc:spChg chg="mod">
          <ac:chgData name="Hao He" userId="53f25fbde486d948" providerId="LiveId" clId="{55F9BDEC-8FF4-41A3-9ED2-7C4055AE361B}" dt="2026-02-25T17:32:02.392" v="9952"/>
          <ac:spMkLst>
            <pc:docMk/>
            <pc:sldMk cId="3243227567" sldId="354"/>
            <ac:spMk id="2" creationId="{304925FE-B866-2C64-A3F8-5336E59D1257}"/>
          </ac:spMkLst>
        </pc:spChg>
        <pc:spChg chg="mod">
          <ac:chgData name="Hao He" userId="53f25fbde486d948" providerId="LiveId" clId="{55F9BDEC-8FF4-41A3-9ED2-7C4055AE361B}" dt="2026-03-09T14:32:15.430" v="14064"/>
          <ac:spMkLst>
            <pc:docMk/>
            <pc:sldMk cId="3243227567" sldId="354"/>
            <ac:spMk id="8" creationId="{F2E436C3-8511-08A3-0E8A-4431B22F7848}"/>
          </ac:spMkLst>
        </pc:spChg>
        <pc:spChg chg="mod">
          <ac:chgData name="Hao He" userId="53f25fbde486d948" providerId="LiveId" clId="{55F9BDEC-8FF4-41A3-9ED2-7C4055AE361B}" dt="2026-03-09T14:32:15.430" v="14064"/>
          <ac:spMkLst>
            <pc:docMk/>
            <pc:sldMk cId="3243227567" sldId="354"/>
            <ac:spMk id="9" creationId="{28AD4979-26B0-4C84-7769-B93217F7139C}"/>
          </ac:spMkLst>
        </pc:spChg>
        <pc:spChg chg="mod">
          <ac:chgData name="Hao He" userId="53f25fbde486d948" providerId="LiveId" clId="{55F9BDEC-8FF4-41A3-9ED2-7C4055AE361B}" dt="2026-03-09T14:32:51.695" v="14088" actId="20577"/>
          <ac:spMkLst>
            <pc:docMk/>
            <pc:sldMk cId="3243227567" sldId="354"/>
            <ac:spMk id="11" creationId="{2FAB02DD-4775-3AA7-7A5F-5D276BBEEC26}"/>
          </ac:spMkLst>
        </pc:spChg>
        <pc:spChg chg="mod">
          <ac:chgData name="Hao He" userId="53f25fbde486d948" providerId="LiveId" clId="{55F9BDEC-8FF4-41A3-9ED2-7C4055AE361B}" dt="2026-03-09T14:32:15.430" v="14064"/>
          <ac:spMkLst>
            <pc:docMk/>
            <pc:sldMk cId="3243227567" sldId="354"/>
            <ac:spMk id="12" creationId="{1D62BFA3-9C8D-B50B-FFEF-DDBC5BDDA7B5}"/>
          </ac:spMkLst>
        </pc:spChg>
        <pc:spChg chg="mod">
          <ac:chgData name="Hao He" userId="53f25fbde486d948" providerId="LiveId" clId="{55F9BDEC-8FF4-41A3-9ED2-7C4055AE361B}" dt="2026-03-09T14:32:15.430" v="14064"/>
          <ac:spMkLst>
            <pc:docMk/>
            <pc:sldMk cId="3243227567" sldId="354"/>
            <ac:spMk id="13" creationId="{298C8A93-D73C-128E-DA3F-049D6BA1BD8A}"/>
          </ac:spMkLst>
        </pc:spChg>
        <pc:spChg chg="mod">
          <ac:chgData name="Hao He" userId="53f25fbde486d948" providerId="LiveId" clId="{55F9BDEC-8FF4-41A3-9ED2-7C4055AE361B}" dt="2026-03-09T14:32:15.430" v="14064"/>
          <ac:spMkLst>
            <pc:docMk/>
            <pc:sldMk cId="3243227567" sldId="354"/>
            <ac:spMk id="15" creationId="{8A79B854-88CD-626D-1B83-C0D733966582}"/>
          </ac:spMkLst>
        </pc:spChg>
        <pc:spChg chg="add mod">
          <ac:chgData name="Hao He" userId="53f25fbde486d948" providerId="LiveId" clId="{55F9BDEC-8FF4-41A3-9ED2-7C4055AE361B}" dt="2026-03-09T14:32:54.420" v="14095" actId="20577"/>
          <ac:spMkLst>
            <pc:docMk/>
            <pc:sldMk cId="3243227567" sldId="354"/>
            <ac:spMk id="19" creationId="{31285E87-9D65-102C-231F-305C9B67FACE}"/>
          </ac:spMkLst>
        </pc:spChg>
        <pc:grpChg chg="add mod">
          <ac:chgData name="Hao He" userId="53f25fbde486d948" providerId="LiveId" clId="{55F9BDEC-8FF4-41A3-9ED2-7C4055AE361B}" dt="2026-03-09T14:32:18.621" v="14065" actId="1076"/>
          <ac:grpSpMkLst>
            <pc:docMk/>
            <pc:sldMk cId="3243227567" sldId="354"/>
            <ac:grpSpMk id="3" creationId="{BF2D5B6F-CEA7-1F48-4B94-DF3150C41F4F}"/>
          </ac:grpSpMkLst>
        </pc:grpChg>
        <pc:grpChg chg="mod">
          <ac:chgData name="Hao He" userId="53f25fbde486d948" providerId="LiveId" clId="{55F9BDEC-8FF4-41A3-9ED2-7C4055AE361B}" dt="2026-03-09T14:32:15.430" v="14064"/>
          <ac:grpSpMkLst>
            <pc:docMk/>
            <pc:sldMk cId="3243227567" sldId="354"/>
            <ac:grpSpMk id="6" creationId="{FAC90D76-69CB-A85E-7509-F9F8DE7AA369}"/>
          </ac:grpSpMkLst>
        </pc:grpChg>
        <pc:grpChg chg="mod">
          <ac:chgData name="Hao He" userId="53f25fbde486d948" providerId="LiveId" clId="{55F9BDEC-8FF4-41A3-9ED2-7C4055AE361B}" dt="2026-03-09T14:32:15.430" v="14064"/>
          <ac:grpSpMkLst>
            <pc:docMk/>
            <pc:sldMk cId="3243227567" sldId="354"/>
            <ac:grpSpMk id="7" creationId="{406C8C36-2105-8088-60B2-F0732ACE07FE}"/>
          </ac:grpSpMkLst>
        </pc:grpChg>
        <pc:picChg chg="add del mod">
          <ac:chgData name="Hao He" userId="53f25fbde486d948" providerId="LiveId" clId="{55F9BDEC-8FF4-41A3-9ED2-7C4055AE361B}" dt="2026-03-09T14:32:15.164" v="14063" actId="478"/>
          <ac:picMkLst>
            <pc:docMk/>
            <pc:sldMk cId="3243227567" sldId="354"/>
            <ac:picMk id="17" creationId="{0EBD8FE5-6769-82BF-23EC-445456CAB8B3}"/>
          </ac:picMkLst>
        </pc:picChg>
        <pc:picChg chg="add mod">
          <ac:chgData name="Hao He" userId="53f25fbde486d948" providerId="LiveId" clId="{55F9BDEC-8FF4-41A3-9ED2-7C4055AE361B}" dt="2026-02-25T17:34:13.934" v="9982" actId="1076"/>
          <ac:picMkLst>
            <pc:docMk/>
            <pc:sldMk cId="3243227567" sldId="354"/>
            <ac:picMk id="21" creationId="{FEFAD496-B28E-4553-A37C-73812255C448}"/>
          </ac:picMkLst>
        </pc:picChg>
        <pc:cxnChg chg="mod">
          <ac:chgData name="Hao He" userId="53f25fbde486d948" providerId="LiveId" clId="{55F9BDEC-8FF4-41A3-9ED2-7C4055AE361B}" dt="2026-03-09T14:32:15.430" v="14064"/>
          <ac:cxnSpMkLst>
            <pc:docMk/>
            <pc:sldMk cId="3243227567" sldId="354"/>
            <ac:cxnSpMk id="10" creationId="{76338085-A360-A311-D2BD-5F74829F35AB}"/>
          </ac:cxnSpMkLst>
        </pc:cxnChg>
      </pc:sldChg>
      <pc:sldChg chg="addSp delSp modSp new mod">
        <pc:chgData name="Hao He" userId="53f25fbde486d948" providerId="LiveId" clId="{55F9BDEC-8FF4-41A3-9ED2-7C4055AE361B}" dt="2026-02-25T17:40:20.654" v="10909" actId="1076"/>
        <pc:sldMkLst>
          <pc:docMk/>
          <pc:sldMk cId="1154134343" sldId="355"/>
        </pc:sldMkLst>
        <pc:spChg chg="add mod">
          <ac:chgData name="Hao He" userId="53f25fbde486d948" providerId="LiveId" clId="{55F9BDEC-8FF4-41A3-9ED2-7C4055AE361B}" dt="2026-02-25T17:33:19.275" v="9970"/>
          <ac:spMkLst>
            <pc:docMk/>
            <pc:sldMk cId="1154134343" sldId="355"/>
            <ac:spMk id="7" creationId="{C10D64E2-8F46-0758-3736-9D1A6DE5019A}"/>
          </ac:spMkLst>
        </pc:spChg>
        <pc:spChg chg="mod">
          <ac:chgData name="Hao He" userId="53f25fbde486d948" providerId="LiveId" clId="{55F9BDEC-8FF4-41A3-9ED2-7C4055AE361B}" dt="2026-02-25T17:33:40.363" v="9971"/>
          <ac:spMkLst>
            <pc:docMk/>
            <pc:sldMk cId="1154134343" sldId="355"/>
            <ac:spMk id="10" creationId="{CDB38858-FB01-203E-AD29-85398489590F}"/>
          </ac:spMkLst>
        </pc:spChg>
        <pc:spChg chg="mod">
          <ac:chgData name="Hao He" userId="53f25fbde486d948" providerId="LiveId" clId="{55F9BDEC-8FF4-41A3-9ED2-7C4055AE361B}" dt="2026-02-25T17:33:40.363" v="9971"/>
          <ac:spMkLst>
            <pc:docMk/>
            <pc:sldMk cId="1154134343" sldId="355"/>
            <ac:spMk id="12" creationId="{6146F206-6E74-E8FE-1C1D-A0BDEEB6F054}"/>
          </ac:spMkLst>
        </pc:spChg>
        <pc:spChg chg="mod">
          <ac:chgData name="Hao He" userId="53f25fbde486d948" providerId="LiveId" clId="{55F9BDEC-8FF4-41A3-9ED2-7C4055AE361B}" dt="2026-02-25T17:33:40.363" v="9971"/>
          <ac:spMkLst>
            <pc:docMk/>
            <pc:sldMk cId="1154134343" sldId="355"/>
            <ac:spMk id="14" creationId="{C00C7CAE-E412-AFC6-62A1-4588EE0AECEE}"/>
          </ac:spMkLst>
        </pc:spChg>
        <pc:spChg chg="mod">
          <ac:chgData name="Hao He" userId="53f25fbde486d948" providerId="LiveId" clId="{55F9BDEC-8FF4-41A3-9ED2-7C4055AE361B}" dt="2026-02-25T17:33:40.363" v="9971"/>
          <ac:spMkLst>
            <pc:docMk/>
            <pc:sldMk cId="1154134343" sldId="355"/>
            <ac:spMk id="16" creationId="{50CE0B61-6864-C87E-A517-96C1BA8C1D3A}"/>
          </ac:spMkLst>
        </pc:spChg>
        <pc:spChg chg="mod">
          <ac:chgData name="Hao He" userId="53f25fbde486d948" providerId="LiveId" clId="{55F9BDEC-8FF4-41A3-9ED2-7C4055AE361B}" dt="2026-02-25T17:33:40.363" v="9971"/>
          <ac:spMkLst>
            <pc:docMk/>
            <pc:sldMk cId="1154134343" sldId="355"/>
            <ac:spMk id="18" creationId="{786D7EC8-46BE-EB9D-84BE-C778A0191FD7}"/>
          </ac:spMkLst>
        </pc:spChg>
        <pc:spChg chg="mod">
          <ac:chgData name="Hao He" userId="53f25fbde486d948" providerId="LiveId" clId="{55F9BDEC-8FF4-41A3-9ED2-7C4055AE361B}" dt="2026-02-25T17:33:40.363" v="9971"/>
          <ac:spMkLst>
            <pc:docMk/>
            <pc:sldMk cId="1154134343" sldId="355"/>
            <ac:spMk id="24" creationId="{E98D8C80-8541-E44F-0863-DD0D9024B6A2}"/>
          </ac:spMkLst>
        </pc:spChg>
        <pc:spChg chg="mod">
          <ac:chgData name="Hao He" userId="53f25fbde486d948" providerId="LiveId" clId="{55F9BDEC-8FF4-41A3-9ED2-7C4055AE361B}" dt="2026-02-25T17:33:40.363" v="9971"/>
          <ac:spMkLst>
            <pc:docMk/>
            <pc:sldMk cId="1154134343" sldId="355"/>
            <ac:spMk id="25" creationId="{79B1B259-A551-7A6C-258C-A686A4E54E7B}"/>
          </ac:spMkLst>
        </pc:spChg>
        <pc:spChg chg="mod">
          <ac:chgData name="Hao He" userId="53f25fbde486d948" providerId="LiveId" clId="{55F9BDEC-8FF4-41A3-9ED2-7C4055AE361B}" dt="2026-02-25T17:33:40.363" v="9971"/>
          <ac:spMkLst>
            <pc:docMk/>
            <pc:sldMk cId="1154134343" sldId="355"/>
            <ac:spMk id="27" creationId="{8D1BB679-45F1-2AD0-841A-2CA312674835}"/>
          </ac:spMkLst>
        </pc:spChg>
        <pc:spChg chg="mod">
          <ac:chgData name="Hao He" userId="53f25fbde486d948" providerId="LiveId" clId="{55F9BDEC-8FF4-41A3-9ED2-7C4055AE361B}" dt="2026-02-25T17:33:40.363" v="9971"/>
          <ac:spMkLst>
            <pc:docMk/>
            <pc:sldMk cId="1154134343" sldId="355"/>
            <ac:spMk id="29" creationId="{21237141-4447-C4B8-FFD0-8DBFB4940EF3}"/>
          </ac:spMkLst>
        </pc:spChg>
        <pc:spChg chg="mod">
          <ac:chgData name="Hao He" userId="53f25fbde486d948" providerId="LiveId" clId="{55F9BDEC-8FF4-41A3-9ED2-7C4055AE361B}" dt="2026-02-25T17:33:40.363" v="9971"/>
          <ac:spMkLst>
            <pc:docMk/>
            <pc:sldMk cId="1154134343" sldId="355"/>
            <ac:spMk id="30" creationId="{C55B5B99-DCD6-F72D-46A9-93F4AE31F824}"/>
          </ac:spMkLst>
        </pc:spChg>
        <pc:spChg chg="add mod">
          <ac:chgData name="Hao He" userId="53f25fbde486d948" providerId="LiveId" clId="{55F9BDEC-8FF4-41A3-9ED2-7C4055AE361B}" dt="2026-02-25T17:40:18.831" v="10908" actId="1076"/>
          <ac:spMkLst>
            <pc:docMk/>
            <pc:sldMk cId="1154134343" sldId="355"/>
            <ac:spMk id="33" creationId="{56905542-6F7D-B2E6-B551-55E6867C9395}"/>
          </ac:spMkLst>
        </pc:spChg>
        <pc:grpChg chg="mod">
          <ac:chgData name="Hao He" userId="53f25fbde486d948" providerId="LiveId" clId="{55F9BDEC-8FF4-41A3-9ED2-7C4055AE361B}" dt="2026-02-25T17:40:20.654" v="10909" actId="1076"/>
          <ac:grpSpMkLst>
            <pc:docMk/>
            <pc:sldMk cId="1154134343" sldId="355"/>
            <ac:grpSpMk id="8" creationId="{BF60EC17-EFB0-E992-5838-3B86D84A094A}"/>
          </ac:grpSpMkLst>
        </pc:grpChg>
      </pc:sldChg>
      <pc:sldChg chg="modSp new mod">
        <pc:chgData name="Hao He" userId="53f25fbde486d948" providerId="LiveId" clId="{55F9BDEC-8FF4-41A3-9ED2-7C4055AE361B}" dt="2026-02-25T17:39:38.976" v="10889" actId="20577"/>
        <pc:sldMkLst>
          <pc:docMk/>
          <pc:sldMk cId="2172948695" sldId="356"/>
        </pc:sldMkLst>
        <pc:spChg chg="mod">
          <ac:chgData name="Hao He" userId="53f25fbde486d948" providerId="LiveId" clId="{55F9BDEC-8FF4-41A3-9ED2-7C4055AE361B}" dt="2026-02-25T17:33:54.726" v="9975"/>
          <ac:spMkLst>
            <pc:docMk/>
            <pc:sldMk cId="2172948695" sldId="356"/>
            <ac:spMk id="2" creationId="{B007B9E1-20A2-00B9-26ED-38DF3B9583E8}"/>
          </ac:spMkLst>
        </pc:spChg>
        <pc:spChg chg="mod">
          <ac:chgData name="Hao He" userId="53f25fbde486d948" providerId="LiveId" clId="{55F9BDEC-8FF4-41A3-9ED2-7C4055AE361B}" dt="2026-02-25T17:39:38.976" v="10889" actId="20577"/>
          <ac:spMkLst>
            <pc:docMk/>
            <pc:sldMk cId="2172948695" sldId="356"/>
            <ac:spMk id="3" creationId="{2BB75F9C-C506-9E42-EEE4-F74A871A1841}"/>
          </ac:spMkLst>
        </pc:spChg>
      </pc:sldChg>
      <pc:sldChg chg="modSp new mod">
        <pc:chgData name="Hao He" userId="53f25fbde486d948" providerId="LiveId" clId="{55F9BDEC-8FF4-41A3-9ED2-7C4055AE361B}" dt="2026-02-26T16:46:37.497" v="14009" actId="20577"/>
        <pc:sldMkLst>
          <pc:docMk/>
          <pc:sldMk cId="2595405271" sldId="357"/>
        </pc:sldMkLst>
        <pc:spChg chg="mod">
          <ac:chgData name="Hao He" userId="53f25fbde486d948" providerId="LiveId" clId="{55F9BDEC-8FF4-41A3-9ED2-7C4055AE361B}" dt="2026-02-25T17:41:52.651" v="10992"/>
          <ac:spMkLst>
            <pc:docMk/>
            <pc:sldMk cId="2595405271" sldId="357"/>
            <ac:spMk id="2" creationId="{923FA79A-799B-9E5D-9DDA-9243B37ED92C}"/>
          </ac:spMkLst>
        </pc:spChg>
        <pc:spChg chg="mod">
          <ac:chgData name="Hao He" userId="53f25fbde486d948" providerId="LiveId" clId="{55F9BDEC-8FF4-41A3-9ED2-7C4055AE361B}" dt="2026-02-26T16:46:37.497" v="14009" actId="20577"/>
          <ac:spMkLst>
            <pc:docMk/>
            <pc:sldMk cId="2595405271" sldId="357"/>
            <ac:spMk id="3" creationId="{5BE9242B-9BCF-3511-683A-C3044BF9ED27}"/>
          </ac:spMkLst>
        </pc:spChg>
      </pc:sldChg>
      <pc:sldChg chg="addSp delSp modSp new mod">
        <pc:chgData name="Hao He" userId="53f25fbde486d948" providerId="LiveId" clId="{55F9BDEC-8FF4-41A3-9ED2-7C4055AE361B}" dt="2026-02-25T17:48:01.091" v="11136" actId="164"/>
        <pc:sldMkLst>
          <pc:docMk/>
          <pc:sldMk cId="568415041" sldId="358"/>
        </pc:sldMkLst>
        <pc:spChg chg="mod">
          <ac:chgData name="Hao He" userId="53f25fbde486d948" providerId="LiveId" clId="{55F9BDEC-8FF4-41A3-9ED2-7C4055AE361B}" dt="2026-02-25T17:45:13.766" v="11033"/>
          <ac:spMkLst>
            <pc:docMk/>
            <pc:sldMk cId="568415041" sldId="358"/>
            <ac:spMk id="2" creationId="{CAB4BC57-4947-D22A-2238-898DEC35CB00}"/>
          </ac:spMkLst>
        </pc:spChg>
        <pc:spChg chg="add mod">
          <ac:chgData name="Hao He" userId="53f25fbde486d948" providerId="LiveId" clId="{55F9BDEC-8FF4-41A3-9ED2-7C4055AE361B}" dt="2026-02-25T17:48:01.091" v="11136" actId="164"/>
          <ac:spMkLst>
            <pc:docMk/>
            <pc:sldMk cId="568415041" sldId="358"/>
            <ac:spMk id="6" creationId="{47AA572C-9F98-9B8F-ED85-638548932409}"/>
          </ac:spMkLst>
        </pc:spChg>
        <pc:spChg chg="mod">
          <ac:chgData name="Hao He" userId="53f25fbde486d948" providerId="LiveId" clId="{55F9BDEC-8FF4-41A3-9ED2-7C4055AE361B}" dt="2026-02-25T17:46:08.955" v="11073" actId="14100"/>
          <ac:spMkLst>
            <pc:docMk/>
            <pc:sldMk cId="568415041" sldId="358"/>
            <ac:spMk id="8" creationId="{5E943D51-1D44-5702-B15D-1510E027942D}"/>
          </ac:spMkLst>
        </pc:spChg>
        <pc:spChg chg="mod">
          <ac:chgData name="Hao He" userId="53f25fbde486d948" providerId="LiveId" clId="{55F9BDEC-8FF4-41A3-9ED2-7C4055AE361B}" dt="2026-02-25T17:46:16.288" v="11077" actId="20577"/>
          <ac:spMkLst>
            <pc:docMk/>
            <pc:sldMk cId="568415041" sldId="358"/>
            <ac:spMk id="9" creationId="{E1594C11-1F4C-F526-98DB-1045F939C047}"/>
          </ac:spMkLst>
        </pc:spChg>
        <pc:spChg chg="mod">
          <ac:chgData name="Hao He" userId="53f25fbde486d948" providerId="LiveId" clId="{55F9BDEC-8FF4-41A3-9ED2-7C4055AE361B}" dt="2026-02-25T17:46:14.629" v="11076" actId="1076"/>
          <ac:spMkLst>
            <pc:docMk/>
            <pc:sldMk cId="568415041" sldId="358"/>
            <ac:spMk id="11" creationId="{FC18B849-3040-5718-21C5-138065722CD2}"/>
          </ac:spMkLst>
        </pc:spChg>
        <pc:spChg chg="add mod">
          <ac:chgData name="Hao He" userId="53f25fbde486d948" providerId="LiveId" clId="{55F9BDEC-8FF4-41A3-9ED2-7C4055AE361B}" dt="2026-02-25T17:48:01.091" v="11136" actId="164"/>
          <ac:spMkLst>
            <pc:docMk/>
            <pc:sldMk cId="568415041" sldId="358"/>
            <ac:spMk id="20" creationId="{ABBD86B9-2F1E-91D4-5541-F05720CA0DE4}"/>
          </ac:spMkLst>
        </pc:spChg>
        <pc:spChg chg="add mod">
          <ac:chgData name="Hao He" userId="53f25fbde486d948" providerId="LiveId" clId="{55F9BDEC-8FF4-41A3-9ED2-7C4055AE361B}" dt="2026-02-25T17:48:01.091" v="11136" actId="164"/>
          <ac:spMkLst>
            <pc:docMk/>
            <pc:sldMk cId="568415041" sldId="358"/>
            <ac:spMk id="23" creationId="{F999836A-725B-81B6-48E1-70EBD6B15C29}"/>
          </ac:spMkLst>
        </pc:spChg>
        <pc:grpChg chg="add mod">
          <ac:chgData name="Hao He" userId="53f25fbde486d948" providerId="LiveId" clId="{55F9BDEC-8FF4-41A3-9ED2-7C4055AE361B}" dt="2026-02-25T17:48:01.091" v="11136" actId="164"/>
          <ac:grpSpMkLst>
            <pc:docMk/>
            <pc:sldMk cId="568415041" sldId="358"/>
            <ac:grpSpMk id="7" creationId="{857E936A-55C2-91F3-67C5-DED2483AD054}"/>
          </ac:grpSpMkLst>
        </pc:grpChg>
        <pc:grpChg chg="add mod">
          <ac:chgData name="Hao He" userId="53f25fbde486d948" providerId="LiveId" clId="{55F9BDEC-8FF4-41A3-9ED2-7C4055AE361B}" dt="2026-02-25T17:48:01.091" v="11136" actId="164"/>
          <ac:grpSpMkLst>
            <pc:docMk/>
            <pc:sldMk cId="568415041" sldId="358"/>
            <ac:grpSpMk id="28" creationId="{58A15F16-8B94-A94E-5B86-F365FFB2E35B}"/>
          </ac:grpSpMkLst>
        </pc:grpChg>
        <pc:picChg chg="add mod">
          <ac:chgData name="Hao He" userId="53f25fbde486d948" providerId="LiveId" clId="{55F9BDEC-8FF4-41A3-9ED2-7C4055AE361B}" dt="2026-02-25T17:48:01.091" v="11136" actId="164"/>
          <ac:picMkLst>
            <pc:docMk/>
            <pc:sldMk cId="568415041" sldId="358"/>
            <ac:picMk id="27" creationId="{68CD167C-F93C-E2E1-0E9E-33878D39CD4A}"/>
          </ac:picMkLst>
        </pc:picChg>
        <pc:cxnChg chg="mod">
          <ac:chgData name="Hao He" userId="53f25fbde486d948" providerId="LiveId" clId="{55F9BDEC-8FF4-41A3-9ED2-7C4055AE361B}" dt="2026-02-25T17:46:08.955" v="11073" actId="14100"/>
          <ac:cxnSpMkLst>
            <pc:docMk/>
            <pc:sldMk cId="568415041" sldId="358"/>
            <ac:cxnSpMk id="10" creationId="{CD2587D0-3EFC-CC70-09B4-11E4CFCE1768}"/>
          </ac:cxnSpMkLst>
        </pc:cxnChg>
        <pc:cxnChg chg="add mod">
          <ac:chgData name="Hao He" userId="53f25fbde486d948" providerId="LiveId" clId="{55F9BDEC-8FF4-41A3-9ED2-7C4055AE361B}" dt="2026-02-25T17:48:01.091" v="11136" actId="164"/>
          <ac:cxnSpMkLst>
            <pc:docMk/>
            <pc:sldMk cId="568415041" sldId="358"/>
            <ac:cxnSpMk id="22" creationId="{88506096-DF24-BD2D-E6DE-B71C4BDCF901}"/>
          </ac:cxnSpMkLst>
        </pc:cxnChg>
      </pc:sldChg>
      <pc:sldChg chg="addSp delSp modSp mod modClrScheme chgLayout">
        <pc:chgData name="Hao He" userId="53f25fbde486d948" providerId="LiveId" clId="{55F9BDEC-8FF4-41A3-9ED2-7C4055AE361B}" dt="2026-02-26T20:31:07.832" v="14032" actId="26606"/>
        <pc:sldMkLst>
          <pc:docMk/>
          <pc:sldMk cId="2897126603" sldId="360"/>
        </pc:sldMkLst>
        <pc:spChg chg="mod">
          <ac:chgData name="Hao He" userId="53f25fbde486d948" providerId="LiveId" clId="{55F9BDEC-8FF4-41A3-9ED2-7C4055AE361B}" dt="2026-02-26T20:31:07.832" v="14032" actId="26606"/>
          <ac:spMkLst>
            <pc:docMk/>
            <pc:sldMk cId="2897126603" sldId="360"/>
            <ac:spMk id="2" creationId="{C9263EFB-4882-041B-F850-561B453B9327}"/>
          </ac:spMkLst>
        </pc:spChg>
        <pc:spChg chg="mod">
          <ac:chgData name="Hao He" userId="53f25fbde486d948" providerId="LiveId" clId="{55F9BDEC-8FF4-41A3-9ED2-7C4055AE361B}" dt="2026-02-26T20:31:07.832" v="14032" actId="26606"/>
          <ac:spMkLst>
            <pc:docMk/>
            <pc:sldMk cId="2897126603" sldId="360"/>
            <ac:spMk id="4" creationId="{108939A6-FE2C-D977-E040-BDA20948B158}"/>
          </ac:spMkLst>
        </pc:spChg>
        <pc:spChg chg="mod">
          <ac:chgData name="Hao He" userId="53f25fbde486d948" providerId="LiveId" clId="{55F9BDEC-8FF4-41A3-9ED2-7C4055AE361B}" dt="2026-02-26T20:31:07.832" v="14032" actId="26606"/>
          <ac:spMkLst>
            <pc:docMk/>
            <pc:sldMk cId="2897126603" sldId="360"/>
            <ac:spMk id="5" creationId="{26BABB24-3947-FA79-7A8F-34B19B9AF327}"/>
          </ac:spMkLst>
        </pc:spChg>
        <pc:picChg chg="add mod ord">
          <ac:chgData name="Hao He" userId="53f25fbde486d948" providerId="LiveId" clId="{55F9BDEC-8FF4-41A3-9ED2-7C4055AE361B}" dt="2026-02-26T20:31:07.832" v="14032" actId="26606"/>
          <ac:picMkLst>
            <pc:docMk/>
            <pc:sldMk cId="2897126603" sldId="360"/>
            <ac:picMk id="9" creationId="{64ABE382-2285-1D33-F2C6-BD3414EA3F00}"/>
          </ac:picMkLst>
        </pc:picChg>
      </pc:sldChg>
      <pc:sldChg chg="addSp delSp modSp new mod">
        <pc:chgData name="Hao He" userId="53f25fbde486d948" providerId="LiveId" clId="{55F9BDEC-8FF4-41A3-9ED2-7C4055AE361B}" dt="2026-03-09T14:44:32.382" v="14098" actId="313"/>
        <pc:sldMkLst>
          <pc:docMk/>
          <pc:sldMk cId="401995667" sldId="361"/>
        </pc:sldMkLst>
        <pc:spChg chg="mod">
          <ac:chgData name="Hao He" userId="53f25fbde486d948" providerId="LiveId" clId="{55F9BDEC-8FF4-41A3-9ED2-7C4055AE361B}" dt="2026-02-26T15:12:57.874" v="11773" actId="20577"/>
          <ac:spMkLst>
            <pc:docMk/>
            <pc:sldMk cId="401995667" sldId="361"/>
            <ac:spMk id="2" creationId="{E74F3956-C2D0-1484-C650-7596A8F25E82}"/>
          </ac:spMkLst>
        </pc:spChg>
        <pc:spChg chg="mod">
          <ac:chgData name="Hao He" userId="53f25fbde486d948" providerId="LiveId" clId="{55F9BDEC-8FF4-41A3-9ED2-7C4055AE361B}" dt="2026-03-09T14:44:32.382" v="14098" actId="313"/>
          <ac:spMkLst>
            <pc:docMk/>
            <pc:sldMk cId="401995667" sldId="361"/>
            <ac:spMk id="3" creationId="{A0F6E6D3-C5BC-1E62-D1A6-1934E4311CFE}"/>
          </ac:spMkLst>
        </pc:spChg>
        <pc:spChg chg="add mod">
          <ac:chgData name="Hao He" userId="53f25fbde486d948" providerId="LiveId" clId="{55F9BDEC-8FF4-41A3-9ED2-7C4055AE361B}" dt="2026-02-26T16:17:56.839" v="13182" actId="20577"/>
          <ac:spMkLst>
            <pc:docMk/>
            <pc:sldMk cId="401995667" sldId="361"/>
            <ac:spMk id="6" creationId="{087F5963-96B9-2243-ECAD-908D63E40E2F}"/>
          </ac:spMkLst>
        </pc:spChg>
        <pc:picChg chg="add mod">
          <ac:chgData name="Hao He" userId="53f25fbde486d948" providerId="LiveId" clId="{55F9BDEC-8FF4-41A3-9ED2-7C4055AE361B}" dt="2026-02-26T15:28:29.352" v="12284" actId="1037"/>
          <ac:picMkLst>
            <pc:docMk/>
            <pc:sldMk cId="401995667" sldId="361"/>
            <ac:picMk id="10" creationId="{B276FDF5-924B-DEE4-6471-73212A85185A}"/>
          </ac:picMkLst>
        </pc:picChg>
        <pc:picChg chg="add mod">
          <ac:chgData name="Hao He" userId="53f25fbde486d948" providerId="LiveId" clId="{55F9BDEC-8FF4-41A3-9ED2-7C4055AE361B}" dt="2026-02-26T15:18:22.709" v="12181" actId="1038"/>
          <ac:picMkLst>
            <pc:docMk/>
            <pc:sldMk cId="401995667" sldId="361"/>
            <ac:picMk id="12" creationId="{E5F7CDCF-F313-2CCD-D4DE-EF6F2DCA9D5C}"/>
          </ac:picMkLst>
        </pc:picChg>
      </pc:sldChg>
      <pc:sldChg chg="addSp delSp modSp new mod ord">
        <pc:chgData name="Hao He" userId="53f25fbde486d948" providerId="LiveId" clId="{55F9BDEC-8FF4-41A3-9ED2-7C4055AE361B}" dt="2026-02-26T16:08:49.416" v="12855" actId="14100"/>
        <pc:sldMkLst>
          <pc:docMk/>
          <pc:sldMk cId="3812095243" sldId="363"/>
        </pc:sldMkLst>
        <pc:spChg chg="mod">
          <ac:chgData name="Hao He" userId="53f25fbde486d948" providerId="LiveId" clId="{55F9BDEC-8FF4-41A3-9ED2-7C4055AE361B}" dt="2026-02-26T15:45:05.155" v="12317" actId="113"/>
          <ac:spMkLst>
            <pc:docMk/>
            <pc:sldMk cId="3812095243" sldId="363"/>
            <ac:spMk id="2" creationId="{4972D0C5-7C58-0E28-BD4F-33EF0F9A1197}"/>
          </ac:spMkLst>
        </pc:spChg>
        <pc:picChg chg="add mod">
          <ac:chgData name="Hao He" userId="53f25fbde486d948" providerId="LiveId" clId="{55F9BDEC-8FF4-41A3-9ED2-7C4055AE361B}" dt="2026-02-26T16:08:45.516" v="12852" actId="1076"/>
          <ac:picMkLst>
            <pc:docMk/>
            <pc:sldMk cId="3812095243" sldId="363"/>
            <ac:picMk id="7" creationId="{39618A3B-7FA2-FF5C-A46A-393F744CD4EC}"/>
          </ac:picMkLst>
        </pc:picChg>
        <pc:picChg chg="add mod">
          <ac:chgData name="Hao He" userId="53f25fbde486d948" providerId="LiveId" clId="{55F9BDEC-8FF4-41A3-9ED2-7C4055AE361B}" dt="2026-02-26T16:04:54.433" v="12831" actId="1076"/>
          <ac:picMkLst>
            <pc:docMk/>
            <pc:sldMk cId="3812095243" sldId="363"/>
            <ac:picMk id="9" creationId="{42A0F50E-1F07-B3C9-1B7F-7E58A1FA7D35}"/>
          </ac:picMkLst>
        </pc:picChg>
        <pc:picChg chg="add mod">
          <ac:chgData name="Hao He" userId="53f25fbde486d948" providerId="LiveId" clId="{55F9BDEC-8FF4-41A3-9ED2-7C4055AE361B}" dt="2026-02-26T16:04:54.433" v="12831" actId="1076"/>
          <ac:picMkLst>
            <pc:docMk/>
            <pc:sldMk cId="3812095243" sldId="363"/>
            <ac:picMk id="11" creationId="{CB88FE83-2A3F-B3F4-0E0B-A85B6A13C60A}"/>
          </ac:picMkLst>
        </pc:picChg>
        <pc:picChg chg="add mod">
          <ac:chgData name="Hao He" userId="53f25fbde486d948" providerId="LiveId" clId="{55F9BDEC-8FF4-41A3-9ED2-7C4055AE361B}" dt="2026-02-26T16:08:49.416" v="12855" actId="14100"/>
          <ac:picMkLst>
            <pc:docMk/>
            <pc:sldMk cId="3812095243" sldId="363"/>
            <ac:picMk id="13" creationId="{26164A51-89EE-8674-07B5-3BF6E43E4D1D}"/>
          </ac:picMkLst>
        </pc:picChg>
        <pc:picChg chg="add mod">
          <ac:chgData name="Hao He" userId="53f25fbde486d948" providerId="LiveId" clId="{55F9BDEC-8FF4-41A3-9ED2-7C4055AE361B}" dt="2026-02-26T16:08:40.211" v="12850" actId="1076"/>
          <ac:picMkLst>
            <pc:docMk/>
            <pc:sldMk cId="3812095243" sldId="363"/>
            <ac:picMk id="17" creationId="{A8303897-8E8A-CC9A-FC75-246849ED88A0}"/>
          </ac:picMkLst>
        </pc:picChg>
      </pc:sldChg>
      <pc:sldChg chg="addSp delSp modSp add mod">
        <pc:chgData name="Hao He" userId="53f25fbde486d948" providerId="LiveId" clId="{55F9BDEC-8FF4-41A3-9ED2-7C4055AE361B}" dt="2026-02-26T20:45:00.086" v="14050" actId="20577"/>
        <pc:sldMkLst>
          <pc:docMk/>
          <pc:sldMk cId="2779981135" sldId="364"/>
        </pc:sldMkLst>
        <pc:spChg chg="mod">
          <ac:chgData name="Hao He" userId="53f25fbde486d948" providerId="LiveId" clId="{55F9BDEC-8FF4-41A3-9ED2-7C4055AE361B}" dt="2026-02-26T20:45:00.086" v="14050" actId="20577"/>
          <ac:spMkLst>
            <pc:docMk/>
            <pc:sldMk cId="2779981135" sldId="364"/>
            <ac:spMk id="2" creationId="{CC24E4B8-7C42-25C0-B08E-B0074038CC06}"/>
          </ac:spMkLst>
        </pc:spChg>
      </pc:sldChg>
      <pc:sldChg chg="addSp delSp modSp new mod">
        <pc:chgData name="Hao He" userId="53f25fbde486d948" providerId="LiveId" clId="{55F9BDEC-8FF4-41A3-9ED2-7C4055AE361B}" dt="2026-02-26T20:33:25.490" v="14043" actId="478"/>
        <pc:sldMkLst>
          <pc:docMk/>
          <pc:sldMk cId="2332201327" sldId="365"/>
        </pc:sldMkLst>
        <pc:picChg chg="add mod">
          <ac:chgData name="Hao He" userId="53f25fbde486d948" providerId="LiveId" clId="{55F9BDEC-8FF4-41A3-9ED2-7C4055AE361B}" dt="2026-02-26T20:33:22.718" v="14041" actId="14100"/>
          <ac:picMkLst>
            <pc:docMk/>
            <pc:sldMk cId="2332201327" sldId="365"/>
            <ac:picMk id="7" creationId="{A651527C-3AA1-DC89-2A9E-B57013E96AAD}"/>
          </ac:picMkLst>
        </pc:picChg>
      </pc:sldChg>
    </pc:docChg>
  </pc:docChgLst>
  <pc:docChgLst>
    <pc:chgData name="Hao He" userId="53f25fbde486d948" providerId="LiveId" clId="{BAF5EF7A-A681-40A4-AEAD-3C060DF460C8}"/>
    <pc:docChg chg="undo redo custSel addSld delSld modSld sldOrd modMainMaster modSection">
      <pc:chgData name="Hao He" userId="53f25fbde486d948" providerId="LiveId" clId="{BAF5EF7A-A681-40A4-AEAD-3C060DF460C8}" dt="2026-03-08T23:13:25.558" v="15665" actId="2696"/>
      <pc:docMkLst>
        <pc:docMk/>
      </pc:docMkLst>
      <pc:sldChg chg="modSp mod">
        <pc:chgData name="Hao He" userId="53f25fbde486d948" providerId="LiveId" clId="{BAF5EF7A-A681-40A4-AEAD-3C060DF460C8}" dt="2026-02-24T22:04:49.046" v="13192" actId="20577"/>
        <pc:sldMkLst>
          <pc:docMk/>
          <pc:sldMk cId="1303931892" sldId="305"/>
        </pc:sldMkLst>
        <pc:spChg chg="mod">
          <ac:chgData name="Hao He" userId="53f25fbde486d948" providerId="LiveId" clId="{BAF5EF7A-A681-40A4-AEAD-3C060DF460C8}" dt="2026-02-24T22:04:49.046" v="13192" actId="20577"/>
          <ac:spMkLst>
            <pc:docMk/>
            <pc:sldMk cId="1303931892" sldId="305"/>
            <ac:spMk id="2" creationId="{55F962A1-DCCB-8A73-1799-011E6198FE71}"/>
          </ac:spMkLst>
        </pc:spChg>
        <pc:spChg chg="mod">
          <ac:chgData name="Hao He" userId="53f25fbde486d948" providerId="LiveId" clId="{BAF5EF7A-A681-40A4-AEAD-3C060DF460C8}" dt="2026-02-20T18:29:57.030" v="13022" actId="20577"/>
          <ac:spMkLst>
            <pc:docMk/>
            <pc:sldMk cId="1303931892" sldId="305"/>
            <ac:spMk id="3" creationId="{DD154F58-B086-ADB9-64C2-A1D687993C0F}"/>
          </ac:spMkLst>
        </pc:spChg>
        <pc:spChg chg="mod">
          <ac:chgData name="Hao He" userId="53f25fbde486d948" providerId="LiveId" clId="{BAF5EF7A-A681-40A4-AEAD-3C060DF460C8}" dt="2026-02-24T22:04:24.750" v="13062" actId="20577"/>
          <ac:spMkLst>
            <pc:docMk/>
            <pc:sldMk cId="1303931892" sldId="305"/>
            <ac:spMk id="5" creationId="{4C8B7464-6683-A2F9-EEEC-CA3D9CAB9961}"/>
          </ac:spMkLst>
        </pc:spChg>
      </pc:sldChg>
      <pc:sldChg chg="addSp delSp modSp add mod ord">
        <pc:chgData name="Hao He" userId="53f25fbde486d948" providerId="LiveId" clId="{BAF5EF7A-A681-40A4-AEAD-3C060DF460C8}" dt="2026-02-24T22:10:24.455" v="13619" actId="20577"/>
        <pc:sldMkLst>
          <pc:docMk/>
          <pc:sldMk cId="2882582753" sldId="308"/>
        </pc:sldMkLst>
        <pc:spChg chg="mod">
          <ac:chgData name="Hao He" userId="53f25fbde486d948" providerId="LiveId" clId="{BAF5EF7A-A681-40A4-AEAD-3C060DF460C8}" dt="2026-02-24T22:10:24.455" v="13619" actId="20577"/>
          <ac:spMkLst>
            <pc:docMk/>
            <pc:sldMk cId="2882582753" sldId="308"/>
            <ac:spMk id="2" creationId="{70921600-4AED-DD0F-614D-170B2AFFDC1D}"/>
          </ac:spMkLst>
        </pc:spChg>
        <pc:spChg chg="mod">
          <ac:chgData name="Hao He" userId="53f25fbde486d948" providerId="LiveId" clId="{BAF5EF7A-A681-40A4-AEAD-3C060DF460C8}" dt="2026-02-24T22:10:14.628" v="13593"/>
          <ac:spMkLst>
            <pc:docMk/>
            <pc:sldMk cId="2882582753" sldId="308"/>
            <ac:spMk id="4" creationId="{A96EFC00-9463-E198-9F83-F3B6850E5C4C}"/>
          </ac:spMkLst>
        </pc:spChg>
        <pc:spChg chg="add mod">
          <ac:chgData name="Hao He" userId="53f25fbde486d948" providerId="LiveId" clId="{BAF5EF7A-A681-40A4-AEAD-3C060DF460C8}" dt="2026-02-08T15:57:17.925" v="3989" actId="1076"/>
          <ac:spMkLst>
            <pc:docMk/>
            <pc:sldMk cId="2882582753" sldId="308"/>
            <ac:spMk id="7" creationId="{21ABA7E9-4BD1-A78D-3788-1F922F0C9A63}"/>
          </ac:spMkLst>
        </pc:spChg>
        <pc:spChg chg="add mod">
          <ac:chgData name="Hao He" userId="53f25fbde486d948" providerId="LiveId" clId="{BAF5EF7A-A681-40A4-AEAD-3C060DF460C8}" dt="2026-02-08T16:02:11.810" v="4318" actId="20577"/>
          <ac:spMkLst>
            <pc:docMk/>
            <pc:sldMk cId="2882582753" sldId="308"/>
            <ac:spMk id="9" creationId="{810B2327-CEEA-22D4-0343-16BAA689D81A}"/>
          </ac:spMkLst>
        </pc:spChg>
        <pc:spChg chg="add mod">
          <ac:chgData name="Hao He" userId="53f25fbde486d948" providerId="LiveId" clId="{BAF5EF7A-A681-40A4-AEAD-3C060DF460C8}" dt="2026-02-08T16:02:17.724" v="4320" actId="20577"/>
          <ac:spMkLst>
            <pc:docMk/>
            <pc:sldMk cId="2882582753" sldId="308"/>
            <ac:spMk id="10" creationId="{A14729E5-F54D-D922-43C4-7B5B90044263}"/>
          </ac:spMkLst>
        </pc:spChg>
      </pc:sldChg>
      <pc:sldChg chg="addSp delSp modSp new mod ord">
        <pc:chgData name="Hao He" userId="53f25fbde486d948" providerId="LiveId" clId="{BAF5EF7A-A681-40A4-AEAD-3C060DF460C8}" dt="2026-02-24T22:21:22.950" v="13652"/>
        <pc:sldMkLst>
          <pc:docMk/>
          <pc:sldMk cId="887472350" sldId="315"/>
        </pc:sldMkLst>
        <pc:spChg chg="mod">
          <ac:chgData name="Hao He" userId="53f25fbde486d948" providerId="LiveId" clId="{BAF5EF7A-A681-40A4-AEAD-3C060DF460C8}" dt="2026-02-08T17:10:46.114" v="6821" actId="20577"/>
          <ac:spMkLst>
            <pc:docMk/>
            <pc:sldMk cId="887472350" sldId="315"/>
            <ac:spMk id="2" creationId="{56F631C7-E5CE-88C8-0715-D37F863C0524}"/>
          </ac:spMkLst>
        </pc:spChg>
        <pc:spChg chg="mod">
          <ac:chgData name="Hao He" userId="53f25fbde486d948" providerId="LiveId" clId="{BAF5EF7A-A681-40A4-AEAD-3C060DF460C8}" dt="2026-02-24T22:21:22.950" v="13652"/>
          <ac:spMkLst>
            <pc:docMk/>
            <pc:sldMk cId="887472350" sldId="315"/>
            <ac:spMk id="4" creationId="{0396485D-9069-99B0-112E-8C0ED1AC70A7}"/>
          </ac:spMkLst>
        </pc:spChg>
        <pc:picChg chg="add mod">
          <ac:chgData name="Hao He" userId="53f25fbde486d948" providerId="LiveId" clId="{BAF5EF7A-A681-40A4-AEAD-3C060DF460C8}" dt="2026-02-08T17:14:06.984" v="6866" actId="1076"/>
          <ac:picMkLst>
            <pc:docMk/>
            <pc:sldMk cId="887472350" sldId="315"/>
            <ac:picMk id="1026" creationId="{D99598C8-BB27-2595-AC63-A0DE349665A3}"/>
          </ac:picMkLst>
        </pc:picChg>
        <pc:picChg chg="add mod">
          <ac:chgData name="Hao He" userId="53f25fbde486d948" providerId="LiveId" clId="{BAF5EF7A-A681-40A4-AEAD-3C060DF460C8}" dt="2026-02-08T17:14:08.430" v="6867" actId="1076"/>
          <ac:picMkLst>
            <pc:docMk/>
            <pc:sldMk cId="887472350" sldId="315"/>
            <ac:picMk id="1030" creationId="{7F1299B6-D907-BC34-3DD1-599B86B9D23C}"/>
          </ac:picMkLst>
        </pc:picChg>
        <pc:picChg chg="add mod">
          <ac:chgData name="Hao He" userId="53f25fbde486d948" providerId="LiveId" clId="{BAF5EF7A-A681-40A4-AEAD-3C060DF460C8}" dt="2026-02-08T17:14:11.252" v="6868" actId="1076"/>
          <ac:picMkLst>
            <pc:docMk/>
            <pc:sldMk cId="887472350" sldId="315"/>
            <ac:picMk id="1032" creationId="{625CB55C-376D-C8E2-CDAB-FB8EBF7B3575}"/>
          </ac:picMkLst>
        </pc:picChg>
      </pc:sldChg>
      <pc:sldChg chg="addSp delSp modSp add mod ord modShow">
        <pc:chgData name="Hao He" userId="53f25fbde486d948" providerId="LiveId" clId="{BAF5EF7A-A681-40A4-AEAD-3C060DF460C8}" dt="2026-03-08T22:24:29.691" v="15358" actId="20577"/>
        <pc:sldMkLst>
          <pc:docMk/>
          <pc:sldMk cId="2227869089" sldId="316"/>
        </pc:sldMkLst>
        <pc:spChg chg="mod">
          <ac:chgData name="Hao He" userId="53f25fbde486d948" providerId="LiveId" clId="{BAF5EF7A-A681-40A4-AEAD-3C060DF460C8}" dt="2026-03-08T22:21:37.484" v="15329"/>
          <ac:spMkLst>
            <pc:docMk/>
            <pc:sldMk cId="2227869089" sldId="316"/>
            <ac:spMk id="2" creationId="{2C131B24-CCC7-A2DA-AA9D-FD543C02A4BF}"/>
          </ac:spMkLst>
        </pc:spChg>
        <pc:spChg chg="add mod">
          <ac:chgData name="Hao He" userId="53f25fbde486d948" providerId="LiveId" clId="{BAF5EF7A-A681-40A4-AEAD-3C060DF460C8}" dt="2026-03-08T22:24:29.691" v="15358" actId="20577"/>
          <ac:spMkLst>
            <pc:docMk/>
            <pc:sldMk cId="2227869089" sldId="316"/>
            <ac:spMk id="3" creationId="{B3C8611B-5A05-7CD0-565C-BBC1ECC36964}"/>
          </ac:spMkLst>
        </pc:spChg>
        <pc:spChg chg="mod">
          <ac:chgData name="Hao He" userId="53f25fbde486d948" providerId="LiveId" clId="{BAF5EF7A-A681-40A4-AEAD-3C060DF460C8}" dt="2026-02-24T22:21:21.366" v="13651"/>
          <ac:spMkLst>
            <pc:docMk/>
            <pc:sldMk cId="2227869089" sldId="316"/>
            <ac:spMk id="4" creationId="{3A930488-81BD-DAD8-DBFF-A021BA99EC5D}"/>
          </ac:spMkLst>
        </pc:spChg>
        <pc:spChg chg="mod">
          <ac:chgData name="Hao He" userId="53f25fbde486d948" providerId="LiveId" clId="{BAF5EF7A-A681-40A4-AEAD-3C060DF460C8}" dt="2026-02-08T17:08:48.615" v="6726" actId="14100"/>
          <ac:spMkLst>
            <pc:docMk/>
            <pc:sldMk cId="2227869089" sldId="316"/>
            <ac:spMk id="11" creationId="{3E4BF423-089E-230C-A26C-87A42A6816E0}"/>
          </ac:spMkLst>
        </pc:spChg>
        <pc:picChg chg="mod">
          <ac:chgData name="Hao He" userId="53f25fbde486d948" providerId="LiveId" clId="{BAF5EF7A-A681-40A4-AEAD-3C060DF460C8}" dt="2026-02-08T17:06:45.531" v="6476" actId="1076"/>
          <ac:picMkLst>
            <pc:docMk/>
            <pc:sldMk cId="2227869089" sldId="316"/>
            <ac:picMk id="9" creationId="{190D79E6-1D69-5E27-5AA7-752A4F6DE6BD}"/>
          </ac:picMkLst>
        </pc:picChg>
        <pc:cxnChg chg="add mod">
          <ac:chgData name="Hao He" userId="53f25fbde486d948" providerId="LiveId" clId="{BAF5EF7A-A681-40A4-AEAD-3C060DF460C8}" dt="2026-03-08T22:20:46.346" v="15232" actId="20577"/>
          <ac:cxnSpMkLst>
            <pc:docMk/>
            <pc:sldMk cId="2227869089" sldId="316"/>
            <ac:cxnSpMk id="10" creationId="{9B854118-CFBF-3EA5-448D-4EC090C1284C}"/>
          </ac:cxnSpMkLst>
        </pc:cxnChg>
      </pc:sldChg>
      <pc:sldChg chg="addSp delSp modSp new mod ord modShow">
        <pc:chgData name="Hao He" userId="53f25fbde486d948" providerId="LiveId" clId="{BAF5EF7A-A681-40A4-AEAD-3C060DF460C8}" dt="2026-02-27T18:14:02.422" v="14400" actId="729"/>
        <pc:sldMkLst>
          <pc:docMk/>
          <pc:sldMk cId="813303006" sldId="318"/>
        </pc:sldMkLst>
        <pc:spChg chg="mod">
          <ac:chgData name="Hao He" userId="53f25fbde486d948" providerId="LiveId" clId="{BAF5EF7A-A681-40A4-AEAD-3C060DF460C8}" dt="2026-02-08T23:20:01.382" v="7430" actId="20577"/>
          <ac:spMkLst>
            <pc:docMk/>
            <pc:sldMk cId="813303006" sldId="318"/>
            <ac:spMk id="2" creationId="{F4EF4942-0C38-05A5-2437-EBBE4BC04209}"/>
          </ac:spMkLst>
        </pc:spChg>
        <pc:spChg chg="mod">
          <ac:chgData name="Hao He" userId="53f25fbde486d948" providerId="LiveId" clId="{BAF5EF7A-A681-40A4-AEAD-3C060DF460C8}" dt="2026-02-24T22:21:24.614" v="13653"/>
          <ac:spMkLst>
            <pc:docMk/>
            <pc:sldMk cId="813303006" sldId="318"/>
            <ac:spMk id="4" creationId="{EEF10BE2-20BF-1E02-463B-5658005AE61B}"/>
          </ac:spMkLst>
        </pc:spChg>
        <pc:spChg chg="add mod">
          <ac:chgData name="Hao He" userId="53f25fbde486d948" providerId="LiveId" clId="{BAF5EF7A-A681-40A4-AEAD-3C060DF460C8}" dt="2026-02-08T23:20:47.654" v="7460" actId="20577"/>
          <ac:spMkLst>
            <pc:docMk/>
            <pc:sldMk cId="813303006" sldId="318"/>
            <ac:spMk id="8" creationId="{3A137CE2-3C12-906C-7F24-88016AA4A38E}"/>
          </ac:spMkLst>
        </pc:spChg>
        <pc:spChg chg="add mod">
          <ac:chgData name="Hao He" userId="53f25fbde486d948" providerId="LiveId" clId="{BAF5EF7A-A681-40A4-AEAD-3C060DF460C8}" dt="2026-02-08T23:20:58.535" v="7475" actId="1076"/>
          <ac:spMkLst>
            <pc:docMk/>
            <pc:sldMk cId="813303006" sldId="318"/>
            <ac:spMk id="9" creationId="{A2200A14-8713-4655-3B7D-90EDC2D13C7C}"/>
          </ac:spMkLst>
        </pc:spChg>
        <pc:spChg chg="add mod">
          <ac:chgData name="Hao He" userId="53f25fbde486d948" providerId="LiveId" clId="{BAF5EF7A-A681-40A4-AEAD-3C060DF460C8}" dt="2026-02-08T23:23:16.806" v="7735" actId="1076"/>
          <ac:spMkLst>
            <pc:docMk/>
            <pc:sldMk cId="813303006" sldId="318"/>
            <ac:spMk id="10" creationId="{744297A5-AE80-A946-35A7-C60391CE5575}"/>
          </ac:spMkLst>
        </pc:spChg>
        <pc:spChg chg="add mod">
          <ac:chgData name="Hao He" userId="53f25fbde486d948" providerId="LiveId" clId="{BAF5EF7A-A681-40A4-AEAD-3C060DF460C8}" dt="2026-02-08T23:23:25.322" v="7736" actId="1076"/>
          <ac:spMkLst>
            <pc:docMk/>
            <pc:sldMk cId="813303006" sldId="318"/>
            <ac:spMk id="12" creationId="{947A284B-82C1-ABD9-9CEE-3A43B4828DD7}"/>
          </ac:spMkLst>
        </pc:spChg>
        <pc:spChg chg="add mod">
          <ac:chgData name="Hao He" userId="53f25fbde486d948" providerId="LiveId" clId="{BAF5EF7A-A681-40A4-AEAD-3C060DF460C8}" dt="2026-02-08T23:23:12.299" v="7732" actId="1076"/>
          <ac:spMkLst>
            <pc:docMk/>
            <pc:sldMk cId="813303006" sldId="318"/>
            <ac:spMk id="13" creationId="{CBEA178A-21DB-E282-F3EC-9321FAFD63D0}"/>
          </ac:spMkLst>
        </pc:spChg>
        <pc:spChg chg="add mod">
          <ac:chgData name="Hao He" userId="53f25fbde486d948" providerId="LiveId" clId="{BAF5EF7A-A681-40A4-AEAD-3C060DF460C8}" dt="2026-02-08T23:38:11.677" v="7832" actId="1076"/>
          <ac:spMkLst>
            <pc:docMk/>
            <pc:sldMk cId="813303006" sldId="318"/>
            <ac:spMk id="14" creationId="{7F16B857-BA63-D015-D10E-6C35576ED125}"/>
          </ac:spMkLst>
        </pc:spChg>
        <pc:spChg chg="add mod">
          <ac:chgData name="Hao He" userId="53f25fbde486d948" providerId="LiveId" clId="{BAF5EF7A-A681-40A4-AEAD-3C060DF460C8}" dt="2026-02-08T23:38:10.630" v="7831" actId="1076"/>
          <ac:spMkLst>
            <pc:docMk/>
            <pc:sldMk cId="813303006" sldId="318"/>
            <ac:spMk id="15" creationId="{BE2A54DB-115A-777D-462E-F36D0D16B725}"/>
          </ac:spMkLst>
        </pc:spChg>
        <pc:spChg chg="add mod">
          <ac:chgData name="Hao He" userId="53f25fbde486d948" providerId="LiveId" clId="{BAF5EF7A-A681-40A4-AEAD-3C060DF460C8}" dt="2026-02-08T23:22:44.460" v="7696" actId="1076"/>
          <ac:spMkLst>
            <pc:docMk/>
            <pc:sldMk cId="813303006" sldId="318"/>
            <ac:spMk id="16" creationId="{0CE8BC3C-A44B-4C4C-A2A5-4987ADF9E31C}"/>
          </ac:spMkLst>
        </pc:spChg>
        <pc:spChg chg="add mod">
          <ac:chgData name="Hao He" userId="53f25fbde486d948" providerId="LiveId" clId="{BAF5EF7A-A681-40A4-AEAD-3C060DF460C8}" dt="2026-02-08T23:23:15.287" v="7734" actId="1076"/>
          <ac:spMkLst>
            <pc:docMk/>
            <pc:sldMk cId="813303006" sldId="318"/>
            <ac:spMk id="17" creationId="{1B459FEA-735D-C4BD-9409-0679C025CE6C}"/>
          </ac:spMkLst>
        </pc:spChg>
        <pc:cxnChg chg="add mod">
          <ac:chgData name="Hao He" userId="53f25fbde486d948" providerId="LiveId" clId="{BAF5EF7A-A681-40A4-AEAD-3C060DF460C8}" dt="2026-02-08T23:20:23.463" v="7435" actId="1076"/>
          <ac:cxnSpMkLst>
            <pc:docMk/>
            <pc:sldMk cId="813303006" sldId="318"/>
            <ac:cxnSpMk id="7" creationId="{AB1F078E-2DDD-A807-FDF8-C30A9869F26A}"/>
          </ac:cxnSpMkLst>
        </pc:cxnChg>
      </pc:sldChg>
      <pc:sldChg chg="modSp new mod">
        <pc:chgData name="Hao He" userId="53f25fbde486d948" providerId="LiveId" clId="{BAF5EF7A-A681-40A4-AEAD-3C060DF460C8}" dt="2026-03-08T17:38:16.491" v="14747" actId="20577"/>
        <pc:sldMkLst>
          <pc:docMk/>
          <pc:sldMk cId="4215255389" sldId="320"/>
        </pc:sldMkLst>
        <pc:spChg chg="mod">
          <ac:chgData name="Hao He" userId="53f25fbde486d948" providerId="LiveId" clId="{BAF5EF7A-A681-40A4-AEAD-3C060DF460C8}" dt="2026-03-08T17:38:16.491" v="14747" actId="20577"/>
          <ac:spMkLst>
            <pc:docMk/>
            <pc:sldMk cId="4215255389" sldId="320"/>
            <ac:spMk id="2" creationId="{CCD7AABD-0762-0B70-8545-7A212C31EF66}"/>
          </ac:spMkLst>
        </pc:spChg>
        <pc:spChg chg="mod">
          <ac:chgData name="Hao He" userId="53f25fbde486d948" providerId="LiveId" clId="{BAF5EF7A-A681-40A4-AEAD-3C060DF460C8}" dt="2026-02-09T00:00:58.243" v="10206" actId="113"/>
          <ac:spMkLst>
            <pc:docMk/>
            <pc:sldMk cId="4215255389" sldId="320"/>
            <ac:spMk id="3" creationId="{9A350AC1-A0DA-6F79-3C4E-31600F52E62F}"/>
          </ac:spMkLst>
        </pc:spChg>
        <pc:spChg chg="mod">
          <ac:chgData name="Hao He" userId="53f25fbde486d948" providerId="LiveId" clId="{BAF5EF7A-A681-40A4-AEAD-3C060DF460C8}" dt="2026-02-24T22:22:21.167" v="13662"/>
          <ac:spMkLst>
            <pc:docMk/>
            <pc:sldMk cId="4215255389" sldId="320"/>
            <ac:spMk id="4" creationId="{931A3709-988C-651D-98D1-A81FB716084E}"/>
          </ac:spMkLst>
        </pc:spChg>
      </pc:sldChg>
      <pc:sldChg chg="addSp delSp modSp new mod modShow">
        <pc:chgData name="Hao He" userId="53f25fbde486d948" providerId="LiveId" clId="{BAF5EF7A-A681-40A4-AEAD-3C060DF460C8}" dt="2026-03-08T17:24:41.973" v="14478" actId="729"/>
        <pc:sldMkLst>
          <pc:docMk/>
          <pc:sldMk cId="2253495669" sldId="321"/>
        </pc:sldMkLst>
        <pc:spChg chg="mod">
          <ac:chgData name="Hao He" userId="53f25fbde486d948" providerId="LiveId" clId="{BAF5EF7A-A681-40A4-AEAD-3C060DF460C8}" dt="2026-02-09T00:23:23.535" v="12138" actId="20577"/>
          <ac:spMkLst>
            <pc:docMk/>
            <pc:sldMk cId="2253495669" sldId="321"/>
            <ac:spMk id="3" creationId="{0F8FB1CB-801A-C442-0C46-97F242266562}"/>
          </ac:spMkLst>
        </pc:spChg>
        <pc:spChg chg="mod">
          <ac:chgData name="Hao He" userId="53f25fbde486d948" providerId="LiveId" clId="{BAF5EF7A-A681-40A4-AEAD-3C060DF460C8}" dt="2026-02-24T22:22:22.893" v="13663"/>
          <ac:spMkLst>
            <pc:docMk/>
            <pc:sldMk cId="2253495669" sldId="321"/>
            <ac:spMk id="4" creationId="{E197346E-C034-8D96-8A7B-D64C04986378}"/>
          </ac:spMkLst>
        </pc:spChg>
        <pc:spChg chg="add mod">
          <ac:chgData name="Hao He" userId="53f25fbde486d948" providerId="LiveId" clId="{BAF5EF7A-A681-40A4-AEAD-3C060DF460C8}" dt="2026-02-08T23:54:12.013" v="9191"/>
          <ac:spMkLst>
            <pc:docMk/>
            <pc:sldMk cId="2253495669" sldId="321"/>
            <ac:spMk id="8" creationId="{595AB9FC-139B-0189-79D1-87DC81474310}"/>
          </ac:spMkLst>
        </pc:spChg>
        <pc:picChg chg="add mod">
          <ac:chgData name="Hao He" userId="53f25fbde486d948" providerId="LiveId" clId="{BAF5EF7A-A681-40A4-AEAD-3C060DF460C8}" dt="2026-02-08T23:53:59.497" v="9189" actId="14100"/>
          <ac:picMkLst>
            <pc:docMk/>
            <pc:sldMk cId="2253495669" sldId="321"/>
            <ac:picMk id="7" creationId="{2EAF37F3-BAAC-B354-FE15-544CA7953C50}"/>
          </ac:picMkLst>
        </pc:picChg>
        <pc:cxnChg chg="add mod">
          <ac:chgData name="Hao He" userId="53f25fbde486d948" providerId="LiveId" clId="{BAF5EF7A-A681-40A4-AEAD-3C060DF460C8}" dt="2026-02-08T23:54:35.967" v="9194" actId="1582"/>
          <ac:cxnSpMkLst>
            <pc:docMk/>
            <pc:sldMk cId="2253495669" sldId="321"/>
            <ac:cxnSpMk id="10" creationId="{8A384812-78D8-722C-8DAC-AE51BBD7E267}"/>
          </ac:cxnSpMkLst>
        </pc:cxnChg>
        <pc:cxnChg chg="add mod">
          <ac:chgData name="Hao He" userId="53f25fbde486d948" providerId="LiveId" clId="{BAF5EF7A-A681-40A4-AEAD-3C060DF460C8}" dt="2026-02-08T23:54:40.014" v="9196" actId="1076"/>
          <ac:cxnSpMkLst>
            <pc:docMk/>
            <pc:sldMk cId="2253495669" sldId="321"/>
            <ac:cxnSpMk id="11" creationId="{6AB8DD45-A8FA-F2D9-C9F7-F2B944D4D206}"/>
          </ac:cxnSpMkLst>
        </pc:cxnChg>
      </pc:sldChg>
      <pc:sldChg chg="modSp new mod">
        <pc:chgData name="Hao He" userId="53f25fbde486d948" providerId="LiveId" clId="{BAF5EF7A-A681-40A4-AEAD-3C060DF460C8}" dt="2026-02-24T22:22:24.175" v="13664"/>
        <pc:sldMkLst>
          <pc:docMk/>
          <pc:sldMk cId="762547983" sldId="322"/>
        </pc:sldMkLst>
        <pc:spChg chg="mod">
          <ac:chgData name="Hao He" userId="53f25fbde486d948" providerId="LiveId" clId="{BAF5EF7A-A681-40A4-AEAD-3C060DF460C8}" dt="2026-02-08T23:58:24.805" v="9901" actId="20577"/>
          <ac:spMkLst>
            <pc:docMk/>
            <pc:sldMk cId="762547983" sldId="322"/>
            <ac:spMk id="2" creationId="{322ECCD0-BE99-C90E-37D6-AB93FC9A8DAC}"/>
          </ac:spMkLst>
        </pc:spChg>
        <pc:spChg chg="mod">
          <ac:chgData name="Hao He" userId="53f25fbde486d948" providerId="LiveId" clId="{BAF5EF7A-A681-40A4-AEAD-3C060DF460C8}" dt="2026-02-09T00:11:11.313" v="11179" actId="20577"/>
          <ac:spMkLst>
            <pc:docMk/>
            <pc:sldMk cId="762547983" sldId="322"/>
            <ac:spMk id="3" creationId="{336A4CAB-217B-05A3-C54B-58CD9906107C}"/>
          </ac:spMkLst>
        </pc:spChg>
        <pc:spChg chg="mod">
          <ac:chgData name="Hao He" userId="53f25fbde486d948" providerId="LiveId" clId="{BAF5EF7A-A681-40A4-AEAD-3C060DF460C8}" dt="2026-02-24T22:22:24.175" v="13664"/>
          <ac:spMkLst>
            <pc:docMk/>
            <pc:sldMk cId="762547983" sldId="322"/>
            <ac:spMk id="4" creationId="{FD8E309B-8969-7E8F-A89B-2612BFA5BABA}"/>
          </ac:spMkLst>
        </pc:spChg>
      </pc:sldChg>
      <pc:sldChg chg="addSp modSp new mod">
        <pc:chgData name="Hao He" userId="53f25fbde486d948" providerId="LiveId" clId="{BAF5EF7A-A681-40A4-AEAD-3C060DF460C8}" dt="2026-02-24T22:22:25.808" v="13665"/>
        <pc:sldMkLst>
          <pc:docMk/>
          <pc:sldMk cId="1704959172" sldId="323"/>
        </pc:sldMkLst>
        <pc:spChg chg="mod">
          <ac:chgData name="Hao He" userId="53f25fbde486d948" providerId="LiveId" clId="{BAF5EF7A-A681-40A4-AEAD-3C060DF460C8}" dt="2026-02-09T00:09:23.999" v="11017" actId="20577"/>
          <ac:spMkLst>
            <pc:docMk/>
            <pc:sldMk cId="1704959172" sldId="323"/>
            <ac:spMk id="2" creationId="{3CF88E9F-7963-9DB5-1C0B-31C036D5883D}"/>
          </ac:spMkLst>
        </pc:spChg>
        <pc:spChg chg="mod">
          <ac:chgData name="Hao He" userId="53f25fbde486d948" providerId="LiveId" clId="{BAF5EF7A-A681-40A4-AEAD-3C060DF460C8}" dt="2026-02-09T00:16:41.971" v="11603" actId="20577"/>
          <ac:spMkLst>
            <pc:docMk/>
            <pc:sldMk cId="1704959172" sldId="323"/>
            <ac:spMk id="3" creationId="{C342137B-1F01-7D15-B356-EE46BC7CCB93}"/>
          </ac:spMkLst>
        </pc:spChg>
        <pc:spChg chg="mod">
          <ac:chgData name="Hao He" userId="53f25fbde486d948" providerId="LiveId" clId="{BAF5EF7A-A681-40A4-AEAD-3C060DF460C8}" dt="2026-02-24T22:22:25.808" v="13665"/>
          <ac:spMkLst>
            <pc:docMk/>
            <pc:sldMk cId="1704959172" sldId="323"/>
            <ac:spMk id="4" creationId="{0C2A088E-9C0E-2884-8809-4929FB3CE856}"/>
          </ac:spMkLst>
        </pc:spChg>
        <pc:spChg chg="add mod">
          <ac:chgData name="Hao He" userId="53f25fbde486d948" providerId="LiveId" clId="{BAF5EF7A-A681-40A4-AEAD-3C060DF460C8}" dt="2026-02-09T00:16:05.068" v="11522" actId="1035"/>
          <ac:spMkLst>
            <pc:docMk/>
            <pc:sldMk cId="1704959172" sldId="323"/>
            <ac:spMk id="6" creationId="{FC8B8A23-2165-8709-1434-EB721B554268}"/>
          </ac:spMkLst>
        </pc:spChg>
        <pc:spChg chg="add mod">
          <ac:chgData name="Hao He" userId="53f25fbde486d948" providerId="LiveId" clId="{BAF5EF7A-A681-40A4-AEAD-3C060DF460C8}" dt="2026-02-09T00:16:05.068" v="11522" actId="1035"/>
          <ac:spMkLst>
            <pc:docMk/>
            <pc:sldMk cId="1704959172" sldId="323"/>
            <ac:spMk id="11" creationId="{20B81E0F-B64D-2C45-3FA3-B5CB4262C7A4}"/>
          </ac:spMkLst>
        </pc:spChg>
        <pc:spChg chg="add mod">
          <ac:chgData name="Hao He" userId="53f25fbde486d948" providerId="LiveId" clId="{BAF5EF7A-A681-40A4-AEAD-3C060DF460C8}" dt="2026-02-09T00:16:05.068" v="11522" actId="1035"/>
          <ac:spMkLst>
            <pc:docMk/>
            <pc:sldMk cId="1704959172" sldId="323"/>
            <ac:spMk id="15" creationId="{591E6B91-4317-5D7D-5E38-1185D9C9D8C0}"/>
          </ac:spMkLst>
        </pc:spChg>
        <pc:cxnChg chg="add mod">
          <ac:chgData name="Hao He" userId="53f25fbde486d948" providerId="LiveId" clId="{BAF5EF7A-A681-40A4-AEAD-3C060DF460C8}" dt="2026-02-09T00:16:05.068" v="11522" actId="1035"/>
          <ac:cxnSpMkLst>
            <pc:docMk/>
            <pc:sldMk cId="1704959172" sldId="323"/>
            <ac:cxnSpMk id="7" creationId="{00250AE6-9631-B1A6-CDF0-8D0B8EE9B276}"/>
          </ac:cxnSpMkLst>
        </pc:cxnChg>
        <pc:cxnChg chg="add mod">
          <ac:chgData name="Hao He" userId="53f25fbde486d948" providerId="LiveId" clId="{BAF5EF7A-A681-40A4-AEAD-3C060DF460C8}" dt="2026-02-09T00:16:05.068" v="11522" actId="1035"/>
          <ac:cxnSpMkLst>
            <pc:docMk/>
            <pc:sldMk cId="1704959172" sldId="323"/>
            <ac:cxnSpMk id="14" creationId="{805B041B-5D27-FF5F-3A40-B852675B48DA}"/>
          </ac:cxnSpMkLst>
        </pc:cxnChg>
      </pc:sldChg>
      <pc:sldChg chg="addSp modSp new mod modShow">
        <pc:chgData name="Hao He" userId="53f25fbde486d948" providerId="LiveId" clId="{BAF5EF7A-A681-40A4-AEAD-3C060DF460C8}" dt="2026-03-08T17:25:37.412" v="14479" actId="729"/>
        <pc:sldMkLst>
          <pc:docMk/>
          <pc:sldMk cId="966120556" sldId="324"/>
        </pc:sldMkLst>
        <pc:spChg chg="mod">
          <ac:chgData name="Hao He" userId="53f25fbde486d948" providerId="LiveId" clId="{BAF5EF7A-A681-40A4-AEAD-3C060DF460C8}" dt="2026-02-09T00:17:53.198" v="11643" actId="20577"/>
          <ac:spMkLst>
            <pc:docMk/>
            <pc:sldMk cId="966120556" sldId="324"/>
            <ac:spMk id="2" creationId="{DCEF7EC7-5352-3F03-8EC5-2757BF294C20}"/>
          </ac:spMkLst>
        </pc:spChg>
        <pc:spChg chg="mod">
          <ac:chgData name="Hao He" userId="53f25fbde486d948" providerId="LiveId" clId="{BAF5EF7A-A681-40A4-AEAD-3C060DF460C8}" dt="2026-02-09T00:24:59.920" v="12167" actId="113"/>
          <ac:spMkLst>
            <pc:docMk/>
            <pc:sldMk cId="966120556" sldId="324"/>
            <ac:spMk id="3" creationId="{7BB01C9E-4A19-CBB9-9E33-7E07A57BF5B7}"/>
          </ac:spMkLst>
        </pc:spChg>
        <pc:spChg chg="mod">
          <ac:chgData name="Hao He" userId="53f25fbde486d948" providerId="LiveId" clId="{BAF5EF7A-A681-40A4-AEAD-3C060DF460C8}" dt="2026-02-24T22:22:27.553" v="13666"/>
          <ac:spMkLst>
            <pc:docMk/>
            <pc:sldMk cId="966120556" sldId="324"/>
            <ac:spMk id="4" creationId="{F11446A2-0385-18BB-8562-3EED3AB7244F}"/>
          </ac:spMkLst>
        </pc:spChg>
        <pc:spChg chg="add mod">
          <ac:chgData name="Hao He" userId="53f25fbde486d948" providerId="LiveId" clId="{BAF5EF7A-A681-40A4-AEAD-3C060DF460C8}" dt="2026-02-09T00:23:06.055" v="12133" actId="164"/>
          <ac:spMkLst>
            <pc:docMk/>
            <pc:sldMk cId="966120556" sldId="324"/>
            <ac:spMk id="6" creationId="{C54A9C3B-B733-7940-C05F-8648ABCBFBB3}"/>
          </ac:spMkLst>
        </pc:spChg>
        <pc:spChg chg="add mod">
          <ac:chgData name="Hao He" userId="53f25fbde486d948" providerId="LiveId" clId="{BAF5EF7A-A681-40A4-AEAD-3C060DF460C8}" dt="2026-02-09T00:23:06.055" v="12133" actId="164"/>
          <ac:spMkLst>
            <pc:docMk/>
            <pc:sldMk cId="966120556" sldId="324"/>
            <ac:spMk id="8" creationId="{329603E7-4994-74DC-A7E0-A9C1FD9113D5}"/>
          </ac:spMkLst>
        </pc:spChg>
        <pc:spChg chg="add mod">
          <ac:chgData name="Hao He" userId="53f25fbde486d948" providerId="LiveId" clId="{BAF5EF7A-A681-40A4-AEAD-3C060DF460C8}" dt="2026-02-09T00:23:06.055" v="12133" actId="164"/>
          <ac:spMkLst>
            <pc:docMk/>
            <pc:sldMk cId="966120556" sldId="324"/>
            <ac:spMk id="10" creationId="{E3D7499D-EBD6-CD84-3C8F-66D302BD60B3}"/>
          </ac:spMkLst>
        </pc:spChg>
        <pc:grpChg chg="add mod">
          <ac:chgData name="Hao He" userId="53f25fbde486d948" providerId="LiveId" clId="{BAF5EF7A-A681-40A4-AEAD-3C060DF460C8}" dt="2026-02-09T00:23:07.592" v="12134" actId="1076"/>
          <ac:grpSpMkLst>
            <pc:docMk/>
            <pc:sldMk cId="966120556" sldId="324"/>
            <ac:grpSpMk id="11" creationId="{C1C94780-BFC9-D485-636C-9A1FEDE901AF}"/>
          </ac:grpSpMkLst>
        </pc:grpChg>
        <pc:cxnChg chg="add mod">
          <ac:chgData name="Hao He" userId="53f25fbde486d948" providerId="LiveId" clId="{BAF5EF7A-A681-40A4-AEAD-3C060DF460C8}" dt="2026-02-09T00:23:06.055" v="12133" actId="164"/>
          <ac:cxnSpMkLst>
            <pc:docMk/>
            <pc:sldMk cId="966120556" sldId="324"/>
            <ac:cxnSpMk id="7" creationId="{14FA7489-8F7F-3B39-C65D-CB992CA8AA3B}"/>
          </ac:cxnSpMkLst>
        </pc:cxnChg>
        <pc:cxnChg chg="add mod">
          <ac:chgData name="Hao He" userId="53f25fbde486d948" providerId="LiveId" clId="{BAF5EF7A-A681-40A4-AEAD-3C060DF460C8}" dt="2026-02-09T00:23:06.055" v="12133" actId="164"/>
          <ac:cxnSpMkLst>
            <pc:docMk/>
            <pc:sldMk cId="966120556" sldId="324"/>
            <ac:cxnSpMk id="9" creationId="{F8AF44BD-3D27-2D93-6859-DFBF4CC699FA}"/>
          </ac:cxnSpMkLst>
        </pc:cxnChg>
      </pc:sldChg>
      <pc:sldChg chg="addSp delSp modSp new mod modShow">
        <pc:chgData name="Hao He" userId="53f25fbde486d948" providerId="LiveId" clId="{BAF5EF7A-A681-40A4-AEAD-3C060DF460C8}" dt="2026-03-08T23:11:10.635" v="15583" actId="729"/>
        <pc:sldMkLst>
          <pc:docMk/>
          <pc:sldMk cId="546705867" sldId="325"/>
        </pc:sldMkLst>
        <pc:spChg chg="mod">
          <ac:chgData name="Hao He" userId="53f25fbde486d948" providerId="LiveId" clId="{BAF5EF7A-A681-40A4-AEAD-3C060DF460C8}" dt="2026-03-08T22:41:37.562" v="15466" actId="20577"/>
          <ac:spMkLst>
            <pc:docMk/>
            <pc:sldMk cId="546705867" sldId="325"/>
            <ac:spMk id="2" creationId="{2B1D6B1A-DEEF-6A31-1E81-EC2EDA52C446}"/>
          </ac:spMkLst>
        </pc:spChg>
        <pc:spChg chg="mod">
          <ac:chgData name="Hao He" userId="53f25fbde486d948" providerId="LiveId" clId="{BAF5EF7A-A681-40A4-AEAD-3C060DF460C8}" dt="2026-02-24T22:22:32.059" v="13668"/>
          <ac:spMkLst>
            <pc:docMk/>
            <pc:sldMk cId="546705867" sldId="325"/>
            <ac:spMk id="4" creationId="{57E66045-48B2-2732-34DF-75454A34C60C}"/>
          </ac:spMkLst>
        </pc:spChg>
        <pc:spChg chg="add mod">
          <ac:chgData name="Hao He" userId="53f25fbde486d948" providerId="LiveId" clId="{BAF5EF7A-A681-40A4-AEAD-3C060DF460C8}" dt="2026-02-09T00:26:47.404" v="12168"/>
          <ac:spMkLst>
            <pc:docMk/>
            <pc:sldMk cId="546705867" sldId="325"/>
            <ac:spMk id="7" creationId="{90BF2B0C-0A55-D13B-BC35-E42949E95D97}"/>
          </ac:spMkLst>
        </pc:spChg>
        <pc:spChg chg="add mod">
          <ac:chgData name="Hao He" userId="53f25fbde486d948" providerId="LiveId" clId="{BAF5EF7A-A681-40A4-AEAD-3C060DF460C8}" dt="2026-02-09T00:26:47.404" v="12168"/>
          <ac:spMkLst>
            <pc:docMk/>
            <pc:sldMk cId="546705867" sldId="325"/>
            <ac:spMk id="8" creationId="{14BBE618-24E2-7AFC-06B4-0EFE8659C498}"/>
          </ac:spMkLst>
        </pc:spChg>
        <pc:spChg chg="add mod">
          <ac:chgData name="Hao He" userId="53f25fbde486d948" providerId="LiveId" clId="{BAF5EF7A-A681-40A4-AEAD-3C060DF460C8}" dt="2026-03-08T17:35:20.850" v="14603" actId="113"/>
          <ac:spMkLst>
            <pc:docMk/>
            <pc:sldMk cId="546705867" sldId="325"/>
            <ac:spMk id="10" creationId="{44054C92-D766-FEE8-55F7-686C95BC6AC5}"/>
          </ac:spMkLst>
        </pc:spChg>
        <pc:spChg chg="add mod">
          <ac:chgData name="Hao He" userId="53f25fbde486d948" providerId="LiveId" clId="{BAF5EF7A-A681-40A4-AEAD-3C060DF460C8}" dt="2026-03-08T17:34:57.651" v="14567" actId="20577"/>
          <ac:spMkLst>
            <pc:docMk/>
            <pc:sldMk cId="546705867" sldId="325"/>
            <ac:spMk id="13" creationId="{DD87D7DA-E89E-9423-629F-76002383D7E5}"/>
          </ac:spMkLst>
        </pc:spChg>
        <pc:spChg chg="add mod">
          <ac:chgData name="Hao He" userId="53f25fbde486d948" providerId="LiveId" clId="{BAF5EF7A-A681-40A4-AEAD-3C060DF460C8}" dt="2026-03-08T17:35:18.292" v="14602" actId="113"/>
          <ac:spMkLst>
            <pc:docMk/>
            <pc:sldMk cId="546705867" sldId="325"/>
            <ac:spMk id="14" creationId="{51A42357-3987-7478-21A8-AE86DBDDF068}"/>
          </ac:spMkLst>
        </pc:spChg>
        <pc:cxnChg chg="add mod">
          <ac:chgData name="Hao He" userId="53f25fbde486d948" providerId="LiveId" clId="{BAF5EF7A-A681-40A4-AEAD-3C060DF460C8}" dt="2026-02-09T00:26:47.404" v="12168"/>
          <ac:cxnSpMkLst>
            <pc:docMk/>
            <pc:sldMk cId="546705867" sldId="325"/>
            <ac:cxnSpMk id="6" creationId="{06745DE1-67A8-C153-33BB-2F439B5B920E}"/>
          </ac:cxnSpMkLst>
        </pc:cxnChg>
      </pc:sldChg>
      <pc:sldChg chg="modSp mod modShow">
        <pc:chgData name="Hao He" userId="53f25fbde486d948" providerId="LiveId" clId="{BAF5EF7A-A681-40A4-AEAD-3C060DF460C8}" dt="2026-03-07T23:49:27.414" v="14407" actId="729"/>
        <pc:sldMkLst>
          <pc:docMk/>
          <pc:sldMk cId="1783706909" sldId="327"/>
        </pc:sldMkLst>
        <pc:spChg chg="mod">
          <ac:chgData name="Hao He" userId="53f25fbde486d948" providerId="LiveId" clId="{BAF5EF7A-A681-40A4-AEAD-3C060DF460C8}" dt="2026-02-24T22:22:29.341" v="13667"/>
          <ac:spMkLst>
            <pc:docMk/>
            <pc:sldMk cId="1783706909" sldId="327"/>
            <ac:spMk id="4" creationId="{2785F639-136A-F0AD-A739-B96E6E30EEF1}"/>
          </ac:spMkLst>
        </pc:spChg>
      </pc:sldChg>
      <pc:sldChg chg="modSp mod ord">
        <pc:chgData name="Hao He" userId="53f25fbde486d948" providerId="LiveId" clId="{BAF5EF7A-A681-40A4-AEAD-3C060DF460C8}" dt="2026-02-24T22:21:31.893" v="13657"/>
        <pc:sldMkLst>
          <pc:docMk/>
          <pc:sldMk cId="4277171034" sldId="328"/>
        </pc:sldMkLst>
        <pc:spChg chg="mod">
          <ac:chgData name="Hao He" userId="53f25fbde486d948" providerId="LiveId" clId="{BAF5EF7A-A681-40A4-AEAD-3C060DF460C8}" dt="2026-02-20T18:32:55.285" v="13024" actId="20577"/>
          <ac:spMkLst>
            <pc:docMk/>
            <pc:sldMk cId="4277171034" sldId="328"/>
            <ac:spMk id="3" creationId="{C3692806-3C10-3D87-1EB7-A6965879889F}"/>
          </ac:spMkLst>
        </pc:spChg>
        <pc:spChg chg="mod">
          <ac:chgData name="Hao He" userId="53f25fbde486d948" providerId="LiveId" clId="{BAF5EF7A-A681-40A4-AEAD-3C060DF460C8}" dt="2026-02-24T22:21:31.893" v="13657"/>
          <ac:spMkLst>
            <pc:docMk/>
            <pc:sldMk cId="4277171034" sldId="328"/>
            <ac:spMk id="4" creationId="{F35B9363-D236-7D4C-3F83-735B71007503}"/>
          </ac:spMkLst>
        </pc:spChg>
      </pc:sldChg>
      <pc:sldChg chg="modSp">
        <pc:chgData name="Hao He" userId="53f25fbde486d948" providerId="LiveId" clId="{BAF5EF7A-A681-40A4-AEAD-3C060DF460C8}" dt="2026-02-24T22:22:17.095" v="13659"/>
        <pc:sldMkLst>
          <pc:docMk/>
          <pc:sldMk cId="161607488" sldId="329"/>
        </pc:sldMkLst>
        <pc:spChg chg="mod">
          <ac:chgData name="Hao He" userId="53f25fbde486d948" providerId="LiveId" clId="{BAF5EF7A-A681-40A4-AEAD-3C060DF460C8}" dt="2026-02-24T22:22:17.095" v="13659"/>
          <ac:spMkLst>
            <pc:docMk/>
            <pc:sldMk cId="161607488" sldId="329"/>
            <ac:spMk id="4" creationId="{7B4D47A1-1979-084D-2D1D-978781F5DFD6}"/>
          </ac:spMkLst>
        </pc:spChg>
      </pc:sldChg>
      <pc:sldChg chg="modSp">
        <pc:chgData name="Hao He" userId="53f25fbde486d948" providerId="LiveId" clId="{BAF5EF7A-A681-40A4-AEAD-3C060DF460C8}" dt="2026-02-24T22:22:20.008" v="13661"/>
        <pc:sldMkLst>
          <pc:docMk/>
          <pc:sldMk cId="2076733485" sldId="330"/>
        </pc:sldMkLst>
        <pc:spChg chg="mod">
          <ac:chgData name="Hao He" userId="53f25fbde486d948" providerId="LiveId" clId="{BAF5EF7A-A681-40A4-AEAD-3C060DF460C8}" dt="2026-02-24T22:22:20.008" v="13661"/>
          <ac:spMkLst>
            <pc:docMk/>
            <pc:sldMk cId="2076733485" sldId="330"/>
            <ac:spMk id="4" creationId="{2DA2FE46-CC70-7323-8D9F-49C0B5EBF776}"/>
          </ac:spMkLst>
        </pc:spChg>
      </pc:sldChg>
      <pc:sldChg chg="modSp ord">
        <pc:chgData name="Hao He" userId="53f25fbde486d948" providerId="LiveId" clId="{BAF5EF7A-A681-40A4-AEAD-3C060DF460C8}" dt="2026-02-24T22:21:28.523" v="13655"/>
        <pc:sldMkLst>
          <pc:docMk/>
          <pc:sldMk cId="2381455759" sldId="331"/>
        </pc:sldMkLst>
        <pc:spChg chg="mod">
          <ac:chgData name="Hao He" userId="53f25fbde486d948" providerId="LiveId" clId="{BAF5EF7A-A681-40A4-AEAD-3C060DF460C8}" dt="2026-02-24T22:21:28.523" v="13655"/>
          <ac:spMkLst>
            <pc:docMk/>
            <pc:sldMk cId="2381455759" sldId="331"/>
            <ac:spMk id="4" creationId="{2E1DABA6-522C-D164-FE31-C34CBA0863B0}"/>
          </ac:spMkLst>
        </pc:spChg>
      </pc:sldChg>
      <pc:sldChg chg="modSp ord">
        <pc:chgData name="Hao He" userId="53f25fbde486d948" providerId="LiveId" clId="{BAF5EF7A-A681-40A4-AEAD-3C060DF460C8}" dt="2026-02-24T22:21:30.251" v="13656"/>
        <pc:sldMkLst>
          <pc:docMk/>
          <pc:sldMk cId="2909985666" sldId="332"/>
        </pc:sldMkLst>
        <pc:spChg chg="mod">
          <ac:chgData name="Hao He" userId="53f25fbde486d948" providerId="LiveId" clId="{BAF5EF7A-A681-40A4-AEAD-3C060DF460C8}" dt="2026-02-24T22:21:30.251" v="13656"/>
          <ac:spMkLst>
            <pc:docMk/>
            <pc:sldMk cId="2909985666" sldId="332"/>
            <ac:spMk id="4" creationId="{329F2955-4BBB-4A21-4CB2-1CA405F96DC4}"/>
          </ac:spMkLst>
        </pc:spChg>
      </pc:sldChg>
      <pc:sldChg chg="modSp mod">
        <pc:chgData name="Hao He" userId="53f25fbde486d948" providerId="LiveId" clId="{BAF5EF7A-A681-40A4-AEAD-3C060DF460C8}" dt="2026-03-08T17:37:14.349" v="14617" actId="20577"/>
        <pc:sldMkLst>
          <pc:docMk/>
          <pc:sldMk cId="2822743288" sldId="334"/>
        </pc:sldMkLst>
        <pc:spChg chg="mod">
          <ac:chgData name="Hao He" userId="53f25fbde486d948" providerId="LiveId" clId="{BAF5EF7A-A681-40A4-AEAD-3C060DF460C8}" dt="2026-03-08T17:37:14.349" v="14617" actId="20577"/>
          <ac:spMkLst>
            <pc:docMk/>
            <pc:sldMk cId="2822743288" sldId="334"/>
            <ac:spMk id="2" creationId="{CB245C36-A100-0425-FFA7-FE45532E6050}"/>
          </ac:spMkLst>
        </pc:spChg>
        <pc:spChg chg="mod">
          <ac:chgData name="Hao He" userId="53f25fbde486d948" providerId="LiveId" clId="{BAF5EF7A-A681-40A4-AEAD-3C060DF460C8}" dt="2026-02-24T22:22:18.711" v="13660"/>
          <ac:spMkLst>
            <pc:docMk/>
            <pc:sldMk cId="2822743288" sldId="334"/>
            <ac:spMk id="4" creationId="{44583C92-5696-F1FD-0AF3-177ABBA8E76B}"/>
          </ac:spMkLst>
        </pc:spChg>
      </pc:sldChg>
      <pc:sldChg chg="modSp ord">
        <pc:chgData name="Hao He" userId="53f25fbde486d948" providerId="LiveId" clId="{BAF5EF7A-A681-40A4-AEAD-3C060DF460C8}" dt="2026-02-24T22:28:06.745" v="13924"/>
        <pc:sldMkLst>
          <pc:docMk/>
          <pc:sldMk cId="142757376" sldId="335"/>
        </pc:sldMkLst>
        <pc:spChg chg="mod">
          <ac:chgData name="Hao He" userId="53f25fbde486d948" providerId="LiveId" clId="{BAF5EF7A-A681-40A4-AEAD-3C060DF460C8}" dt="2026-02-24T22:21:26.594" v="13654"/>
          <ac:spMkLst>
            <pc:docMk/>
            <pc:sldMk cId="142757376" sldId="335"/>
            <ac:spMk id="4" creationId="{C7083F4F-F457-EE23-E4CF-5F14D77ECCDA}"/>
          </ac:spMkLst>
        </pc:spChg>
      </pc:sldChg>
      <pc:sldChg chg="modSp new mod">
        <pc:chgData name="Hao He" userId="53f25fbde486d948" providerId="LiveId" clId="{BAF5EF7A-A681-40A4-AEAD-3C060DF460C8}" dt="2026-02-24T22:06:42.990" v="13358" actId="20577"/>
        <pc:sldMkLst>
          <pc:docMk/>
          <pc:sldMk cId="231140887" sldId="337"/>
        </pc:sldMkLst>
        <pc:spChg chg="mod">
          <ac:chgData name="Hao He" userId="53f25fbde486d948" providerId="LiveId" clId="{BAF5EF7A-A681-40A4-AEAD-3C060DF460C8}" dt="2026-02-24T22:06:42.990" v="13358" actId="20577"/>
          <ac:spMkLst>
            <pc:docMk/>
            <pc:sldMk cId="231140887" sldId="337"/>
            <ac:spMk id="2" creationId="{9E279294-A0C0-DAA7-DD17-C04F80E09B9C}"/>
          </ac:spMkLst>
        </pc:spChg>
      </pc:sldChg>
      <pc:sldChg chg="modSp new mod">
        <pc:chgData name="Hao He" userId="53f25fbde486d948" providerId="LiveId" clId="{BAF5EF7A-A681-40A4-AEAD-3C060DF460C8}" dt="2026-02-24T22:08:42.464" v="13517" actId="1076"/>
        <pc:sldMkLst>
          <pc:docMk/>
          <pc:sldMk cId="995548224" sldId="338"/>
        </pc:sldMkLst>
        <pc:spChg chg="mod">
          <ac:chgData name="Hao He" userId="53f25fbde486d948" providerId="LiveId" clId="{BAF5EF7A-A681-40A4-AEAD-3C060DF460C8}" dt="2026-02-24T22:07:37.086" v="13464" actId="20577"/>
          <ac:spMkLst>
            <pc:docMk/>
            <pc:sldMk cId="995548224" sldId="338"/>
            <ac:spMk id="2" creationId="{994962BB-C740-C2EF-8C95-7400743A8ED3}"/>
          </ac:spMkLst>
        </pc:spChg>
        <pc:spChg chg="mod">
          <ac:chgData name="Hao He" userId="53f25fbde486d948" providerId="LiveId" clId="{BAF5EF7A-A681-40A4-AEAD-3C060DF460C8}" dt="2026-02-24T22:08:42.464" v="13517" actId="1076"/>
          <ac:spMkLst>
            <pc:docMk/>
            <pc:sldMk cId="995548224" sldId="338"/>
            <ac:spMk id="3" creationId="{A4AE96E6-FE6B-CC82-302A-AA4E4438D887}"/>
          </ac:spMkLst>
        </pc:spChg>
      </pc:sldChg>
      <pc:sldChg chg="modSp new mod modShow">
        <pc:chgData name="Hao He" userId="53f25fbde486d948" providerId="LiveId" clId="{BAF5EF7A-A681-40A4-AEAD-3C060DF460C8}" dt="2026-03-07T23:30:23.167" v="14404" actId="729"/>
        <pc:sldMkLst>
          <pc:docMk/>
          <pc:sldMk cId="2058601401" sldId="339"/>
        </pc:sldMkLst>
        <pc:spChg chg="mod">
          <ac:chgData name="Hao He" userId="53f25fbde486d948" providerId="LiveId" clId="{BAF5EF7A-A681-40A4-AEAD-3C060DF460C8}" dt="2026-02-24T22:20:13.061" v="13643" actId="20577"/>
          <ac:spMkLst>
            <pc:docMk/>
            <pc:sldMk cId="2058601401" sldId="339"/>
            <ac:spMk id="2" creationId="{66AC8BB8-C13D-14EB-65C6-3F3E3569FEEC}"/>
          </ac:spMkLst>
        </pc:spChg>
      </pc:sldChg>
      <pc:sldChg chg="addSp delSp modSp new mod">
        <pc:chgData name="Hao He" userId="53f25fbde486d948" providerId="LiveId" clId="{BAF5EF7A-A681-40A4-AEAD-3C060DF460C8}" dt="2026-02-24T22:10:35.867" v="13622" actId="1076"/>
        <pc:sldMkLst>
          <pc:docMk/>
          <pc:sldMk cId="27402281" sldId="340"/>
        </pc:sldMkLst>
        <pc:spChg chg="mod">
          <ac:chgData name="Hao He" userId="53f25fbde486d948" providerId="LiveId" clId="{BAF5EF7A-A681-40A4-AEAD-3C060DF460C8}" dt="2026-02-24T22:10:30.195" v="13620"/>
          <ac:spMkLst>
            <pc:docMk/>
            <pc:sldMk cId="27402281" sldId="340"/>
            <ac:spMk id="2" creationId="{C1412D94-86DA-8AAE-3401-A5DB5425D9C1}"/>
          </ac:spMkLst>
        </pc:spChg>
        <pc:picChg chg="add mod">
          <ac:chgData name="Hao He" userId="53f25fbde486d948" providerId="LiveId" clId="{BAF5EF7A-A681-40A4-AEAD-3C060DF460C8}" dt="2026-02-24T22:10:35.867" v="13622" actId="1076"/>
          <ac:picMkLst>
            <pc:docMk/>
            <pc:sldMk cId="27402281" sldId="340"/>
            <ac:picMk id="6" creationId="{8FF8AC05-E644-1064-5917-815E9D999232}"/>
          </ac:picMkLst>
        </pc:picChg>
        <pc:picChg chg="add mod">
          <ac:chgData name="Hao He" userId="53f25fbde486d948" providerId="LiveId" clId="{BAF5EF7A-A681-40A4-AEAD-3C060DF460C8}" dt="2026-02-24T22:09:56.474" v="13556" actId="1076"/>
          <ac:picMkLst>
            <pc:docMk/>
            <pc:sldMk cId="27402281" sldId="340"/>
            <ac:picMk id="8" creationId="{350C9A7A-9C0A-54CB-294E-7B28BB1EE350}"/>
          </ac:picMkLst>
        </pc:picChg>
        <pc:picChg chg="add mod">
          <ac:chgData name="Hao He" userId="53f25fbde486d948" providerId="LiveId" clId="{BAF5EF7A-A681-40A4-AEAD-3C060DF460C8}" dt="2026-02-24T22:10:00.157" v="13558" actId="14100"/>
          <ac:picMkLst>
            <pc:docMk/>
            <pc:sldMk cId="27402281" sldId="340"/>
            <ac:picMk id="9" creationId="{A2104812-07A1-C354-36A2-B6CD8BF2B681}"/>
          </ac:picMkLst>
        </pc:picChg>
      </pc:sldChg>
      <pc:sldChg chg="addSp delSp modSp new mod">
        <pc:chgData name="Hao He" userId="53f25fbde486d948" providerId="LiveId" clId="{BAF5EF7A-A681-40A4-AEAD-3C060DF460C8}" dt="2026-02-27T18:16:33.344" v="14402" actId="20577"/>
        <pc:sldMkLst>
          <pc:docMk/>
          <pc:sldMk cId="1633958688" sldId="342"/>
        </pc:sldMkLst>
        <pc:spChg chg="mod">
          <ac:chgData name="Hao He" userId="53f25fbde486d948" providerId="LiveId" clId="{BAF5EF7A-A681-40A4-AEAD-3C060DF460C8}" dt="2026-02-24T22:23:15.530" v="13694" actId="20577"/>
          <ac:spMkLst>
            <pc:docMk/>
            <pc:sldMk cId="1633958688" sldId="342"/>
            <ac:spMk id="2" creationId="{89C43108-8607-A5FA-D593-9FD6D6A905D1}"/>
          </ac:spMkLst>
        </pc:spChg>
        <pc:spChg chg="add mod">
          <ac:chgData name="Hao He" userId="53f25fbde486d948" providerId="LiveId" clId="{BAF5EF7A-A681-40A4-AEAD-3C060DF460C8}" dt="2026-02-27T18:16:33.344" v="14402" actId="20577"/>
          <ac:spMkLst>
            <pc:docMk/>
            <pc:sldMk cId="1633958688" sldId="342"/>
            <ac:spMk id="6" creationId="{558C73C7-2131-808B-5B88-F50B3EFFF2D2}"/>
          </ac:spMkLst>
        </pc:spChg>
        <pc:spChg chg="add mod">
          <ac:chgData name="Hao He" userId="53f25fbde486d948" providerId="LiveId" clId="{BAF5EF7A-A681-40A4-AEAD-3C060DF460C8}" dt="2026-02-25T21:49:55.494" v="14078" actId="20577"/>
          <ac:spMkLst>
            <pc:docMk/>
            <pc:sldMk cId="1633958688" sldId="342"/>
            <ac:spMk id="7" creationId="{FB227BF8-964B-2FF2-335F-C80992ADFEC9}"/>
          </ac:spMkLst>
        </pc:spChg>
      </pc:sldChg>
      <pc:sldChg chg="modSp mod">
        <pc:chgData name="Hao He" userId="53f25fbde486d948" providerId="LiveId" clId="{BAF5EF7A-A681-40A4-AEAD-3C060DF460C8}" dt="2026-03-08T22:33:48.322" v="15374"/>
        <pc:sldMkLst>
          <pc:docMk/>
          <pc:sldMk cId="3623607412" sldId="345"/>
        </pc:sldMkLst>
        <pc:spChg chg="mod">
          <ac:chgData name="Hao He" userId="53f25fbde486d948" providerId="LiveId" clId="{BAF5EF7A-A681-40A4-AEAD-3C060DF460C8}" dt="2026-03-08T22:33:48.322" v="15374"/>
          <ac:spMkLst>
            <pc:docMk/>
            <pc:sldMk cId="3623607412" sldId="345"/>
            <ac:spMk id="2" creationId="{66F726B4-0965-83C8-B199-1167C40F5687}"/>
          </ac:spMkLst>
        </pc:spChg>
        <pc:spChg chg="mod">
          <ac:chgData name="Hao He" userId="53f25fbde486d948" providerId="LiveId" clId="{BAF5EF7A-A681-40A4-AEAD-3C060DF460C8}" dt="2026-02-26T01:47:07.794" v="14373" actId="20577"/>
          <ac:spMkLst>
            <pc:docMk/>
            <pc:sldMk cId="3623607412" sldId="345"/>
            <ac:spMk id="15" creationId="{A445E3C9-8FF0-2EDD-2340-05ED7E1F8B76}"/>
          </ac:spMkLst>
        </pc:spChg>
      </pc:sldChg>
      <pc:sldChg chg="modSp mod">
        <pc:chgData name="Hao He" userId="53f25fbde486d948" providerId="LiveId" clId="{BAF5EF7A-A681-40A4-AEAD-3C060DF460C8}" dt="2026-03-08T22:34:04" v="15380" actId="20577"/>
        <pc:sldMkLst>
          <pc:docMk/>
          <pc:sldMk cId="3431044110" sldId="347"/>
        </pc:sldMkLst>
        <pc:spChg chg="mod">
          <ac:chgData name="Hao He" userId="53f25fbde486d948" providerId="LiveId" clId="{BAF5EF7A-A681-40A4-AEAD-3C060DF460C8}" dt="2026-03-08T22:34:04" v="15380" actId="20577"/>
          <ac:spMkLst>
            <pc:docMk/>
            <pc:sldMk cId="3431044110" sldId="347"/>
            <ac:spMk id="2" creationId="{37C5F3DB-E361-A5C5-1D9A-659424F92F4D}"/>
          </ac:spMkLst>
        </pc:spChg>
        <pc:spChg chg="mod">
          <ac:chgData name="Hao He" userId="53f25fbde486d948" providerId="LiveId" clId="{BAF5EF7A-A681-40A4-AEAD-3C060DF460C8}" dt="2026-02-26T01:46:52.547" v="14340" actId="113"/>
          <ac:spMkLst>
            <pc:docMk/>
            <pc:sldMk cId="3431044110" sldId="347"/>
            <ac:spMk id="7" creationId="{E7EF0F74-FE50-B81C-2AB9-A8301E254707}"/>
          </ac:spMkLst>
        </pc:spChg>
      </pc:sldChg>
      <pc:sldChg chg="modSp">
        <pc:chgData name="Hao He" userId="53f25fbde486d948" providerId="LiveId" clId="{BAF5EF7A-A681-40A4-AEAD-3C060DF460C8}" dt="2026-03-08T22:34:14.866" v="15385"/>
        <pc:sldMkLst>
          <pc:docMk/>
          <pc:sldMk cId="664022748" sldId="348"/>
        </pc:sldMkLst>
        <pc:spChg chg="mod">
          <ac:chgData name="Hao He" userId="53f25fbde486d948" providerId="LiveId" clId="{BAF5EF7A-A681-40A4-AEAD-3C060DF460C8}" dt="2026-03-08T22:34:14.866" v="15385"/>
          <ac:spMkLst>
            <pc:docMk/>
            <pc:sldMk cId="664022748" sldId="348"/>
            <ac:spMk id="2" creationId="{E24C7BDA-E862-61A3-A38F-E9F1BDCEE337}"/>
          </ac:spMkLst>
        </pc:spChg>
      </pc:sldChg>
      <pc:sldChg chg="modSp mod">
        <pc:chgData name="Hao He" userId="53f25fbde486d948" providerId="LiveId" clId="{BAF5EF7A-A681-40A4-AEAD-3C060DF460C8}" dt="2026-02-27T18:16:37.315" v="14403" actId="20577"/>
        <pc:sldMkLst>
          <pc:docMk/>
          <pc:sldMk cId="2188113165" sldId="349"/>
        </pc:sldMkLst>
        <pc:spChg chg="mod">
          <ac:chgData name="Hao He" userId="53f25fbde486d948" providerId="LiveId" clId="{BAF5EF7A-A681-40A4-AEAD-3C060DF460C8}" dt="2026-02-26T01:45:58.374" v="14338" actId="20577"/>
          <ac:spMkLst>
            <pc:docMk/>
            <pc:sldMk cId="2188113165" sldId="349"/>
            <ac:spMk id="3" creationId="{E910A39F-3376-FB45-E560-267DDF19F4E7}"/>
          </ac:spMkLst>
        </pc:spChg>
        <pc:spChg chg="mod">
          <ac:chgData name="Hao He" userId="53f25fbde486d948" providerId="LiveId" clId="{BAF5EF7A-A681-40A4-AEAD-3C060DF460C8}" dt="2026-02-27T18:16:37.315" v="14403" actId="20577"/>
          <ac:spMkLst>
            <pc:docMk/>
            <pc:sldMk cId="2188113165" sldId="349"/>
            <ac:spMk id="6" creationId="{497FDB70-2DF7-EBD4-5D42-310D502FD0FB}"/>
          </ac:spMkLst>
        </pc:spChg>
      </pc:sldChg>
      <pc:sldChg chg="modSp mod">
        <pc:chgData name="Hao He" userId="53f25fbde486d948" providerId="LiveId" clId="{BAF5EF7A-A681-40A4-AEAD-3C060DF460C8}" dt="2026-03-08T22:33:44.066" v="15373" actId="20577"/>
        <pc:sldMkLst>
          <pc:docMk/>
          <pc:sldMk cId="112783990" sldId="350"/>
        </pc:sldMkLst>
        <pc:spChg chg="mod">
          <ac:chgData name="Hao He" userId="53f25fbde486d948" providerId="LiveId" clId="{BAF5EF7A-A681-40A4-AEAD-3C060DF460C8}" dt="2026-03-08T22:33:44.066" v="15373" actId="20577"/>
          <ac:spMkLst>
            <pc:docMk/>
            <pc:sldMk cId="112783990" sldId="350"/>
            <ac:spMk id="2" creationId="{A421B4CB-E55B-31D2-AC7C-C533BD3FC895}"/>
          </ac:spMkLst>
        </pc:spChg>
        <pc:spChg chg="mod">
          <ac:chgData name="Hao He" userId="53f25fbde486d948" providerId="LiveId" clId="{BAF5EF7A-A681-40A4-AEAD-3C060DF460C8}" dt="2026-02-26T01:46:58.310" v="14343" actId="20577"/>
          <ac:spMkLst>
            <pc:docMk/>
            <pc:sldMk cId="112783990" sldId="350"/>
            <ac:spMk id="15" creationId="{8D29EDDC-A5DD-AB6D-4AF3-B9D6BFFFFDDA}"/>
          </ac:spMkLst>
        </pc:spChg>
      </pc:sldChg>
      <pc:sldChg chg="modSp mod">
        <pc:chgData name="Hao He" userId="53f25fbde486d948" providerId="LiveId" clId="{BAF5EF7A-A681-40A4-AEAD-3C060DF460C8}" dt="2026-03-08T22:33:55.339" v="15376" actId="20577"/>
        <pc:sldMkLst>
          <pc:docMk/>
          <pc:sldMk cId="2661689704" sldId="351"/>
        </pc:sldMkLst>
        <pc:spChg chg="mod">
          <ac:chgData name="Hao He" userId="53f25fbde486d948" providerId="LiveId" clId="{BAF5EF7A-A681-40A4-AEAD-3C060DF460C8}" dt="2026-03-08T22:33:55.339" v="15376" actId="20577"/>
          <ac:spMkLst>
            <pc:docMk/>
            <pc:sldMk cId="2661689704" sldId="351"/>
            <ac:spMk id="2" creationId="{E47BE146-A981-4829-2B9A-4A435682430D}"/>
          </ac:spMkLst>
        </pc:spChg>
      </pc:sldChg>
      <pc:sldChg chg="modSp mod">
        <pc:chgData name="Hao He" userId="53f25fbde486d948" providerId="LiveId" clId="{BAF5EF7A-A681-40A4-AEAD-3C060DF460C8}" dt="2026-03-08T22:33:58.816" v="15378" actId="20577"/>
        <pc:sldMkLst>
          <pc:docMk/>
          <pc:sldMk cId="1027683757" sldId="353"/>
        </pc:sldMkLst>
        <pc:spChg chg="mod">
          <ac:chgData name="Hao He" userId="53f25fbde486d948" providerId="LiveId" clId="{BAF5EF7A-A681-40A4-AEAD-3C060DF460C8}" dt="2026-03-08T22:33:58.816" v="15378" actId="20577"/>
          <ac:spMkLst>
            <pc:docMk/>
            <pc:sldMk cId="1027683757" sldId="353"/>
            <ac:spMk id="2" creationId="{42406191-CAC6-161B-E62D-498F0D20C0C5}"/>
          </ac:spMkLst>
        </pc:spChg>
      </pc:sldChg>
      <pc:sldChg chg="modSp">
        <pc:chgData name="Hao He" userId="53f25fbde486d948" providerId="LiveId" clId="{BAF5EF7A-A681-40A4-AEAD-3C060DF460C8}" dt="2026-03-08T22:34:19.484" v="15387"/>
        <pc:sldMkLst>
          <pc:docMk/>
          <pc:sldMk cId="3243227567" sldId="354"/>
        </pc:sldMkLst>
        <pc:spChg chg="mod">
          <ac:chgData name="Hao He" userId="53f25fbde486d948" providerId="LiveId" clId="{BAF5EF7A-A681-40A4-AEAD-3C060DF460C8}" dt="2026-03-08T22:34:19.484" v="15387"/>
          <ac:spMkLst>
            <pc:docMk/>
            <pc:sldMk cId="3243227567" sldId="354"/>
            <ac:spMk id="2" creationId="{304925FE-B866-2C64-A3F8-5336E59D1257}"/>
          </ac:spMkLst>
        </pc:spChg>
      </pc:sldChg>
      <pc:sldChg chg="modSp">
        <pc:chgData name="Hao He" userId="53f25fbde486d948" providerId="LiveId" clId="{BAF5EF7A-A681-40A4-AEAD-3C060DF460C8}" dt="2026-03-08T22:34:22.240" v="15388"/>
        <pc:sldMkLst>
          <pc:docMk/>
          <pc:sldMk cId="1154134343" sldId="355"/>
        </pc:sldMkLst>
        <pc:spChg chg="mod">
          <ac:chgData name="Hao He" userId="53f25fbde486d948" providerId="LiveId" clId="{BAF5EF7A-A681-40A4-AEAD-3C060DF460C8}" dt="2026-03-08T22:34:22.240" v="15388"/>
          <ac:spMkLst>
            <pc:docMk/>
            <pc:sldMk cId="1154134343" sldId="355"/>
            <ac:spMk id="7" creationId="{C10D64E2-8F46-0758-3736-9D1A6DE5019A}"/>
          </ac:spMkLst>
        </pc:spChg>
      </pc:sldChg>
      <pc:sldChg chg="modSp mod">
        <pc:chgData name="Hao He" userId="53f25fbde486d948" providerId="LiveId" clId="{BAF5EF7A-A681-40A4-AEAD-3C060DF460C8}" dt="2026-03-08T23:09:42.304" v="15582" actId="20577"/>
        <pc:sldMkLst>
          <pc:docMk/>
          <pc:sldMk cId="2172948695" sldId="356"/>
        </pc:sldMkLst>
        <pc:spChg chg="mod">
          <ac:chgData name="Hao He" userId="53f25fbde486d948" providerId="LiveId" clId="{BAF5EF7A-A681-40A4-AEAD-3C060DF460C8}" dt="2026-03-08T22:34:17.356" v="15386"/>
          <ac:spMkLst>
            <pc:docMk/>
            <pc:sldMk cId="2172948695" sldId="356"/>
            <ac:spMk id="2" creationId="{B007B9E1-20A2-00B9-26ED-38DF3B9583E8}"/>
          </ac:spMkLst>
        </pc:spChg>
        <pc:spChg chg="mod">
          <ac:chgData name="Hao He" userId="53f25fbde486d948" providerId="LiveId" clId="{BAF5EF7A-A681-40A4-AEAD-3C060DF460C8}" dt="2026-03-08T23:09:42.304" v="15582" actId="20577"/>
          <ac:spMkLst>
            <pc:docMk/>
            <pc:sldMk cId="2172948695" sldId="356"/>
            <ac:spMk id="3" creationId="{2BB75F9C-C506-9E42-EEE4-F74A871A1841}"/>
          </ac:spMkLst>
        </pc:spChg>
      </pc:sldChg>
      <pc:sldChg chg="modSp mod">
        <pc:chgData name="Hao He" userId="53f25fbde486d948" providerId="LiveId" clId="{BAF5EF7A-A681-40A4-AEAD-3C060DF460C8}" dt="2026-03-08T22:53:00.770" v="15572" actId="20577"/>
        <pc:sldMkLst>
          <pc:docMk/>
          <pc:sldMk cId="2595405271" sldId="357"/>
        </pc:sldMkLst>
        <pc:spChg chg="mod">
          <ac:chgData name="Hao He" userId="53f25fbde486d948" providerId="LiveId" clId="{BAF5EF7A-A681-40A4-AEAD-3C060DF460C8}" dt="2026-03-08T22:34:10.978" v="15384" actId="20577"/>
          <ac:spMkLst>
            <pc:docMk/>
            <pc:sldMk cId="2595405271" sldId="357"/>
            <ac:spMk id="2" creationId="{923FA79A-799B-9E5D-9DDA-9243B37ED92C}"/>
          </ac:spMkLst>
        </pc:spChg>
        <pc:spChg chg="mod">
          <ac:chgData name="Hao He" userId="53f25fbde486d948" providerId="LiveId" clId="{BAF5EF7A-A681-40A4-AEAD-3C060DF460C8}" dt="2026-03-08T22:53:00.770" v="15572" actId="20577"/>
          <ac:spMkLst>
            <pc:docMk/>
            <pc:sldMk cId="2595405271" sldId="357"/>
            <ac:spMk id="3" creationId="{5BE9242B-9BCF-3511-683A-C3044BF9ED27}"/>
          </ac:spMkLst>
        </pc:spChg>
      </pc:sldChg>
      <pc:sldChg chg="modSp">
        <pc:chgData name="Hao He" userId="53f25fbde486d948" providerId="LiveId" clId="{BAF5EF7A-A681-40A4-AEAD-3C060DF460C8}" dt="2026-03-08T22:40:31.138" v="15389"/>
        <pc:sldMkLst>
          <pc:docMk/>
          <pc:sldMk cId="568415041" sldId="358"/>
        </pc:sldMkLst>
        <pc:spChg chg="mod">
          <ac:chgData name="Hao He" userId="53f25fbde486d948" providerId="LiveId" clId="{BAF5EF7A-A681-40A4-AEAD-3C060DF460C8}" dt="2026-03-08T22:40:31.138" v="15389"/>
          <ac:spMkLst>
            <pc:docMk/>
            <pc:sldMk cId="568415041" sldId="358"/>
            <ac:spMk id="2" creationId="{CAB4BC57-4947-D22A-2238-898DEC35CB00}"/>
          </ac:spMkLst>
        </pc:spChg>
      </pc:sldChg>
      <pc:sldChg chg="modSp mod">
        <pc:chgData name="Hao He" userId="53f25fbde486d948" providerId="LiveId" clId="{BAF5EF7A-A681-40A4-AEAD-3C060DF460C8}" dt="2026-03-08T22:33:32.600" v="15359" actId="313"/>
        <pc:sldMkLst>
          <pc:docMk/>
          <pc:sldMk cId="1103542059" sldId="359"/>
        </pc:sldMkLst>
        <pc:spChg chg="mod">
          <ac:chgData name="Hao He" userId="53f25fbde486d948" providerId="LiveId" clId="{BAF5EF7A-A681-40A4-AEAD-3C060DF460C8}" dt="2026-03-08T22:33:32.600" v="15359" actId="313"/>
          <ac:spMkLst>
            <pc:docMk/>
            <pc:sldMk cId="1103542059" sldId="359"/>
            <ac:spMk id="3" creationId="{B6D6AF29-732E-0639-C071-F9DA40BA53A0}"/>
          </ac:spMkLst>
        </pc:spChg>
      </pc:sldChg>
      <pc:sldChg chg="modSp mod">
        <pc:chgData name="Hao He" userId="53f25fbde486d948" providerId="LiveId" clId="{BAF5EF7A-A681-40A4-AEAD-3C060DF460C8}" dt="2026-02-25T21:54:15.825" v="14259" actId="20577"/>
        <pc:sldMkLst>
          <pc:docMk/>
          <pc:sldMk cId="2897126603" sldId="360"/>
        </pc:sldMkLst>
        <pc:spChg chg="mod">
          <ac:chgData name="Hao He" userId="53f25fbde486d948" providerId="LiveId" clId="{BAF5EF7A-A681-40A4-AEAD-3C060DF460C8}" dt="2026-02-25T21:54:15.825" v="14259" actId="20577"/>
          <ac:spMkLst>
            <pc:docMk/>
            <pc:sldMk cId="2897126603" sldId="360"/>
            <ac:spMk id="2" creationId="{C9263EFB-4882-041B-F850-561B453B9327}"/>
          </ac:spMkLst>
        </pc:spChg>
      </pc:sldChg>
      <pc:sldChg chg="modSp">
        <pc:chgData name="Hao He" userId="53f25fbde486d948" providerId="LiveId" clId="{BAF5EF7A-A681-40A4-AEAD-3C060DF460C8}" dt="2026-03-07T23:36:55.969" v="14406"/>
        <pc:sldMkLst>
          <pc:docMk/>
          <pc:sldMk cId="401995667" sldId="361"/>
        </pc:sldMkLst>
        <pc:spChg chg="mod">
          <ac:chgData name="Hao He" userId="53f25fbde486d948" providerId="LiveId" clId="{BAF5EF7A-A681-40A4-AEAD-3C060DF460C8}" dt="2026-03-07T23:36:55.969" v="14406"/>
          <ac:spMkLst>
            <pc:docMk/>
            <pc:sldMk cId="401995667" sldId="361"/>
            <ac:spMk id="3" creationId="{A0F6E6D3-C5BC-1E62-D1A6-1934E4311CFE}"/>
          </ac:spMkLst>
        </pc:spChg>
      </pc:sldChg>
      <pc:sldChg chg="mod modShow">
        <pc:chgData name="Hao He" userId="53f25fbde486d948" providerId="LiveId" clId="{BAF5EF7A-A681-40A4-AEAD-3C060DF460C8}" dt="2026-03-07T23:32:59.058" v="14405" actId="729"/>
        <pc:sldMkLst>
          <pc:docMk/>
          <pc:sldMk cId="2332201327" sldId="365"/>
        </pc:sldMkLst>
      </pc:sldChg>
      <pc:sldChg chg="addSp delSp modSp new mod">
        <pc:chgData name="Hao He" userId="53f25fbde486d948" providerId="LiveId" clId="{BAF5EF7A-A681-40A4-AEAD-3C060DF460C8}" dt="2026-03-08T22:40:58.466" v="15394" actId="113"/>
        <pc:sldMkLst>
          <pc:docMk/>
          <pc:sldMk cId="2262778858" sldId="366"/>
        </pc:sldMkLst>
        <pc:spChg chg="mod">
          <ac:chgData name="Hao He" userId="53f25fbde486d948" providerId="LiveId" clId="{BAF5EF7A-A681-40A4-AEAD-3C060DF460C8}" dt="2026-03-08T22:40:58.466" v="15394" actId="113"/>
          <ac:spMkLst>
            <pc:docMk/>
            <pc:sldMk cId="2262778858" sldId="366"/>
            <ac:spMk id="2" creationId="{FA9AA000-8CD8-F20E-3E26-CA109FF7878F}"/>
          </ac:spMkLst>
        </pc:spChg>
        <pc:spChg chg="mod">
          <ac:chgData name="Hao He" userId="53f25fbde486d948" providerId="LiveId" clId="{BAF5EF7A-A681-40A4-AEAD-3C060DF460C8}" dt="2026-03-08T17:42:41.476" v="15136" actId="313"/>
          <ac:spMkLst>
            <pc:docMk/>
            <pc:sldMk cId="2262778858" sldId="366"/>
            <ac:spMk id="3" creationId="{DBB21055-9748-825A-30A4-D45C3F82AE23}"/>
          </ac:spMkLst>
        </pc:spChg>
        <pc:picChg chg="add mod">
          <ac:chgData name="Hao He" userId="53f25fbde486d948" providerId="LiveId" clId="{BAF5EF7A-A681-40A4-AEAD-3C060DF460C8}" dt="2026-03-08T17:42:08.822" v="15019" actId="1076"/>
          <ac:picMkLst>
            <pc:docMk/>
            <pc:sldMk cId="2262778858" sldId="366"/>
            <ac:picMk id="7" creationId="{AAAB547D-37CA-A197-6C7A-A5E8E6CE53EE}"/>
          </ac:picMkLst>
        </pc:picChg>
        <pc:picChg chg="add del mod">
          <ac:chgData name="Hao He" userId="53f25fbde486d948" providerId="LiveId" clId="{BAF5EF7A-A681-40A4-AEAD-3C060DF460C8}" dt="2026-03-08T17:41:37.871" v="15007" actId="478"/>
          <ac:picMkLst>
            <pc:docMk/>
            <pc:sldMk cId="2262778858" sldId="366"/>
            <ac:picMk id="9" creationId="{D75F98E1-84DA-C1F1-32EE-A7C0D79D607A}"/>
          </ac:picMkLst>
        </pc:picChg>
        <pc:picChg chg="add mod">
          <ac:chgData name="Hao He" userId="53f25fbde486d948" providerId="LiveId" clId="{BAF5EF7A-A681-40A4-AEAD-3C060DF460C8}" dt="2026-03-08T17:42:07.021" v="15018" actId="1076"/>
          <ac:picMkLst>
            <pc:docMk/>
            <pc:sldMk cId="2262778858" sldId="366"/>
            <ac:picMk id="1026" creationId="{9E400F98-922F-F803-19AA-E37956FCBB4F}"/>
          </ac:picMkLst>
        </pc:picChg>
      </pc:sldChg>
      <pc:sldChg chg="addSp delSp modSp new mod modClrScheme chgLayout">
        <pc:chgData name="Hao He" userId="53f25fbde486d948" providerId="LiveId" clId="{BAF5EF7A-A681-40A4-AEAD-3C060DF460C8}" dt="2026-03-08T23:12:04.318" v="15619" actId="26606"/>
        <pc:sldMkLst>
          <pc:docMk/>
          <pc:sldMk cId="3103939190" sldId="367"/>
        </pc:sldMkLst>
        <pc:spChg chg="mod">
          <ac:chgData name="Hao He" userId="53f25fbde486d948" providerId="LiveId" clId="{BAF5EF7A-A681-40A4-AEAD-3C060DF460C8}" dt="2026-03-08T23:12:04.318" v="15619" actId="26606"/>
          <ac:spMkLst>
            <pc:docMk/>
            <pc:sldMk cId="3103939190" sldId="367"/>
            <ac:spMk id="2" creationId="{21CD5F61-D37C-10CB-94D7-0DE9287CEE35}"/>
          </ac:spMkLst>
        </pc:spChg>
        <pc:spChg chg="add del">
          <ac:chgData name="Hao He" userId="53f25fbde486d948" providerId="LiveId" clId="{BAF5EF7A-A681-40A4-AEAD-3C060DF460C8}" dt="2026-03-08T23:12:00.978" v="15617" actId="22"/>
          <ac:spMkLst>
            <pc:docMk/>
            <pc:sldMk cId="3103939190" sldId="367"/>
            <ac:spMk id="3" creationId="{AC1BCA59-EE07-6F28-53C3-65913B6448EE}"/>
          </ac:spMkLst>
        </pc:spChg>
        <pc:spChg chg="mod">
          <ac:chgData name="Hao He" userId="53f25fbde486d948" providerId="LiveId" clId="{BAF5EF7A-A681-40A4-AEAD-3C060DF460C8}" dt="2026-03-08T23:12:04.318" v="15619" actId="26606"/>
          <ac:spMkLst>
            <pc:docMk/>
            <pc:sldMk cId="3103939190" sldId="367"/>
            <ac:spMk id="4" creationId="{78848D68-9EE5-28F0-93D2-12D3DAFED8DF}"/>
          </ac:spMkLst>
        </pc:spChg>
        <pc:spChg chg="mod">
          <ac:chgData name="Hao He" userId="53f25fbde486d948" providerId="LiveId" clId="{BAF5EF7A-A681-40A4-AEAD-3C060DF460C8}" dt="2026-03-08T23:12:04.318" v="15619" actId="26606"/>
          <ac:spMkLst>
            <pc:docMk/>
            <pc:sldMk cId="3103939190" sldId="367"/>
            <ac:spMk id="5" creationId="{A184686F-9FE4-AB02-D511-438271593176}"/>
          </ac:spMkLst>
        </pc:spChg>
        <pc:spChg chg="add del mod">
          <ac:chgData name="Hao He" userId="53f25fbde486d948" providerId="LiveId" clId="{BAF5EF7A-A681-40A4-AEAD-3C060DF460C8}" dt="2026-03-08T23:12:04.318" v="15619" actId="26606"/>
          <ac:spMkLst>
            <pc:docMk/>
            <pc:sldMk cId="3103939190" sldId="367"/>
            <ac:spMk id="13" creationId="{0CF7F246-51BA-C2CC-C539-80727E71E04B}"/>
          </ac:spMkLst>
        </pc:spChg>
        <pc:graphicFrameChg chg="add del mod ord modGraphic">
          <ac:chgData name="Hao He" userId="53f25fbde486d948" providerId="LiveId" clId="{BAF5EF7A-A681-40A4-AEAD-3C060DF460C8}" dt="2026-03-08T23:11:48.506" v="15616" actId="3680"/>
          <ac:graphicFrameMkLst>
            <pc:docMk/>
            <pc:sldMk cId="3103939190" sldId="367"/>
            <ac:graphicFrameMk id="6" creationId="{B424A403-00E8-27C3-4A5A-326EA4986E4F}"/>
          </ac:graphicFrameMkLst>
        </pc:graphicFrameChg>
        <pc:picChg chg="add mod ord">
          <ac:chgData name="Hao He" userId="53f25fbde486d948" providerId="LiveId" clId="{BAF5EF7A-A681-40A4-AEAD-3C060DF460C8}" dt="2026-03-08T23:12:04.318" v="15619" actId="26606"/>
          <ac:picMkLst>
            <pc:docMk/>
            <pc:sldMk cId="3103939190" sldId="367"/>
            <ac:picMk id="8" creationId="{81EE904D-3CA7-E654-5333-4FF87E24A28E}"/>
          </ac:picMkLst>
        </pc:picChg>
      </pc:sldChg>
      <pc:sldChg chg="addSp delSp modSp new del mod">
        <pc:chgData name="Hao He" userId="53f25fbde486d948" providerId="LiveId" clId="{BAF5EF7A-A681-40A4-AEAD-3C060DF460C8}" dt="2026-03-08T23:13:25.558" v="15665" actId="2696"/>
        <pc:sldMkLst>
          <pc:docMk/>
          <pc:sldMk cId="597817932" sldId="368"/>
        </pc:sldMkLst>
        <pc:spChg chg="mod">
          <ac:chgData name="Hao He" userId="53f25fbde486d948" providerId="LiveId" clId="{BAF5EF7A-A681-40A4-AEAD-3C060DF460C8}" dt="2026-03-08T23:12:51.922" v="15661" actId="20577"/>
          <ac:spMkLst>
            <pc:docMk/>
            <pc:sldMk cId="597817932" sldId="368"/>
            <ac:spMk id="2" creationId="{AA62DD84-063B-1627-311C-975A7E291BD7}"/>
          </ac:spMkLst>
        </pc:spChg>
        <pc:spChg chg="del">
          <ac:chgData name="Hao He" userId="53f25fbde486d948" providerId="LiveId" clId="{BAF5EF7A-A681-40A4-AEAD-3C060DF460C8}" dt="2026-03-08T23:12:43.898" v="15631" actId="478"/>
          <ac:spMkLst>
            <pc:docMk/>
            <pc:sldMk cId="597817932" sldId="368"/>
            <ac:spMk id="3" creationId="{3B660335-5683-1A1C-F6A4-C3D433D12910}"/>
          </ac:spMkLst>
        </pc:spChg>
        <pc:picChg chg="add mod">
          <ac:chgData name="Hao He" userId="53f25fbde486d948" providerId="LiveId" clId="{BAF5EF7A-A681-40A4-AEAD-3C060DF460C8}" dt="2026-03-08T23:12:59.302" v="15664" actId="1076"/>
          <ac:picMkLst>
            <pc:docMk/>
            <pc:sldMk cId="597817932" sldId="368"/>
            <ac:picMk id="7" creationId="{0E0E485E-81C5-B17C-79AF-E03ADD61BE58}"/>
          </ac:picMkLst>
        </pc:picChg>
      </pc:sldChg>
      <pc:sldMasterChg chg="modSldLayout">
        <pc:chgData name="Hao He" userId="53f25fbde486d948" providerId="LiveId" clId="{BAF5EF7A-A681-40A4-AEAD-3C060DF460C8}" dt="2026-02-24T22:05:09.514" v="13197" actId="20577"/>
        <pc:sldMasterMkLst>
          <pc:docMk/>
          <pc:sldMasterMk cId="4197220638" sldId="2147483648"/>
        </pc:sldMasterMkLst>
        <pc:sldLayoutChg chg="modSp mod">
          <pc:chgData name="Hao He" userId="53f25fbde486d948" providerId="LiveId" clId="{BAF5EF7A-A681-40A4-AEAD-3C060DF460C8}" dt="2026-02-24T22:05:09.514" v="13197" actId="20577"/>
          <pc:sldLayoutMkLst>
            <pc:docMk/>
            <pc:sldMasterMk cId="4197220638" sldId="2147483648"/>
            <pc:sldLayoutMk cId="1913166876" sldId="2147483650"/>
          </pc:sldLayoutMkLst>
          <pc:spChg chg="mod">
            <ac:chgData name="Hao He" userId="53f25fbde486d948" providerId="LiveId" clId="{BAF5EF7A-A681-40A4-AEAD-3C060DF460C8}" dt="2026-02-24T22:05:09.514" v="13197" actId="20577"/>
            <ac:spMkLst>
              <pc:docMk/>
              <pc:sldMasterMk cId="4197220638" sldId="2147483648"/>
              <pc:sldLayoutMk cId="1913166876" sldId="2147483650"/>
              <ac:spMk id="5" creationId="{334FCBF0-5B13-4046-B491-5A14D70BD78F}"/>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6F2EE1A-EC7F-4FF3-A4CC-7A4969AD5D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203CACD7-D4EC-49AF-BC0E-64BE92B9EF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D7C1F-9BD2-4176-B567-FEF7F021C831}" type="datetimeFigureOut">
              <a:rPr lang="zh-CN" altLang="en-US" smtClean="0"/>
              <a:t>2026/3/9</a:t>
            </a:fld>
            <a:endParaRPr lang="zh-CN" altLang="en-US"/>
          </a:p>
        </p:txBody>
      </p:sp>
      <p:sp>
        <p:nvSpPr>
          <p:cNvPr id="4" name="页脚占位符 3">
            <a:extLst>
              <a:ext uri="{FF2B5EF4-FFF2-40B4-BE49-F238E27FC236}">
                <a16:creationId xmlns:a16="http://schemas.microsoft.com/office/drawing/2014/main" id="{B26643D9-8297-4D8E-9ABF-4734A31171C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5E183742-F28C-4679-9EEC-C5AB403A09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DB33B3-D20C-4DCC-B5E9-1AF388B0DA4B}" type="slidenum">
              <a:rPr lang="zh-CN" altLang="en-US" smtClean="0"/>
              <a:t>‹#›</a:t>
            </a:fld>
            <a:endParaRPr lang="zh-CN" altLang="en-US"/>
          </a:p>
        </p:txBody>
      </p:sp>
    </p:spTree>
    <p:extLst>
      <p:ext uri="{BB962C8B-B14F-4D97-AF65-F5344CB8AC3E}">
        <p14:creationId xmlns:p14="http://schemas.microsoft.com/office/powerpoint/2010/main" val="2698139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9CB3E-F21B-4A75-AD73-FC56ABBC6938}" type="datetimeFigureOut">
              <a:rPr lang="zh-CN" altLang="en-US" smtClean="0"/>
              <a:t>2026/3/9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E75974-D1CD-4370-88BE-127D0D2EB3AA}" type="slidenum">
              <a:rPr lang="zh-CN" altLang="en-US" smtClean="0"/>
              <a:t>‹#›</a:t>
            </a:fld>
            <a:endParaRPr lang="zh-CN" altLang="en-US"/>
          </a:p>
        </p:txBody>
      </p:sp>
    </p:spTree>
    <p:extLst>
      <p:ext uri="{BB962C8B-B14F-4D97-AF65-F5344CB8AC3E}">
        <p14:creationId xmlns:p14="http://schemas.microsoft.com/office/powerpoint/2010/main" val="3741290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E75974-D1CD-4370-88BE-127D0D2EB3AA}" type="slidenum">
              <a:rPr lang="zh-CN" altLang="en-US" smtClean="0"/>
              <a:t>1</a:t>
            </a:fld>
            <a:endParaRPr lang="zh-CN" altLang="en-US"/>
          </a:p>
        </p:txBody>
      </p:sp>
    </p:spTree>
    <p:extLst>
      <p:ext uri="{BB962C8B-B14F-4D97-AF65-F5344CB8AC3E}">
        <p14:creationId xmlns:p14="http://schemas.microsoft.com/office/powerpoint/2010/main" val="2290995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Applying the thesis framework is feasible for dispelling software engineering myths and inform evidence-based practice. Do an educational paper instead of the migration</a:t>
            </a:r>
          </a:p>
        </p:txBody>
      </p:sp>
      <p:sp>
        <p:nvSpPr>
          <p:cNvPr id="4" name="Slide Number Placeholder 3"/>
          <p:cNvSpPr>
            <a:spLocks noGrp="1"/>
          </p:cNvSpPr>
          <p:nvPr>
            <p:ph type="sldNum" sz="quarter" idx="5"/>
          </p:nvPr>
        </p:nvSpPr>
        <p:spPr/>
        <p:txBody>
          <a:bodyPr/>
          <a:lstStyle/>
          <a:p>
            <a:fld id="{3EE75974-D1CD-4370-88BE-127D0D2EB3AA}" type="slidenum">
              <a:rPr lang="zh-CN" altLang="en-US" smtClean="0"/>
              <a:t>18</a:t>
            </a:fld>
            <a:endParaRPr lang="zh-CN" altLang="en-US"/>
          </a:p>
        </p:txBody>
      </p:sp>
    </p:spTree>
    <p:extLst>
      <p:ext uri="{BB962C8B-B14F-4D97-AF65-F5344CB8AC3E}">
        <p14:creationId xmlns:p14="http://schemas.microsoft.com/office/powerpoint/2010/main" val="1209905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colliders, backdoor paths</a:t>
            </a:r>
          </a:p>
        </p:txBody>
      </p:sp>
      <p:sp>
        <p:nvSpPr>
          <p:cNvPr id="4" name="Slide Number Placeholder 3"/>
          <p:cNvSpPr>
            <a:spLocks noGrp="1"/>
          </p:cNvSpPr>
          <p:nvPr>
            <p:ph type="sldNum" sz="quarter" idx="5"/>
          </p:nvPr>
        </p:nvSpPr>
        <p:spPr/>
        <p:txBody>
          <a:bodyPr/>
          <a:lstStyle/>
          <a:p>
            <a:fld id="{3EE75974-D1CD-4370-88BE-127D0D2EB3AA}" type="slidenum">
              <a:rPr lang="zh-CN" altLang="en-US" smtClean="0"/>
              <a:t>32</a:t>
            </a:fld>
            <a:endParaRPr lang="zh-CN" altLang="en-US"/>
          </a:p>
        </p:txBody>
      </p:sp>
    </p:spTree>
    <p:extLst>
      <p:ext uri="{BB962C8B-B14F-4D97-AF65-F5344CB8AC3E}">
        <p14:creationId xmlns:p14="http://schemas.microsoft.com/office/powerpoint/2010/main" val="1654452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E75974-D1CD-4370-88BE-127D0D2EB3AA}" type="slidenum">
              <a:rPr lang="zh-CN" altLang="en-US" smtClean="0"/>
              <a:t>38</a:t>
            </a:fld>
            <a:endParaRPr lang="zh-CN" altLang="en-US"/>
          </a:p>
        </p:txBody>
      </p:sp>
    </p:spTree>
    <p:extLst>
      <p:ext uri="{BB962C8B-B14F-4D97-AF65-F5344CB8AC3E}">
        <p14:creationId xmlns:p14="http://schemas.microsoft.com/office/powerpoint/2010/main" val="2034174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4BB1D6-E51B-494D-B89D-02DB666AC50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595170B-ABA4-4928-90A0-24830A4257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FD8C305-473C-4147-BD12-155DDC8A1E30}"/>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56CB69E3-0E39-4CD1-AED4-118D66A478A3}"/>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6" name="灯片编号占位符 5">
            <a:extLst>
              <a:ext uri="{FF2B5EF4-FFF2-40B4-BE49-F238E27FC236}">
                <a16:creationId xmlns:a16="http://schemas.microsoft.com/office/drawing/2014/main" id="{75C319D4-732B-4BAA-BC3D-0B22955DB80F}"/>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3787329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9EADDE72-738D-4AFD-A24B-6C57D7B61985}"/>
              </a:ext>
            </a:extLst>
          </p:cNvPr>
          <p:cNvSpPr/>
          <p:nvPr userDrawn="1"/>
        </p:nvSpPr>
        <p:spPr>
          <a:xfrm>
            <a:off x="0" y="6476495"/>
            <a:ext cx="12192000" cy="395749"/>
          </a:xfrm>
          <a:prstGeom prst="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CE1E8E23-4F7F-46D1-B69E-2846A29A793C}"/>
              </a:ext>
            </a:extLst>
          </p:cNvPr>
          <p:cNvSpPr>
            <a:spLocks noGrp="1"/>
          </p:cNvSpPr>
          <p:nvPr>
            <p:ph type="title" hasCustomPrompt="1"/>
          </p:nvPr>
        </p:nvSpPr>
        <p:spPr>
          <a:xfrm>
            <a:off x="320949" y="292927"/>
            <a:ext cx="11584418" cy="719878"/>
          </a:xfrm>
        </p:spPr>
        <p:txBody>
          <a:bodyPr>
            <a:normAutofit/>
          </a:bodyPr>
          <a:lstStyle>
            <a:lvl1pPr>
              <a:defRPr sz="2900">
                <a:latin typeface="Gadugi" panose="020B0502040204020203" pitchFamily="34" charset="0"/>
                <a:ea typeface="+mn-ea"/>
              </a:defRPr>
            </a:lvl1pPr>
          </a:lstStyle>
          <a:p>
            <a:r>
              <a:rPr lang="en-US" altLang="zh-CN"/>
              <a:t>Title</a:t>
            </a:r>
            <a:r>
              <a:rPr lang="zh-CN" altLang="en-US"/>
              <a:t>标题</a:t>
            </a:r>
          </a:p>
        </p:txBody>
      </p:sp>
      <p:sp>
        <p:nvSpPr>
          <p:cNvPr id="3" name="内容占位符 2">
            <a:extLst>
              <a:ext uri="{FF2B5EF4-FFF2-40B4-BE49-F238E27FC236}">
                <a16:creationId xmlns:a16="http://schemas.microsoft.com/office/drawing/2014/main" id="{47784E31-94D8-4571-B304-57E10A1707EA}"/>
              </a:ext>
            </a:extLst>
          </p:cNvPr>
          <p:cNvSpPr>
            <a:spLocks noGrp="1"/>
          </p:cNvSpPr>
          <p:nvPr>
            <p:ph idx="1"/>
          </p:nvPr>
        </p:nvSpPr>
        <p:spPr>
          <a:xfrm>
            <a:off x="320948" y="1205069"/>
            <a:ext cx="11584419" cy="5081939"/>
          </a:xfrm>
        </p:spPr>
        <p:txBody>
          <a:bodyPr/>
          <a:lstStyle>
            <a:lvl1pPr>
              <a:lnSpc>
                <a:spcPct val="120000"/>
              </a:lnSpc>
              <a:defRPr sz="2400">
                <a:latin typeface="Gadugi" panose="020B0502040204020203" pitchFamily="34" charset="0"/>
              </a:defRPr>
            </a:lvl1pPr>
            <a:lvl2pPr>
              <a:lnSpc>
                <a:spcPct val="120000"/>
              </a:lnSpc>
              <a:defRPr sz="2400">
                <a:latin typeface="Gadugi" panose="020B0502040204020203" pitchFamily="34" charset="0"/>
              </a:defRPr>
            </a:lvl2pPr>
            <a:lvl3pPr>
              <a:lnSpc>
                <a:spcPct val="120000"/>
              </a:lnSpc>
              <a:defRPr sz="2400">
                <a:latin typeface="Gadugi" panose="020B0502040204020203" pitchFamily="34" charset="0"/>
              </a:defRPr>
            </a:lvl3pPr>
            <a:lvl4pPr>
              <a:lnSpc>
                <a:spcPct val="120000"/>
              </a:lnSpc>
              <a:defRPr sz="2400">
                <a:latin typeface="Gadugi" panose="020B0502040204020203" pitchFamily="34" charset="0"/>
              </a:defRPr>
            </a:lvl4pPr>
            <a:lvl5pPr>
              <a:lnSpc>
                <a:spcPct val="120000"/>
              </a:lnSpc>
              <a:defRPr sz="2400">
                <a:latin typeface="Gadugi" panose="020B0502040204020203" pitchFamily="34" charset="0"/>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a:extLst>
              <a:ext uri="{FF2B5EF4-FFF2-40B4-BE49-F238E27FC236}">
                <a16:creationId xmlns:a16="http://schemas.microsoft.com/office/drawing/2014/main" id="{334FCBF0-5B13-4046-B491-5A14D70BD78F}"/>
              </a:ext>
            </a:extLst>
          </p:cNvPr>
          <p:cNvSpPr>
            <a:spLocks noGrp="1"/>
          </p:cNvSpPr>
          <p:nvPr>
            <p:ph type="ftr" sz="quarter" idx="11"/>
          </p:nvPr>
        </p:nvSpPr>
        <p:spPr>
          <a:xfrm>
            <a:off x="320948" y="6494116"/>
            <a:ext cx="7835500" cy="365125"/>
          </a:xfrm>
        </p:spPr>
        <p:txBody>
          <a:bodyPr/>
          <a:lstStyle>
            <a:lvl1pPr algn="l">
              <a:defRPr lang="en-US" altLang="zh-CN" b="0" i="0" smtClean="0">
                <a:effectLst/>
              </a:defRPr>
            </a:lvl1p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6" name="灯片编号占位符 5">
            <a:extLst>
              <a:ext uri="{FF2B5EF4-FFF2-40B4-BE49-F238E27FC236}">
                <a16:creationId xmlns:a16="http://schemas.microsoft.com/office/drawing/2014/main" id="{3C5E3FEB-261C-4438-B709-F85F8CDD0DCA}"/>
              </a:ext>
            </a:extLst>
          </p:cNvPr>
          <p:cNvSpPr>
            <a:spLocks noGrp="1"/>
          </p:cNvSpPr>
          <p:nvPr>
            <p:ph type="sldNum" sz="quarter" idx="12"/>
          </p:nvPr>
        </p:nvSpPr>
        <p:spPr>
          <a:xfrm>
            <a:off x="8610600" y="6492875"/>
            <a:ext cx="3294767" cy="365125"/>
          </a:xfrm>
        </p:spPr>
        <p:txBody>
          <a:bodyPr/>
          <a:lstStyle>
            <a:lvl1pPr>
              <a:defRPr>
                <a:solidFill>
                  <a:schemeClr val="tx1">
                    <a:lumMod val="75000"/>
                    <a:lumOff val="25000"/>
                  </a:schemeClr>
                </a:solidFill>
                <a:latin typeface="Gadugi" panose="020B0502040204020203" pitchFamily="34" charset="0"/>
              </a:defRPr>
            </a:lvl1pPr>
          </a:lstStyle>
          <a:p>
            <a:fld id="{8E90A93A-CBEB-40B0-B638-E400989BEC3F}" type="slidenum">
              <a:rPr lang="zh-CN" altLang="en-US" smtClean="0"/>
              <a:pPr/>
              <a:t>‹#›</a:t>
            </a:fld>
            <a:endParaRPr lang="zh-CN" altLang="en-US"/>
          </a:p>
        </p:txBody>
      </p:sp>
    </p:spTree>
    <p:extLst>
      <p:ext uri="{BB962C8B-B14F-4D97-AF65-F5344CB8AC3E}">
        <p14:creationId xmlns:p14="http://schemas.microsoft.com/office/powerpoint/2010/main" val="19131668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B46A2-6C55-4AA8-BE57-8375EBC3D22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3A5A2F9-7080-40A4-B3C5-F0B3744349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70537502-C833-4A0E-9850-E6A79E036ED6}"/>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90FFF8FC-7B63-43C6-A25D-E4852B12138B}"/>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6" name="灯片编号占位符 5">
            <a:extLst>
              <a:ext uri="{FF2B5EF4-FFF2-40B4-BE49-F238E27FC236}">
                <a16:creationId xmlns:a16="http://schemas.microsoft.com/office/drawing/2014/main" id="{83FE08AA-3039-4DD0-9422-865D0DB17C59}"/>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3180231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911CE4-55ED-46F6-BD03-E8029FA9F83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7556A73-78F9-4C21-8CBA-59F5D377F076}"/>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5F34492-8261-44AB-8262-998E112E22A4}"/>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E5740D09-46C8-411A-993D-3E8032575FD1}"/>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F0ED5E57-D278-4F67-B0AC-AD20FF07113E}"/>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7" name="灯片编号占位符 6">
            <a:extLst>
              <a:ext uri="{FF2B5EF4-FFF2-40B4-BE49-F238E27FC236}">
                <a16:creationId xmlns:a16="http://schemas.microsoft.com/office/drawing/2014/main" id="{4232803C-3980-4C7B-86C6-D4CF140977ED}"/>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3301488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857AA-C027-4221-AD38-D6CCA860F3B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42EF203-E49C-4D2F-B1BE-215A364770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28505B32-A08A-4030-B26E-AD868F881BC7}"/>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D9C7D848-40B5-4042-B01F-17EB878994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40C17650-5CA9-4AE7-A0FE-C8D32760C6E9}"/>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41AC3736-A4EF-4A35-B16C-DD83D68B9C59}"/>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273E3FA7-D490-486C-BA8A-0E9A5077FB76}"/>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9" name="灯片编号占位符 8">
            <a:extLst>
              <a:ext uri="{FF2B5EF4-FFF2-40B4-BE49-F238E27FC236}">
                <a16:creationId xmlns:a16="http://schemas.microsoft.com/office/drawing/2014/main" id="{D5214473-73D8-413F-900F-238B6684A9EF}"/>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3643904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748D6-1BB3-4C28-84A6-34A387CD9EF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74FA058-EB39-4D25-A56E-3E3716BD1B73}"/>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AD59CA04-6C64-4685-9A6B-714522F418F5}"/>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5" name="灯片编号占位符 4">
            <a:extLst>
              <a:ext uri="{FF2B5EF4-FFF2-40B4-BE49-F238E27FC236}">
                <a16:creationId xmlns:a16="http://schemas.microsoft.com/office/drawing/2014/main" id="{BB02F80B-37EF-4904-B033-93D704D9DA53}"/>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2383916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17A5C5-0914-4D8B-ABDB-C098889D7BC9}"/>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5A1CBE45-8EFE-495C-A795-6B0BC9276670}"/>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4" name="灯片编号占位符 3">
            <a:extLst>
              <a:ext uri="{FF2B5EF4-FFF2-40B4-BE49-F238E27FC236}">
                <a16:creationId xmlns:a16="http://schemas.microsoft.com/office/drawing/2014/main" id="{EFCA2EF4-8885-49A8-B59A-E4A7FF705BA0}"/>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2359704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75B1B2-CCA5-45FA-B09D-E9E40A2C027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B6FCB8C-51DC-46E2-A0B5-042BC93E51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EE2894A3-801D-4E56-9840-800CA32D4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856E60E6-8C05-4553-A214-D4C49B635210}"/>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3349480E-9093-4A58-A718-10437FDFE046}"/>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7" name="灯片编号占位符 6">
            <a:extLst>
              <a:ext uri="{FF2B5EF4-FFF2-40B4-BE49-F238E27FC236}">
                <a16:creationId xmlns:a16="http://schemas.microsoft.com/office/drawing/2014/main" id="{612A5449-C5E8-427A-88F9-70DA0B576870}"/>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3971273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83B9AB-8DB5-4DC9-869D-93122849E1E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0526B53-93EC-4DE5-A64C-9344EC1381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667A322-4789-4F37-B4A3-936F29BCE7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2CD8CD6E-8EE5-4303-BB69-4DC1FE93769A}"/>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1D48F661-084F-4B36-AAAE-6FFA904D4D7B}"/>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7" name="灯片编号占位符 6">
            <a:extLst>
              <a:ext uri="{FF2B5EF4-FFF2-40B4-BE49-F238E27FC236}">
                <a16:creationId xmlns:a16="http://schemas.microsoft.com/office/drawing/2014/main" id="{E1B287E9-039E-4BE3-8FE3-CF6948F1350F}"/>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355250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9AEF45-01BE-4031-9624-A326DE09077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8836C0A-CC31-416F-944A-807DC2D49752}"/>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1A390A4-5C59-4163-875B-D53C8EA2FE8D}"/>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FB7313D1-5DA0-47A2-B464-F89E8129905D}"/>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6" name="灯片编号占位符 5">
            <a:extLst>
              <a:ext uri="{FF2B5EF4-FFF2-40B4-BE49-F238E27FC236}">
                <a16:creationId xmlns:a16="http://schemas.microsoft.com/office/drawing/2014/main" id="{F8B44DB9-C3BC-4F4F-BB47-429938EDF5AB}"/>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1618411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B31309C-0DC3-4205-8DEB-1EBCED4B2CA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0837F26-516E-4F3C-AB61-C9ADFD1C635E}"/>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65CABEE-7B2E-4FB3-B643-55C02D9695D3}"/>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F8AA6966-0D6B-4CB1-B7CC-69CF42E5568D}"/>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6" name="灯片编号占位符 5">
            <a:extLst>
              <a:ext uri="{FF2B5EF4-FFF2-40B4-BE49-F238E27FC236}">
                <a16:creationId xmlns:a16="http://schemas.microsoft.com/office/drawing/2014/main" id="{FB3D3656-387E-4B4F-8C1B-348B2510540B}"/>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2408179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2AB43FA-A548-46D0-B411-3BD5D0DEA6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744A492-A549-453F-ACB7-2F805A63C2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763B76C-D119-47E9-BE9D-BD219025C4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a:extLst>
              <a:ext uri="{FF2B5EF4-FFF2-40B4-BE49-F238E27FC236}">
                <a16:creationId xmlns:a16="http://schemas.microsoft.com/office/drawing/2014/main" id="{678EDE9E-4306-482D-92FC-393201AACB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SANER 2021 – A Multi-Metric Ranking Approach for Library Migration Recommendations</a:t>
            </a:r>
            <a:endParaRPr lang="zh-CN" altLang="en-US"/>
          </a:p>
        </p:txBody>
      </p:sp>
      <p:sp>
        <p:nvSpPr>
          <p:cNvPr id="6" name="灯片编号占位符 5">
            <a:extLst>
              <a:ext uri="{FF2B5EF4-FFF2-40B4-BE49-F238E27FC236}">
                <a16:creationId xmlns:a16="http://schemas.microsoft.com/office/drawing/2014/main" id="{FB655EF5-8FC2-4FDF-BA6E-0F20095DF1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4197220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haohe@andrew.cmu.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mixtape.scunning.com/03-directed_acyclical_graph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962A1-DCCB-8A73-1799-011E6198FE71}"/>
              </a:ext>
            </a:extLst>
          </p:cNvPr>
          <p:cNvSpPr>
            <a:spLocks noGrp="1"/>
          </p:cNvSpPr>
          <p:nvPr>
            <p:ph type="ctrTitle"/>
          </p:nvPr>
        </p:nvSpPr>
        <p:spPr>
          <a:xfrm>
            <a:off x="2534918" y="1434920"/>
            <a:ext cx="9657081" cy="2244194"/>
          </a:xfrm>
        </p:spPr>
        <p:txBody>
          <a:bodyPr>
            <a:noAutofit/>
          </a:bodyPr>
          <a:lstStyle/>
          <a:p>
            <a:pPr algn="l">
              <a:lnSpc>
                <a:spcPct val="120000"/>
              </a:lnSpc>
            </a:pPr>
            <a:r>
              <a:rPr lang="en-US" altLang="zh-CN" sz="3600">
                <a:latin typeface="Gadugi" panose="020B0502040204020203" pitchFamily="34" charset="0"/>
                <a:ea typeface="Gadugi" panose="020B0502040204020203" pitchFamily="34" charset="0"/>
              </a:rPr>
              <a:t>Dispelling Software Engineering Myths:</a:t>
            </a:r>
            <a:br>
              <a:rPr lang="en-US" altLang="zh-CN" sz="3600">
                <a:latin typeface="Gadugi" panose="020B0502040204020203" pitchFamily="34" charset="0"/>
                <a:ea typeface="Gadugi" panose="020B0502040204020203" pitchFamily="34" charset="0"/>
              </a:rPr>
            </a:br>
            <a:r>
              <a:rPr lang="en-US" altLang="zh-CN" sz="3600">
                <a:latin typeface="Gadugi" panose="020B0502040204020203" pitchFamily="34" charset="0"/>
                <a:ea typeface="Gadugi" panose="020B0502040204020203" pitchFamily="34" charset="0"/>
              </a:rPr>
              <a:t>A Pragmatic Causal Inference Approach</a:t>
            </a:r>
            <a:endParaRPr lang="en-US" sz="2400"/>
          </a:p>
        </p:txBody>
      </p:sp>
      <p:sp>
        <p:nvSpPr>
          <p:cNvPr id="3" name="Subtitle 2">
            <a:extLst>
              <a:ext uri="{FF2B5EF4-FFF2-40B4-BE49-F238E27FC236}">
                <a16:creationId xmlns:a16="http://schemas.microsoft.com/office/drawing/2014/main" id="{DD154F58-B086-ADB9-64C2-A1D687993C0F}"/>
              </a:ext>
            </a:extLst>
          </p:cNvPr>
          <p:cNvSpPr>
            <a:spLocks noGrp="1"/>
          </p:cNvSpPr>
          <p:nvPr>
            <p:ph type="subTitle" idx="1"/>
          </p:nvPr>
        </p:nvSpPr>
        <p:spPr>
          <a:xfrm>
            <a:off x="2595421" y="4420161"/>
            <a:ext cx="9144000" cy="2523171"/>
          </a:xfrm>
        </p:spPr>
        <p:txBody>
          <a:bodyPr>
            <a:normAutofit/>
          </a:bodyPr>
          <a:lstStyle/>
          <a:p>
            <a:pPr algn="l"/>
            <a:r>
              <a:rPr lang="en-US" sz="2000">
                <a:latin typeface="Roboto Slab" pitchFamily="2" charset="0"/>
                <a:ea typeface="Roboto Slab" pitchFamily="2" charset="0"/>
                <a:cs typeface="Roboto Slab" pitchFamily="2" charset="0"/>
              </a:rPr>
              <a:t>Hao He	</a:t>
            </a:r>
            <a:r>
              <a:rPr lang="en-US" sz="2000">
                <a:latin typeface="Roboto" panose="02000000000000000000" pitchFamily="2" charset="0"/>
                <a:ea typeface="Roboto" panose="02000000000000000000" pitchFamily="2" charset="0"/>
                <a:cs typeface="Roboto" panose="02000000000000000000" pitchFamily="2" charset="0"/>
              </a:rPr>
              <a:t>		</a:t>
            </a:r>
          </a:p>
          <a:p>
            <a:pPr algn="l"/>
            <a:r>
              <a:rPr lang="en-US" sz="2000">
                <a:latin typeface="Roboto Slab" pitchFamily="2" charset="0"/>
                <a:ea typeface="Roboto Slab" pitchFamily="2" charset="0"/>
                <a:cs typeface="Roboto Slab" pitchFamily="2" charset="0"/>
                <a:hlinkClick r:id="rId3"/>
              </a:rPr>
              <a:t>haohe@andrew.cmu.edu</a:t>
            </a:r>
            <a:r>
              <a:rPr lang="en-US" sz="2000">
                <a:latin typeface="Roboto Slab" pitchFamily="2" charset="0"/>
                <a:ea typeface="Roboto Slab" pitchFamily="2" charset="0"/>
                <a:cs typeface="Roboto Slab" pitchFamily="2" charset="0"/>
              </a:rPr>
              <a:t> </a:t>
            </a:r>
          </a:p>
          <a:p>
            <a:pPr algn="l"/>
            <a:r>
              <a:rPr lang="en-US" sz="2000">
                <a:latin typeface="Roboto Slab" pitchFamily="2" charset="0"/>
                <a:ea typeface="Roboto Slab" pitchFamily="2" charset="0"/>
                <a:cs typeface="Roboto Slab" pitchFamily="2" charset="0"/>
              </a:rPr>
              <a:t>Ph.D. Student in Software Engineering</a:t>
            </a:r>
          </a:p>
          <a:p>
            <a:pPr algn="l"/>
            <a:r>
              <a:rPr lang="en-US" sz="2000">
                <a:latin typeface="Roboto Slab" pitchFamily="2" charset="0"/>
                <a:ea typeface="Roboto Slab" pitchFamily="2" charset="0"/>
                <a:cs typeface="Roboto Slab" pitchFamily="2" charset="0"/>
              </a:rPr>
              <a:t>Carnegie Mellon University</a:t>
            </a:r>
          </a:p>
          <a:p>
            <a:pPr algn="l"/>
            <a:endParaRPr lang="en-US" sz="2000">
              <a:latin typeface="Roboto Slab" pitchFamily="2" charset="0"/>
              <a:ea typeface="Roboto Slab" pitchFamily="2" charset="0"/>
              <a:cs typeface="Roboto Slab" pitchFamily="2" charset="0"/>
            </a:endParaRPr>
          </a:p>
        </p:txBody>
      </p:sp>
      <p:pic>
        <p:nvPicPr>
          <p:cNvPr id="4" name="Picture 11">
            <a:extLst>
              <a:ext uri="{FF2B5EF4-FFF2-40B4-BE49-F238E27FC236}">
                <a16:creationId xmlns:a16="http://schemas.microsoft.com/office/drawing/2014/main" id="{A34E2C83-D2BD-2D7B-81D9-BD501F1EC1A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895350"/>
            <a:ext cx="3429000"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150AE446-DFD7-57A3-F995-E43652358FB7}"/>
              </a:ext>
            </a:extLst>
          </p:cNvPr>
          <p:cNvSpPr/>
          <p:nvPr/>
        </p:nvSpPr>
        <p:spPr>
          <a:xfrm>
            <a:off x="0" y="0"/>
            <a:ext cx="22098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C881E57-8FEC-4523-0259-F74664E94F8E}"/>
              </a:ext>
            </a:extLst>
          </p:cNvPr>
          <p:cNvCxnSpPr/>
          <p:nvPr/>
        </p:nvCxnSpPr>
        <p:spPr>
          <a:xfrm>
            <a:off x="2595421" y="812800"/>
            <a:ext cx="0" cy="5648036"/>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FD1C81E-B209-515F-1AF7-1C800ACE5B3C}"/>
              </a:ext>
            </a:extLst>
          </p:cNvPr>
          <p:cNvCxnSpPr>
            <a:cxnSpLocks/>
          </p:cNvCxnSpPr>
          <p:nvPr/>
        </p:nvCxnSpPr>
        <p:spPr>
          <a:xfrm>
            <a:off x="2648063" y="3831695"/>
            <a:ext cx="5687223" cy="0"/>
          </a:xfrm>
          <a:prstGeom prst="line">
            <a:avLst/>
          </a:prstGeom>
          <a:noFill/>
          <a:ln w="12700" cap="flat">
            <a:solidFill>
              <a:schemeClr val="bg1">
                <a:lumMod val="65000"/>
              </a:schemeClr>
            </a:solidFill>
            <a:prstDash val="solid"/>
            <a:miter lim="800000"/>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4C8B7464-6683-A2F9-EEEC-CA3D9CAB9961}"/>
              </a:ext>
            </a:extLst>
          </p:cNvPr>
          <p:cNvSpPr txBox="1"/>
          <p:nvPr/>
        </p:nvSpPr>
        <p:spPr>
          <a:xfrm>
            <a:off x="2534919" y="1056262"/>
            <a:ext cx="4059316" cy="461665"/>
          </a:xfrm>
          <a:prstGeom prst="rect">
            <a:avLst/>
          </a:prstGeom>
          <a:noFill/>
        </p:spPr>
        <p:txBody>
          <a:bodyPr wrap="none" rtlCol="0">
            <a:spAutoFit/>
          </a:bodyPr>
          <a:lstStyle/>
          <a:p>
            <a:r>
              <a:rPr lang="en-US" altLang="zh-CN" sz="2400">
                <a:latin typeface="Calibri" panose="020F0502020204030204" pitchFamily="34" charset="0"/>
                <a:ea typeface="Calibri" panose="020F0502020204030204" pitchFamily="34" charset="0"/>
                <a:cs typeface="Calibri" panose="020F0502020204030204" pitchFamily="34" charset="0"/>
              </a:rPr>
              <a:t>Thesis Proposal, March 9, 2026</a:t>
            </a:r>
            <a:endParaRPr lang="en-US" sz="24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03931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79294-A0C0-DAA7-DD17-C04F80E09B9C}"/>
              </a:ext>
            </a:extLst>
          </p:cNvPr>
          <p:cNvSpPr>
            <a:spLocks noGrp="1"/>
          </p:cNvSpPr>
          <p:nvPr>
            <p:ph type="title"/>
          </p:nvPr>
        </p:nvSpPr>
        <p:spPr>
          <a:xfrm>
            <a:off x="320949" y="292926"/>
            <a:ext cx="11584418" cy="1129007"/>
          </a:xfrm>
        </p:spPr>
        <p:txBody>
          <a:bodyPr>
            <a:normAutofit/>
          </a:bodyPr>
          <a:lstStyle/>
          <a:p>
            <a:r>
              <a:rPr lang="en-US"/>
              <a:t>Software engineering is one of the most consequential engineering disciplines in the modern era</a:t>
            </a:r>
          </a:p>
        </p:txBody>
      </p:sp>
      <p:sp>
        <p:nvSpPr>
          <p:cNvPr id="4" name="Footer Placeholder 3">
            <a:extLst>
              <a:ext uri="{FF2B5EF4-FFF2-40B4-BE49-F238E27FC236}">
                <a16:creationId xmlns:a16="http://schemas.microsoft.com/office/drawing/2014/main" id="{DD6E8496-23C9-D5E9-3AC3-44F6DC9806FD}"/>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How to Make a Causal Claim Without Running an Actual Experiment in Software Engineering</a:t>
            </a:r>
            <a:endParaRPr lang="en-US"/>
          </a:p>
        </p:txBody>
      </p:sp>
      <p:sp>
        <p:nvSpPr>
          <p:cNvPr id="5" name="Slide Number Placeholder 4">
            <a:extLst>
              <a:ext uri="{FF2B5EF4-FFF2-40B4-BE49-F238E27FC236}">
                <a16:creationId xmlns:a16="http://schemas.microsoft.com/office/drawing/2014/main" id="{F216BDD0-8BAD-B38D-323B-F2FF308AA70B}"/>
              </a:ext>
            </a:extLst>
          </p:cNvPr>
          <p:cNvSpPr>
            <a:spLocks noGrp="1"/>
          </p:cNvSpPr>
          <p:nvPr>
            <p:ph type="sldNum" sz="quarter" idx="12"/>
          </p:nvPr>
        </p:nvSpPr>
        <p:spPr/>
        <p:txBody>
          <a:bodyPr/>
          <a:lstStyle/>
          <a:p>
            <a:fld id="{8E90A93A-CBEB-40B0-B638-E400989BEC3F}" type="slidenum">
              <a:rPr lang="zh-CN" altLang="en-US" smtClean="0"/>
              <a:pPr/>
              <a:t>2</a:t>
            </a:fld>
            <a:endParaRPr lang="zh-CN" altLang="en-US"/>
          </a:p>
        </p:txBody>
      </p:sp>
      <p:pic>
        <p:nvPicPr>
          <p:cNvPr id="1026" name="Picture 2" descr="Autonomous Risk: The Complexity of Vehicle Code - Cybellum">
            <a:extLst>
              <a:ext uri="{FF2B5EF4-FFF2-40B4-BE49-F238E27FC236}">
                <a16:creationId xmlns:a16="http://schemas.microsoft.com/office/drawing/2014/main" id="{209E0F0B-FBA7-21DB-7C95-C3187BF431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0470" y="3773532"/>
            <a:ext cx="1532575" cy="12311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26479DB-4B1F-3401-8DD0-D1AB40C4347B}"/>
              </a:ext>
            </a:extLst>
          </p:cNvPr>
          <p:cNvPicPr>
            <a:picLocks noChangeAspect="1"/>
          </p:cNvPicPr>
          <p:nvPr/>
        </p:nvPicPr>
        <p:blipFill>
          <a:blip r:embed="rId3"/>
          <a:stretch>
            <a:fillRect/>
          </a:stretch>
        </p:blipFill>
        <p:spPr>
          <a:xfrm>
            <a:off x="10098681" y="2457180"/>
            <a:ext cx="1855494" cy="972279"/>
          </a:xfrm>
          <a:prstGeom prst="rect">
            <a:avLst/>
          </a:prstGeom>
        </p:spPr>
      </p:pic>
      <p:pic>
        <p:nvPicPr>
          <p:cNvPr id="1030" name="Picture 6" descr="Positioning Solution for Autonomous Vehicle OEMs Released | UST">
            <a:extLst>
              <a:ext uri="{FF2B5EF4-FFF2-40B4-BE49-F238E27FC236}">
                <a16:creationId xmlns:a16="http://schemas.microsoft.com/office/drawing/2014/main" id="{FB6955F0-08CE-B536-96D2-5A5EC235D5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8139" y="2063299"/>
            <a:ext cx="1969970" cy="9780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xkcd: Dependency">
            <a:extLst>
              <a:ext uri="{FF2B5EF4-FFF2-40B4-BE49-F238E27FC236}">
                <a16:creationId xmlns:a16="http://schemas.microsoft.com/office/drawing/2014/main" id="{8450B5AD-8488-993E-CA55-89714B8C06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2723" y="1750411"/>
            <a:ext cx="3474989" cy="441398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Understanding Terraform State: The Backbone of Infrastructure as Code ...">
            <a:extLst>
              <a:ext uri="{FF2B5EF4-FFF2-40B4-BE49-F238E27FC236}">
                <a16:creationId xmlns:a16="http://schemas.microsoft.com/office/drawing/2014/main" id="{160592AD-EFA4-AA4C-1140-AEB5CE18FE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44288" y="1769954"/>
            <a:ext cx="1908214" cy="107534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Breaking Boundaries: Open Source Across Industries | by Charles Lo | Medium">
            <a:extLst>
              <a:ext uri="{FF2B5EF4-FFF2-40B4-BE49-F238E27FC236}">
                <a16:creationId xmlns:a16="http://schemas.microsoft.com/office/drawing/2014/main" id="{59254B25-7B6E-B69B-2F95-0271E57ECC1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01137" y="3094232"/>
            <a:ext cx="3697288" cy="2902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40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962BB-C740-C2EF-8C95-7400743A8ED3}"/>
              </a:ext>
            </a:extLst>
          </p:cNvPr>
          <p:cNvSpPr>
            <a:spLocks noGrp="1"/>
          </p:cNvSpPr>
          <p:nvPr>
            <p:ph type="title"/>
          </p:nvPr>
        </p:nvSpPr>
        <p:spPr/>
        <p:txBody>
          <a:bodyPr/>
          <a:lstStyle/>
          <a:p>
            <a:r>
              <a:rPr lang="en-US"/>
              <a:t>However, software engineering practice today is filled with </a:t>
            </a:r>
            <a:r>
              <a:rPr lang="en-US" b="1"/>
              <a:t>myths</a:t>
            </a:r>
          </a:p>
        </p:txBody>
      </p:sp>
      <p:sp>
        <p:nvSpPr>
          <p:cNvPr id="3" name="Content Placeholder 2">
            <a:extLst>
              <a:ext uri="{FF2B5EF4-FFF2-40B4-BE49-F238E27FC236}">
                <a16:creationId xmlns:a16="http://schemas.microsoft.com/office/drawing/2014/main" id="{A4AE96E6-FE6B-CC82-302A-AA4E4438D887}"/>
              </a:ext>
            </a:extLst>
          </p:cNvPr>
          <p:cNvSpPr>
            <a:spLocks noGrp="1"/>
          </p:cNvSpPr>
          <p:nvPr>
            <p:ph idx="1"/>
          </p:nvPr>
        </p:nvSpPr>
        <p:spPr>
          <a:xfrm>
            <a:off x="320948" y="4513278"/>
            <a:ext cx="11584419" cy="1489045"/>
          </a:xfrm>
        </p:spPr>
        <p:style>
          <a:lnRef idx="1">
            <a:schemeClr val="accent4"/>
          </a:lnRef>
          <a:fillRef idx="2">
            <a:schemeClr val="accent4"/>
          </a:fillRef>
          <a:effectRef idx="1">
            <a:schemeClr val="accent4"/>
          </a:effectRef>
          <a:fontRef idx="minor">
            <a:schemeClr val="dk1"/>
          </a:fontRef>
        </p:style>
        <p:txBody>
          <a:bodyPr/>
          <a:lstStyle/>
          <a:p>
            <a:r>
              <a:rPr lang="en-US" b="1"/>
              <a:t>Software Engineering Myths</a:t>
            </a:r>
            <a:r>
              <a:rPr lang="en-US"/>
              <a:t>: widely held beliefs derived from intuition, experience, and conventional wisdom, that have never been rigorously tested or, when tested, have produced inconclusive or contradictory results</a:t>
            </a:r>
          </a:p>
        </p:txBody>
      </p:sp>
      <p:sp>
        <p:nvSpPr>
          <p:cNvPr id="4" name="Footer Placeholder 3">
            <a:extLst>
              <a:ext uri="{FF2B5EF4-FFF2-40B4-BE49-F238E27FC236}">
                <a16:creationId xmlns:a16="http://schemas.microsoft.com/office/drawing/2014/main" id="{2D55954D-D3E9-74F6-3DFA-95F9357176DB}"/>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3C2C5A8F-2530-9568-7657-8382DCF80A49}"/>
              </a:ext>
            </a:extLst>
          </p:cNvPr>
          <p:cNvSpPr>
            <a:spLocks noGrp="1"/>
          </p:cNvSpPr>
          <p:nvPr>
            <p:ph type="sldNum" sz="quarter" idx="12"/>
          </p:nvPr>
        </p:nvSpPr>
        <p:spPr/>
        <p:txBody>
          <a:bodyPr/>
          <a:lstStyle/>
          <a:p>
            <a:fld id="{8E90A93A-CBEB-40B0-B638-E400989BEC3F}" type="slidenum">
              <a:rPr lang="zh-CN" altLang="en-US" smtClean="0"/>
              <a:pPr/>
              <a:t>3</a:t>
            </a:fld>
            <a:endParaRPr lang="zh-CN" altLang="en-US"/>
          </a:p>
        </p:txBody>
      </p:sp>
      <p:pic>
        <p:nvPicPr>
          <p:cNvPr id="2050" name="Picture 2" descr="Myth Versus Reality Words Show False Mythology Vs Real Life - 3d ...">
            <a:extLst>
              <a:ext uri="{FF2B5EF4-FFF2-40B4-BE49-F238E27FC236}">
                <a16:creationId xmlns:a16="http://schemas.microsoft.com/office/drawing/2014/main" id="{725788CF-E08E-FA7C-1929-2ABB7A409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1435" y="1153290"/>
            <a:ext cx="4152122" cy="3114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548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83EF24F-FD74-8A0F-1046-53B2BC609659}"/>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40405372-79E7-BEB7-85AE-B554BB4707F7}"/>
              </a:ext>
            </a:extLst>
          </p:cNvPr>
          <p:cNvSpPr>
            <a:spLocks noGrp="1"/>
          </p:cNvSpPr>
          <p:nvPr>
            <p:ph type="sldNum" sz="quarter" idx="12"/>
          </p:nvPr>
        </p:nvSpPr>
        <p:spPr/>
        <p:txBody>
          <a:bodyPr/>
          <a:lstStyle/>
          <a:p>
            <a:fld id="{8E90A93A-CBEB-40B0-B638-E400989BEC3F}" type="slidenum">
              <a:rPr lang="zh-CN" altLang="en-US" smtClean="0"/>
              <a:pPr/>
              <a:t>4</a:t>
            </a:fld>
            <a:endParaRPr lang="zh-CN" altLang="en-US"/>
          </a:p>
        </p:txBody>
      </p:sp>
      <p:pic>
        <p:nvPicPr>
          <p:cNvPr id="6" name="Picture 5">
            <a:extLst>
              <a:ext uri="{FF2B5EF4-FFF2-40B4-BE49-F238E27FC236}">
                <a16:creationId xmlns:a16="http://schemas.microsoft.com/office/drawing/2014/main" id="{E068E78B-CE35-701D-5598-39397FDBB328}"/>
              </a:ext>
            </a:extLst>
          </p:cNvPr>
          <p:cNvPicPr>
            <a:picLocks noChangeAspect="1"/>
          </p:cNvPicPr>
          <p:nvPr/>
        </p:nvPicPr>
        <p:blipFill>
          <a:blip r:embed="rId2"/>
          <a:stretch>
            <a:fillRect/>
          </a:stretch>
        </p:blipFill>
        <p:spPr>
          <a:xfrm>
            <a:off x="354589" y="1648149"/>
            <a:ext cx="6475311" cy="17747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2">
            <a:extLst>
              <a:ext uri="{FF2B5EF4-FFF2-40B4-BE49-F238E27FC236}">
                <a16:creationId xmlns:a16="http://schemas.microsoft.com/office/drawing/2014/main" id="{0E0475F9-180A-B256-4600-C8C13FD8DE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9352" y="2153659"/>
            <a:ext cx="4824143" cy="29494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a:extLst>
              <a:ext uri="{FF2B5EF4-FFF2-40B4-BE49-F238E27FC236}">
                <a16:creationId xmlns:a16="http://schemas.microsoft.com/office/drawing/2014/main" id="{D771A1FA-3039-81BB-BD0E-BC2232D6291C}"/>
              </a:ext>
            </a:extLst>
          </p:cNvPr>
          <p:cNvPicPr>
            <a:picLocks noChangeAspect="1"/>
          </p:cNvPicPr>
          <p:nvPr/>
        </p:nvPicPr>
        <p:blipFill rotWithShape="1">
          <a:blip r:embed="rId4"/>
          <a:srcRect b="55631"/>
          <a:stretch/>
        </p:blipFill>
        <p:spPr>
          <a:xfrm>
            <a:off x="354589" y="4361442"/>
            <a:ext cx="6475310" cy="13413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Title 1">
            <a:extLst>
              <a:ext uri="{FF2B5EF4-FFF2-40B4-BE49-F238E27FC236}">
                <a16:creationId xmlns:a16="http://schemas.microsoft.com/office/drawing/2014/main" id="{36D8ED2E-B571-0714-57BF-0DEFF918B023}"/>
              </a:ext>
            </a:extLst>
          </p:cNvPr>
          <p:cNvSpPr>
            <a:spLocks noGrp="1"/>
          </p:cNvSpPr>
          <p:nvPr>
            <p:ph type="title"/>
          </p:nvPr>
        </p:nvSpPr>
        <p:spPr>
          <a:xfrm>
            <a:off x="320675" y="293688"/>
            <a:ext cx="11583988" cy="719137"/>
          </a:xfrm>
        </p:spPr>
        <p:txBody>
          <a:bodyPr/>
          <a:lstStyle/>
          <a:p>
            <a:r>
              <a:rPr lang="en-US"/>
              <a:t>Example 1: Pinning vs. Floating </a:t>
            </a:r>
          </a:p>
        </p:txBody>
      </p:sp>
    </p:spTree>
    <p:extLst>
      <p:ext uri="{BB962C8B-B14F-4D97-AF65-F5344CB8AC3E}">
        <p14:creationId xmlns:p14="http://schemas.microsoft.com/office/powerpoint/2010/main" val="3974277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C8BB8-C13D-14EB-65C6-3F3E3569FEEC}"/>
              </a:ext>
            </a:extLst>
          </p:cNvPr>
          <p:cNvSpPr>
            <a:spLocks noGrp="1"/>
          </p:cNvSpPr>
          <p:nvPr>
            <p:ph type="title"/>
          </p:nvPr>
        </p:nvSpPr>
        <p:spPr/>
        <p:txBody>
          <a:bodyPr/>
          <a:lstStyle/>
          <a:p>
            <a:r>
              <a:rPr lang="en-US"/>
              <a:t>Example 1: Pinning vs. Floating </a:t>
            </a:r>
          </a:p>
        </p:txBody>
      </p:sp>
      <p:sp>
        <p:nvSpPr>
          <p:cNvPr id="3" name="Content Placeholder 2">
            <a:extLst>
              <a:ext uri="{FF2B5EF4-FFF2-40B4-BE49-F238E27FC236}">
                <a16:creationId xmlns:a16="http://schemas.microsoft.com/office/drawing/2014/main" id="{012B8EC7-BBC7-E0E4-57E5-4B19B0F5EEF1}"/>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522DA015-69BB-E49A-C489-471174A9D2CD}"/>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63E57594-6599-5A9B-F8DC-1A81B8B379B9}"/>
              </a:ext>
            </a:extLst>
          </p:cNvPr>
          <p:cNvSpPr>
            <a:spLocks noGrp="1"/>
          </p:cNvSpPr>
          <p:nvPr>
            <p:ph type="sldNum" sz="quarter" idx="12"/>
          </p:nvPr>
        </p:nvSpPr>
        <p:spPr/>
        <p:txBody>
          <a:bodyPr/>
          <a:lstStyle/>
          <a:p>
            <a:fld id="{8E90A93A-CBEB-40B0-B638-E400989BEC3F}" type="slidenum">
              <a:rPr lang="zh-CN" altLang="en-US" smtClean="0"/>
              <a:pPr/>
              <a:t>5</a:t>
            </a:fld>
            <a:endParaRPr lang="zh-CN" altLang="en-US"/>
          </a:p>
        </p:txBody>
      </p:sp>
      <p:pic>
        <p:nvPicPr>
          <p:cNvPr id="7" name="Picture 6">
            <a:extLst>
              <a:ext uri="{FF2B5EF4-FFF2-40B4-BE49-F238E27FC236}">
                <a16:creationId xmlns:a16="http://schemas.microsoft.com/office/drawing/2014/main" id="{A868DFFD-86D7-4257-1306-8476CD270DDB}"/>
              </a:ext>
            </a:extLst>
          </p:cNvPr>
          <p:cNvPicPr>
            <a:picLocks noChangeAspect="1"/>
          </p:cNvPicPr>
          <p:nvPr/>
        </p:nvPicPr>
        <p:blipFill>
          <a:blip r:embed="rId2"/>
          <a:stretch>
            <a:fillRect/>
          </a:stretch>
        </p:blipFill>
        <p:spPr>
          <a:xfrm>
            <a:off x="6797738" y="1102651"/>
            <a:ext cx="4057946" cy="5267131"/>
          </a:xfrm>
          <a:prstGeom prst="rect">
            <a:avLst/>
          </a:prstGeom>
          <a:ln>
            <a:solidFill>
              <a:schemeClr val="tx1"/>
            </a:solidFill>
          </a:ln>
          <a:effectLst>
            <a:outerShdw blurRad="50800" dist="38100" dir="2700000" algn="tl" rotWithShape="0">
              <a:prstClr val="black">
                <a:alpha val="40000"/>
              </a:prstClr>
            </a:outerShdw>
          </a:effectLst>
        </p:spPr>
      </p:pic>
      <p:sp>
        <p:nvSpPr>
          <p:cNvPr id="10" name="Rectangle 9">
            <a:extLst>
              <a:ext uri="{FF2B5EF4-FFF2-40B4-BE49-F238E27FC236}">
                <a16:creationId xmlns:a16="http://schemas.microsoft.com/office/drawing/2014/main" id="{152C5F91-330C-D45C-3859-F4B28AB963F2}"/>
              </a:ext>
            </a:extLst>
          </p:cNvPr>
          <p:cNvSpPr/>
          <p:nvPr/>
        </p:nvSpPr>
        <p:spPr>
          <a:xfrm>
            <a:off x="7083163" y="3015298"/>
            <a:ext cx="3521214" cy="150787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atin typeface="Gadugi" panose="020B0502040204020203" pitchFamily="34" charset="0"/>
                <a:ea typeface="Gadugi" panose="020B0502040204020203" pitchFamily="34" charset="0"/>
              </a:rPr>
              <a:t>…</a:t>
            </a:r>
            <a:r>
              <a:rPr lang="zh-CN" altLang="en-US">
                <a:latin typeface="Gadugi" panose="020B0502040204020203" pitchFamily="34" charset="0"/>
                <a:ea typeface="Gadugi" panose="020B0502040204020203" pitchFamily="34" charset="0"/>
              </a:rPr>
              <a:t> </a:t>
            </a:r>
            <a:r>
              <a:rPr lang="en-US" altLang="zh-CN">
                <a:latin typeface="Gadugi" panose="020B0502040204020203" pitchFamily="34" charset="0"/>
                <a:ea typeface="Gadugi" panose="020B0502040204020203" pitchFamily="34" charset="0"/>
              </a:rPr>
              <a:t>and</a:t>
            </a:r>
            <a:r>
              <a:rPr lang="zh-CN" altLang="en-US">
                <a:latin typeface="Gadugi" panose="020B0502040204020203" pitchFamily="34" charset="0"/>
                <a:ea typeface="Gadugi" panose="020B0502040204020203" pitchFamily="34" charset="0"/>
              </a:rPr>
              <a:t> </a:t>
            </a:r>
            <a:r>
              <a:rPr lang="en-US" altLang="zh-CN">
                <a:solidFill>
                  <a:srgbClr val="FF0000"/>
                </a:solidFill>
                <a:latin typeface="Gadugi" panose="020B0502040204020203" pitchFamily="34" charset="0"/>
                <a:ea typeface="Gadugi" panose="020B0502040204020203" pitchFamily="34" charset="0"/>
              </a:rPr>
              <a:t>v</a:t>
            </a:r>
            <a:r>
              <a:rPr lang="en-US">
                <a:solidFill>
                  <a:srgbClr val="FF0000"/>
                </a:solidFill>
                <a:latin typeface="Gadugi" panose="020B0502040204020203" pitchFamily="34" charset="0"/>
                <a:ea typeface="Gadugi" panose="020B0502040204020203" pitchFamily="34" charset="0"/>
              </a:rPr>
              <a:t>ersion pinning</a:t>
            </a:r>
            <a:r>
              <a:rPr lang="en-US">
                <a:latin typeface="Gadugi" panose="020B0502040204020203" pitchFamily="34" charset="0"/>
                <a:ea typeface="Gadugi" panose="020B0502040204020203" pitchFamily="34" charset="0"/>
              </a:rPr>
              <a:t> show the highest utility/cost ratio, thus, are considered to </a:t>
            </a:r>
            <a:r>
              <a:rPr lang="en-US">
                <a:solidFill>
                  <a:srgbClr val="FF0000"/>
                </a:solidFill>
                <a:latin typeface="Gadugi" panose="020B0502040204020203" pitchFamily="34" charset="0"/>
                <a:ea typeface="Gadugi" panose="020B0502040204020203" pitchFamily="34" charset="0"/>
              </a:rPr>
              <a:t>be useful and cheap controls </a:t>
            </a:r>
            <a:r>
              <a:rPr lang="en-US">
                <a:solidFill>
                  <a:schemeClr val="tx1"/>
                </a:solidFill>
                <a:latin typeface="Gadugi" panose="020B0502040204020203" pitchFamily="34" charset="0"/>
                <a:ea typeface="Gadugi" panose="020B0502040204020203" pitchFamily="34" charset="0"/>
              </a:rPr>
              <a:t>(against supply chain attacks)</a:t>
            </a:r>
          </a:p>
        </p:txBody>
      </p:sp>
      <p:pic>
        <p:nvPicPr>
          <p:cNvPr id="12" name="Picture 11">
            <a:extLst>
              <a:ext uri="{FF2B5EF4-FFF2-40B4-BE49-F238E27FC236}">
                <a16:creationId xmlns:a16="http://schemas.microsoft.com/office/drawing/2014/main" id="{9C454EAB-1126-DF0A-13CB-5271A7F8E8A5}"/>
              </a:ext>
            </a:extLst>
          </p:cNvPr>
          <p:cNvPicPr>
            <a:picLocks noChangeAspect="1"/>
          </p:cNvPicPr>
          <p:nvPr/>
        </p:nvPicPr>
        <p:blipFill>
          <a:blip r:embed="rId3"/>
          <a:stretch>
            <a:fillRect/>
          </a:stretch>
        </p:blipFill>
        <p:spPr>
          <a:xfrm>
            <a:off x="1147796" y="1092830"/>
            <a:ext cx="3861770" cy="5276952"/>
          </a:xfrm>
          <a:prstGeom prst="rect">
            <a:avLst/>
          </a:prstGeom>
          <a:ln>
            <a:solidFill>
              <a:schemeClr val="tx1"/>
            </a:solidFill>
          </a:ln>
          <a:effectLst>
            <a:outerShdw blurRad="50800" dist="38100" dir="2700000" algn="tl" rotWithShape="0">
              <a:prstClr val="black">
                <a:alpha val="40000"/>
              </a:prstClr>
            </a:outerShdw>
          </a:effectLst>
        </p:spPr>
      </p:pic>
      <p:sp>
        <p:nvSpPr>
          <p:cNvPr id="15" name="Rectangle 14">
            <a:extLst>
              <a:ext uri="{FF2B5EF4-FFF2-40B4-BE49-F238E27FC236}">
                <a16:creationId xmlns:a16="http://schemas.microsoft.com/office/drawing/2014/main" id="{17F931F0-001D-33C0-9DCE-846946260065}"/>
              </a:ext>
            </a:extLst>
          </p:cNvPr>
          <p:cNvSpPr/>
          <p:nvPr/>
        </p:nvSpPr>
        <p:spPr>
          <a:xfrm>
            <a:off x="1336315" y="3015297"/>
            <a:ext cx="3528647" cy="14679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atin typeface="Gadugi" panose="020B0502040204020203" pitchFamily="34" charset="0"/>
                <a:ea typeface="Gadugi" panose="020B0502040204020203" pitchFamily="34" charset="0"/>
              </a:rPr>
              <a:t>By </a:t>
            </a:r>
            <a:r>
              <a:rPr lang="en-US">
                <a:solidFill>
                  <a:srgbClr val="FF0000"/>
                </a:solidFill>
                <a:latin typeface="Gadugi" panose="020B0502040204020203" pitchFamily="34" charset="0"/>
                <a:ea typeface="Gadugi" panose="020B0502040204020203" pitchFamily="34" charset="0"/>
              </a:rPr>
              <a:t>pinning a dependency</a:t>
            </a:r>
            <a:r>
              <a:rPr lang="en-US">
                <a:latin typeface="Gadugi" panose="020B0502040204020203" pitchFamily="34" charset="0"/>
                <a:ea typeface="Gadugi" panose="020B0502040204020203" pitchFamily="34" charset="0"/>
              </a:rPr>
              <a:t>, we will not receive important security and bug fixes…It therefore leaves our project </a:t>
            </a:r>
            <a:r>
              <a:rPr lang="en-US">
                <a:solidFill>
                  <a:srgbClr val="FF0000"/>
                </a:solidFill>
                <a:latin typeface="Gadugi" panose="020B0502040204020203" pitchFamily="34" charset="0"/>
                <a:ea typeface="Gadugi" panose="020B0502040204020203" pitchFamily="34" charset="0"/>
              </a:rPr>
              <a:t>less and less secure </a:t>
            </a:r>
            <a:r>
              <a:rPr lang="en-US">
                <a:latin typeface="Gadugi" panose="020B0502040204020203" pitchFamily="34" charset="0"/>
                <a:ea typeface="Gadugi" panose="020B0502040204020203" pitchFamily="34" charset="0"/>
              </a:rPr>
              <a:t>over time</a:t>
            </a:r>
            <a:endParaRPr lang="en-US">
              <a:solidFill>
                <a:srgbClr val="FF0000"/>
              </a:solidFill>
              <a:latin typeface="Gadugi" panose="020B0502040204020203" pitchFamily="34" charset="0"/>
              <a:ea typeface="Gadugi" panose="020B0502040204020203" pitchFamily="34" charset="0"/>
            </a:endParaRPr>
          </a:p>
        </p:txBody>
      </p:sp>
    </p:spTree>
    <p:extLst>
      <p:ext uri="{BB962C8B-B14F-4D97-AF65-F5344CB8AC3E}">
        <p14:creationId xmlns:p14="http://schemas.microsoft.com/office/powerpoint/2010/main" val="2058601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C3A5B-DB3C-CA3E-8C0F-5FBC1BE7D3FA}"/>
              </a:ext>
            </a:extLst>
          </p:cNvPr>
          <p:cNvSpPr>
            <a:spLocks noGrp="1"/>
          </p:cNvSpPr>
          <p:nvPr>
            <p:ph type="title"/>
          </p:nvPr>
        </p:nvSpPr>
        <p:spPr/>
        <p:txBody>
          <a:bodyPr/>
          <a:lstStyle/>
          <a:p>
            <a:r>
              <a:rPr lang="en-US"/>
              <a:t>Example 2: GitHub Stars for Growth Hacking</a:t>
            </a:r>
          </a:p>
        </p:txBody>
      </p:sp>
      <p:sp>
        <p:nvSpPr>
          <p:cNvPr id="4" name="Footer Placeholder 3">
            <a:extLst>
              <a:ext uri="{FF2B5EF4-FFF2-40B4-BE49-F238E27FC236}">
                <a16:creationId xmlns:a16="http://schemas.microsoft.com/office/drawing/2014/main" id="{05A926CC-0025-FFFC-A845-665FB51E70ED}"/>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7B50BC8C-F0FC-EF66-7437-89108A432BD3}"/>
              </a:ext>
            </a:extLst>
          </p:cNvPr>
          <p:cNvSpPr>
            <a:spLocks noGrp="1"/>
          </p:cNvSpPr>
          <p:nvPr>
            <p:ph type="sldNum" sz="quarter" idx="12"/>
          </p:nvPr>
        </p:nvSpPr>
        <p:spPr/>
        <p:txBody>
          <a:bodyPr/>
          <a:lstStyle/>
          <a:p>
            <a:fld id="{8E90A93A-CBEB-40B0-B638-E400989BEC3F}" type="slidenum">
              <a:rPr lang="zh-CN" altLang="en-US" smtClean="0"/>
              <a:pPr/>
              <a:t>6</a:t>
            </a:fld>
            <a:endParaRPr lang="zh-CN" altLang="en-US"/>
          </a:p>
        </p:txBody>
      </p:sp>
      <p:pic>
        <p:nvPicPr>
          <p:cNvPr id="9" name="Picture 8">
            <a:extLst>
              <a:ext uri="{FF2B5EF4-FFF2-40B4-BE49-F238E27FC236}">
                <a16:creationId xmlns:a16="http://schemas.microsoft.com/office/drawing/2014/main" id="{17DD73F8-8B8A-9081-4F98-52BF873F2E6D}"/>
              </a:ext>
            </a:extLst>
          </p:cNvPr>
          <p:cNvPicPr>
            <a:picLocks noChangeAspect="1"/>
          </p:cNvPicPr>
          <p:nvPr/>
        </p:nvPicPr>
        <p:blipFill>
          <a:blip r:embed="rId2"/>
          <a:stretch>
            <a:fillRect/>
          </a:stretch>
        </p:blipFill>
        <p:spPr>
          <a:xfrm>
            <a:off x="6430046" y="1193625"/>
            <a:ext cx="4745394" cy="5118035"/>
          </a:xfrm>
          <a:prstGeom prst="rect">
            <a:avLst/>
          </a:prstGeom>
          <a:ln>
            <a:solidFill>
              <a:schemeClr val="tx1"/>
            </a:solidFill>
          </a:ln>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F18FC282-9C0A-EB17-A808-0E6CC2B13B62}"/>
              </a:ext>
            </a:extLst>
          </p:cNvPr>
          <p:cNvPicPr>
            <a:picLocks noChangeAspect="1"/>
          </p:cNvPicPr>
          <p:nvPr/>
        </p:nvPicPr>
        <p:blipFill>
          <a:blip r:embed="rId3"/>
          <a:stretch>
            <a:fillRect/>
          </a:stretch>
        </p:blipFill>
        <p:spPr>
          <a:xfrm>
            <a:off x="966725" y="1193625"/>
            <a:ext cx="3898238" cy="5118035"/>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16713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4E988-5704-2319-A374-A511479682BE}"/>
              </a:ext>
            </a:extLst>
          </p:cNvPr>
          <p:cNvSpPr>
            <a:spLocks noGrp="1"/>
          </p:cNvSpPr>
          <p:nvPr>
            <p:ph type="title"/>
          </p:nvPr>
        </p:nvSpPr>
        <p:spPr/>
        <p:txBody>
          <a:bodyPr/>
          <a:lstStyle/>
          <a:p>
            <a:r>
              <a:rPr lang="en-US"/>
              <a:t>Example 3: AI Coding Tools on Productivity</a:t>
            </a:r>
          </a:p>
        </p:txBody>
      </p:sp>
      <p:sp>
        <p:nvSpPr>
          <p:cNvPr id="4" name="Footer Placeholder 3">
            <a:extLst>
              <a:ext uri="{FF2B5EF4-FFF2-40B4-BE49-F238E27FC236}">
                <a16:creationId xmlns:a16="http://schemas.microsoft.com/office/drawing/2014/main" id="{5C48FF9D-74A2-F5A3-2976-31E22E97C577}"/>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797B14A2-A2AA-B00D-EFA6-DA4870C58FB6}"/>
              </a:ext>
            </a:extLst>
          </p:cNvPr>
          <p:cNvSpPr>
            <a:spLocks noGrp="1"/>
          </p:cNvSpPr>
          <p:nvPr>
            <p:ph type="sldNum" sz="quarter" idx="12"/>
          </p:nvPr>
        </p:nvSpPr>
        <p:spPr/>
        <p:txBody>
          <a:bodyPr/>
          <a:lstStyle/>
          <a:p>
            <a:fld id="{8E90A93A-CBEB-40B0-B638-E400989BEC3F}" type="slidenum">
              <a:rPr lang="zh-CN" altLang="en-US" smtClean="0"/>
              <a:pPr/>
              <a:t>7</a:t>
            </a:fld>
            <a:endParaRPr lang="zh-CN" altLang="en-US"/>
          </a:p>
        </p:txBody>
      </p:sp>
      <p:pic>
        <p:nvPicPr>
          <p:cNvPr id="6" name="Picture 5">
            <a:extLst>
              <a:ext uri="{FF2B5EF4-FFF2-40B4-BE49-F238E27FC236}">
                <a16:creationId xmlns:a16="http://schemas.microsoft.com/office/drawing/2014/main" id="{736D961C-9DCE-880E-1DAE-C142F133FD9E}"/>
              </a:ext>
            </a:extLst>
          </p:cNvPr>
          <p:cNvPicPr>
            <a:picLocks noChangeAspect="1"/>
          </p:cNvPicPr>
          <p:nvPr/>
        </p:nvPicPr>
        <p:blipFill>
          <a:blip r:embed="rId2"/>
          <a:stretch>
            <a:fillRect/>
          </a:stretch>
        </p:blipFill>
        <p:spPr>
          <a:xfrm>
            <a:off x="6713190" y="1218671"/>
            <a:ext cx="3962304" cy="5136075"/>
          </a:xfrm>
          <a:prstGeom prst="rect">
            <a:avLst/>
          </a:prstGeom>
          <a:ln>
            <a:solidFill>
              <a:schemeClr val="tx1"/>
            </a:solidFill>
          </a:ln>
          <a:effectLst>
            <a:outerShdw blurRad="50800" dist="38100" dir="2700000" algn="tl" rotWithShape="0">
              <a:prstClr val="black">
                <a:alpha val="40000"/>
              </a:prstClr>
            </a:outerShdw>
          </a:effectLst>
        </p:spPr>
      </p:pic>
      <p:sp>
        <p:nvSpPr>
          <p:cNvPr id="9" name="Rectangle 8">
            <a:extLst>
              <a:ext uri="{FF2B5EF4-FFF2-40B4-BE49-F238E27FC236}">
                <a16:creationId xmlns:a16="http://schemas.microsoft.com/office/drawing/2014/main" id="{60F4339F-7677-7D15-8007-8CE795A04FB3}"/>
              </a:ext>
            </a:extLst>
          </p:cNvPr>
          <p:cNvSpPr/>
          <p:nvPr/>
        </p:nvSpPr>
        <p:spPr>
          <a:xfrm>
            <a:off x="7068453" y="3261818"/>
            <a:ext cx="3271851" cy="93295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atin typeface="Gadugi" panose="020B0502040204020203" pitchFamily="34" charset="0"/>
                <a:ea typeface="Gadugi" panose="020B0502040204020203" pitchFamily="34" charset="0"/>
              </a:rPr>
              <a:t>Open-source developers work on their daily tasks </a:t>
            </a:r>
            <a:r>
              <a:rPr lang="en-US" b="1">
                <a:latin typeface="Gadugi" panose="020B0502040204020203" pitchFamily="34" charset="0"/>
                <a:ea typeface="Gadugi" panose="020B0502040204020203" pitchFamily="34" charset="0"/>
              </a:rPr>
              <a:t>slower</a:t>
            </a:r>
            <a:r>
              <a:rPr lang="en-US">
                <a:latin typeface="Gadugi" panose="020B0502040204020203" pitchFamily="34" charset="0"/>
                <a:ea typeface="Gadugi" panose="020B0502040204020203" pitchFamily="34" charset="0"/>
              </a:rPr>
              <a:t> with Cursor AI in early 2025</a:t>
            </a:r>
          </a:p>
        </p:txBody>
      </p:sp>
      <p:pic>
        <p:nvPicPr>
          <p:cNvPr id="12" name="Picture 11">
            <a:extLst>
              <a:ext uri="{FF2B5EF4-FFF2-40B4-BE49-F238E27FC236}">
                <a16:creationId xmlns:a16="http://schemas.microsoft.com/office/drawing/2014/main" id="{71C7B219-AA71-0899-CF50-C2E8A450F8B3}"/>
              </a:ext>
            </a:extLst>
          </p:cNvPr>
          <p:cNvPicPr>
            <a:picLocks noChangeAspect="1"/>
          </p:cNvPicPr>
          <p:nvPr/>
        </p:nvPicPr>
        <p:blipFill>
          <a:blip r:embed="rId3"/>
          <a:srcRect b="8425"/>
          <a:stretch>
            <a:fillRect/>
          </a:stretch>
        </p:blipFill>
        <p:spPr>
          <a:xfrm>
            <a:off x="927094" y="1219913"/>
            <a:ext cx="4409405" cy="5134834"/>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56017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78321-7B3A-BA80-DF4D-66C07B083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921600-4AED-DD0F-614D-170B2AFFDC1D}"/>
              </a:ext>
            </a:extLst>
          </p:cNvPr>
          <p:cNvSpPr>
            <a:spLocks noGrp="1"/>
          </p:cNvSpPr>
          <p:nvPr>
            <p:ph type="title"/>
          </p:nvPr>
        </p:nvSpPr>
        <p:spPr/>
        <p:txBody>
          <a:bodyPr/>
          <a:lstStyle/>
          <a:p>
            <a:r>
              <a:rPr lang="en-US"/>
              <a:t>Example 4: Programming Language vs. Defect Proneness</a:t>
            </a:r>
          </a:p>
        </p:txBody>
      </p:sp>
      <p:sp>
        <p:nvSpPr>
          <p:cNvPr id="3" name="Content Placeholder 2">
            <a:extLst>
              <a:ext uri="{FF2B5EF4-FFF2-40B4-BE49-F238E27FC236}">
                <a16:creationId xmlns:a16="http://schemas.microsoft.com/office/drawing/2014/main" id="{8AB0C124-6C4E-87D8-7B3A-899EDE543FF9}"/>
              </a:ext>
            </a:extLst>
          </p:cNvPr>
          <p:cNvSpPr>
            <a:spLocks noGrp="1"/>
          </p:cNvSpPr>
          <p:nvPr>
            <p:ph idx="1"/>
          </p:nvPr>
        </p:nvSpPr>
        <p:spPr>
          <a:xfrm>
            <a:off x="320948" y="1205070"/>
            <a:ext cx="11584419" cy="1259350"/>
          </a:xfrm>
        </p:spPr>
        <p:txBody>
          <a:bodyPr>
            <a:normAutofit/>
          </a:bodyPr>
          <a:lstStyle/>
          <a:p>
            <a:r>
              <a:rPr lang="en-US"/>
              <a:t>Does the choice of </a:t>
            </a:r>
            <a:r>
              <a:rPr lang="en-US" b="1"/>
              <a:t>programming language</a:t>
            </a:r>
            <a:r>
              <a:rPr lang="en-US"/>
              <a:t> affect </a:t>
            </a:r>
            <a:r>
              <a:rPr lang="en-US" b="1"/>
              <a:t>defect proneness</a:t>
            </a:r>
            <a:r>
              <a:rPr lang="zh-CN" altLang="en-US" b="1"/>
              <a:t> </a:t>
            </a:r>
            <a:r>
              <a:rPr lang="en-US" altLang="zh-CN"/>
              <a:t>(i.e.,</a:t>
            </a:r>
            <a:r>
              <a:rPr lang="zh-CN" altLang="en-US"/>
              <a:t> </a:t>
            </a:r>
            <a:r>
              <a:rPr lang="en-US" altLang="zh-CN"/>
              <a:t>how</a:t>
            </a:r>
            <a:r>
              <a:rPr lang="zh-CN" altLang="en-US"/>
              <a:t> </a:t>
            </a:r>
            <a:r>
              <a:rPr lang="en-US" altLang="zh-CN"/>
              <a:t>prone</a:t>
            </a:r>
            <a:r>
              <a:rPr lang="zh-CN" altLang="en-US"/>
              <a:t> </a:t>
            </a:r>
            <a:r>
              <a:rPr lang="en-US" altLang="zh-CN"/>
              <a:t>your</a:t>
            </a:r>
            <a:r>
              <a:rPr lang="zh-CN" altLang="en-US"/>
              <a:t> </a:t>
            </a:r>
            <a:r>
              <a:rPr lang="en-US" altLang="zh-CN"/>
              <a:t>code</a:t>
            </a:r>
            <a:r>
              <a:rPr lang="zh-CN" altLang="en-US"/>
              <a:t> </a:t>
            </a:r>
            <a:r>
              <a:rPr lang="en-US" altLang="zh-CN"/>
              <a:t>is</a:t>
            </a:r>
            <a:r>
              <a:rPr lang="zh-CN" altLang="en-US"/>
              <a:t> </a:t>
            </a:r>
            <a:r>
              <a:rPr lang="en-US" altLang="zh-CN"/>
              <a:t>subject</a:t>
            </a:r>
            <a:r>
              <a:rPr lang="zh-CN" altLang="en-US"/>
              <a:t> </a:t>
            </a:r>
            <a:r>
              <a:rPr lang="en-US" altLang="zh-CN"/>
              <a:t>to</a:t>
            </a:r>
            <a:r>
              <a:rPr lang="zh-CN" altLang="en-US"/>
              <a:t> </a:t>
            </a:r>
            <a:r>
              <a:rPr lang="en-US" altLang="zh-CN"/>
              <a:t>bugs)</a:t>
            </a:r>
            <a:r>
              <a:rPr lang="en-US"/>
              <a:t>?</a:t>
            </a:r>
          </a:p>
          <a:p>
            <a:endParaRPr lang="en-US"/>
          </a:p>
          <a:p>
            <a:pPr marL="457200" lvl="1" indent="0">
              <a:buNone/>
            </a:pPr>
            <a:endParaRPr lang="en-US"/>
          </a:p>
        </p:txBody>
      </p:sp>
      <p:sp>
        <p:nvSpPr>
          <p:cNvPr id="4" name="Footer Placeholder 3">
            <a:extLst>
              <a:ext uri="{FF2B5EF4-FFF2-40B4-BE49-F238E27FC236}">
                <a16:creationId xmlns:a16="http://schemas.microsoft.com/office/drawing/2014/main" id="{A96EFC00-9463-E198-9F83-F3B6850E5C4C}"/>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4C1E65FE-EDAA-E234-E57E-B4CBD363F22E}"/>
              </a:ext>
            </a:extLst>
          </p:cNvPr>
          <p:cNvSpPr>
            <a:spLocks noGrp="1"/>
          </p:cNvSpPr>
          <p:nvPr>
            <p:ph type="sldNum" sz="quarter" idx="12"/>
          </p:nvPr>
        </p:nvSpPr>
        <p:spPr/>
        <p:txBody>
          <a:bodyPr/>
          <a:lstStyle/>
          <a:p>
            <a:fld id="{8E90A93A-CBEB-40B0-B638-E400989BEC3F}" type="slidenum">
              <a:rPr lang="zh-CN" altLang="en-US" smtClean="0"/>
              <a:pPr/>
              <a:t>8</a:t>
            </a:fld>
            <a:endParaRPr lang="zh-CN" altLang="en-US"/>
          </a:p>
        </p:txBody>
      </p:sp>
      <p:sp>
        <p:nvSpPr>
          <p:cNvPr id="7" name="TextBox 6">
            <a:extLst>
              <a:ext uri="{FF2B5EF4-FFF2-40B4-BE49-F238E27FC236}">
                <a16:creationId xmlns:a16="http://schemas.microsoft.com/office/drawing/2014/main" id="{21ABA7E9-4BD1-A78D-3788-1F922F0C9A63}"/>
              </a:ext>
            </a:extLst>
          </p:cNvPr>
          <p:cNvSpPr txBox="1"/>
          <p:nvPr/>
        </p:nvSpPr>
        <p:spPr>
          <a:xfrm>
            <a:off x="1508971" y="2562163"/>
            <a:ext cx="5168666" cy="461665"/>
          </a:xfrm>
          <a:prstGeom prst="rect">
            <a:avLst/>
          </a:prstGeom>
          <a:noFill/>
        </p:spPr>
        <p:txBody>
          <a:bodyPr wrap="square">
            <a:spAutoFit/>
          </a:bodyPr>
          <a:lstStyle/>
          <a:p>
            <a:pPr algn="ctr"/>
            <a:r>
              <a:rPr lang="en-US" sz="2400">
                <a:latin typeface="Gadugi" panose="020B0502040204020203" pitchFamily="34" charset="0"/>
                <a:ea typeface="Gadugi" panose="020B0502040204020203" pitchFamily="34" charset="0"/>
              </a:rPr>
              <a:t>Static Typing vs. Dynamic Typing</a:t>
            </a:r>
          </a:p>
        </p:txBody>
      </p:sp>
      <p:sp>
        <p:nvSpPr>
          <p:cNvPr id="9" name="TextBox 8">
            <a:extLst>
              <a:ext uri="{FF2B5EF4-FFF2-40B4-BE49-F238E27FC236}">
                <a16:creationId xmlns:a16="http://schemas.microsoft.com/office/drawing/2014/main" id="{810B2327-CEEA-22D4-0343-16BAA689D81A}"/>
              </a:ext>
            </a:extLst>
          </p:cNvPr>
          <p:cNvSpPr txBox="1"/>
          <p:nvPr/>
        </p:nvSpPr>
        <p:spPr>
          <a:xfrm>
            <a:off x="5151192" y="3733825"/>
            <a:ext cx="5168666" cy="461665"/>
          </a:xfrm>
          <a:prstGeom prst="rect">
            <a:avLst/>
          </a:prstGeom>
          <a:noFill/>
        </p:spPr>
        <p:txBody>
          <a:bodyPr wrap="square">
            <a:spAutoFit/>
          </a:bodyPr>
          <a:lstStyle/>
          <a:p>
            <a:pPr algn="ctr"/>
            <a:r>
              <a:rPr lang="en-US" sz="2400">
                <a:latin typeface="Gadugi" panose="020B0502040204020203" pitchFamily="34" charset="0"/>
                <a:ea typeface="Gadugi" panose="020B0502040204020203" pitchFamily="34" charset="0"/>
              </a:rPr>
              <a:t>Functional vs. Procedural vs OOP</a:t>
            </a:r>
          </a:p>
        </p:txBody>
      </p:sp>
      <p:sp>
        <p:nvSpPr>
          <p:cNvPr id="10" name="TextBox 9">
            <a:extLst>
              <a:ext uri="{FF2B5EF4-FFF2-40B4-BE49-F238E27FC236}">
                <a16:creationId xmlns:a16="http://schemas.microsoft.com/office/drawing/2014/main" id="{A14729E5-F54D-D922-43C4-7B5B90044263}"/>
              </a:ext>
            </a:extLst>
          </p:cNvPr>
          <p:cNvSpPr txBox="1"/>
          <p:nvPr/>
        </p:nvSpPr>
        <p:spPr>
          <a:xfrm>
            <a:off x="944490" y="4792236"/>
            <a:ext cx="5577949" cy="830997"/>
          </a:xfrm>
          <a:prstGeom prst="rect">
            <a:avLst/>
          </a:prstGeom>
          <a:noFill/>
        </p:spPr>
        <p:txBody>
          <a:bodyPr wrap="square">
            <a:spAutoFit/>
          </a:bodyPr>
          <a:lstStyle/>
          <a:p>
            <a:pPr algn="ctr"/>
            <a:r>
              <a:rPr lang="en-US" sz="2400">
                <a:latin typeface="Gadugi" panose="020B0502040204020203" pitchFamily="34" charset="0"/>
                <a:ea typeface="Gadugi" panose="020B0502040204020203" pitchFamily="34" charset="0"/>
              </a:rPr>
              <a:t>Memory Safety by Design vs. Manual Memory Management</a:t>
            </a:r>
          </a:p>
        </p:txBody>
      </p:sp>
    </p:spTree>
    <p:extLst>
      <p:ext uri="{BB962C8B-B14F-4D97-AF65-F5344CB8AC3E}">
        <p14:creationId xmlns:p14="http://schemas.microsoft.com/office/powerpoint/2010/main" val="2882582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12D94-86DA-8AAE-3401-A5DB5425D9C1}"/>
              </a:ext>
            </a:extLst>
          </p:cNvPr>
          <p:cNvSpPr>
            <a:spLocks noGrp="1"/>
          </p:cNvSpPr>
          <p:nvPr>
            <p:ph type="title"/>
          </p:nvPr>
        </p:nvSpPr>
        <p:spPr/>
        <p:txBody>
          <a:bodyPr/>
          <a:lstStyle/>
          <a:p>
            <a:r>
              <a:rPr lang="en-US"/>
              <a:t>Example 4: Programming Language vs. Defect Proneness</a:t>
            </a:r>
          </a:p>
        </p:txBody>
      </p:sp>
      <p:sp>
        <p:nvSpPr>
          <p:cNvPr id="4" name="Footer Placeholder 3">
            <a:extLst>
              <a:ext uri="{FF2B5EF4-FFF2-40B4-BE49-F238E27FC236}">
                <a16:creationId xmlns:a16="http://schemas.microsoft.com/office/drawing/2014/main" id="{3CFEC283-87ED-7CFE-B001-AA519A6F664B}"/>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D283C50A-AD29-F5F9-8D6C-63E1AA22914B}"/>
              </a:ext>
            </a:extLst>
          </p:cNvPr>
          <p:cNvSpPr>
            <a:spLocks noGrp="1"/>
          </p:cNvSpPr>
          <p:nvPr>
            <p:ph type="sldNum" sz="quarter" idx="12"/>
          </p:nvPr>
        </p:nvSpPr>
        <p:spPr/>
        <p:txBody>
          <a:bodyPr/>
          <a:lstStyle/>
          <a:p>
            <a:fld id="{8E90A93A-CBEB-40B0-B638-E400989BEC3F}" type="slidenum">
              <a:rPr lang="zh-CN" altLang="en-US" smtClean="0"/>
              <a:pPr/>
              <a:t>9</a:t>
            </a:fld>
            <a:endParaRPr lang="zh-CN" altLang="en-US"/>
          </a:p>
        </p:txBody>
      </p:sp>
      <p:pic>
        <p:nvPicPr>
          <p:cNvPr id="6" name="Picture 5">
            <a:extLst>
              <a:ext uri="{FF2B5EF4-FFF2-40B4-BE49-F238E27FC236}">
                <a16:creationId xmlns:a16="http://schemas.microsoft.com/office/drawing/2014/main" id="{8FF8AC05-E644-1064-5917-815E9D999232}"/>
              </a:ext>
            </a:extLst>
          </p:cNvPr>
          <p:cNvPicPr>
            <a:picLocks noChangeAspect="1"/>
          </p:cNvPicPr>
          <p:nvPr/>
        </p:nvPicPr>
        <p:blipFill>
          <a:blip r:embed="rId2"/>
          <a:stretch>
            <a:fillRect/>
          </a:stretch>
        </p:blipFill>
        <p:spPr>
          <a:xfrm>
            <a:off x="4558612" y="1364126"/>
            <a:ext cx="3131295" cy="4645042"/>
          </a:xfrm>
          <a:prstGeom prst="rect">
            <a:avLst/>
          </a:prstGeom>
          <a:ln>
            <a:solidFill>
              <a:schemeClr val="tx1"/>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350C9A7A-9C0A-54CB-294E-7B28BB1EE350}"/>
              </a:ext>
            </a:extLst>
          </p:cNvPr>
          <p:cNvPicPr>
            <a:picLocks noChangeAspect="1"/>
          </p:cNvPicPr>
          <p:nvPr/>
        </p:nvPicPr>
        <p:blipFill>
          <a:blip r:embed="rId3"/>
          <a:stretch>
            <a:fillRect/>
          </a:stretch>
        </p:blipFill>
        <p:spPr>
          <a:xfrm>
            <a:off x="8222709" y="1366889"/>
            <a:ext cx="3602963" cy="4645042"/>
          </a:xfrm>
          <a:prstGeom prst="rect">
            <a:avLst/>
          </a:prstGeom>
          <a:ln>
            <a:solidFill>
              <a:schemeClr val="tx1"/>
            </a:solidFill>
          </a:ln>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A2104812-07A1-C354-36A2-B6CD8BF2B681}"/>
              </a:ext>
            </a:extLst>
          </p:cNvPr>
          <p:cNvPicPr>
            <a:picLocks noChangeAspect="1"/>
          </p:cNvPicPr>
          <p:nvPr/>
        </p:nvPicPr>
        <p:blipFill>
          <a:blip r:embed="rId4"/>
          <a:stretch>
            <a:fillRect/>
          </a:stretch>
        </p:blipFill>
        <p:spPr>
          <a:xfrm>
            <a:off x="366328" y="1364127"/>
            <a:ext cx="3659483" cy="4645041"/>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402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7BAFE-07AB-590B-7E8A-C7828FB09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31B24-CCC7-A2DA-AA9D-FD543C02A4BF}"/>
              </a:ext>
            </a:extLst>
          </p:cNvPr>
          <p:cNvSpPr>
            <a:spLocks noGrp="1"/>
          </p:cNvSpPr>
          <p:nvPr>
            <p:ph type="title"/>
          </p:nvPr>
        </p:nvSpPr>
        <p:spPr/>
        <p:txBody>
          <a:bodyPr/>
          <a:lstStyle/>
          <a:p>
            <a:r>
              <a:rPr lang="en-US"/>
              <a:t>Example 4: Programming Language vs. Defect Proneness</a:t>
            </a:r>
          </a:p>
        </p:txBody>
      </p:sp>
      <p:sp>
        <p:nvSpPr>
          <p:cNvPr id="4" name="Footer Placeholder 3">
            <a:extLst>
              <a:ext uri="{FF2B5EF4-FFF2-40B4-BE49-F238E27FC236}">
                <a16:creationId xmlns:a16="http://schemas.microsoft.com/office/drawing/2014/main" id="{3A930488-81BD-DAD8-DBFF-A021BA99EC5D}"/>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6EFE3189-D200-63C6-DE4A-A27922560F59}"/>
              </a:ext>
            </a:extLst>
          </p:cNvPr>
          <p:cNvSpPr>
            <a:spLocks noGrp="1"/>
          </p:cNvSpPr>
          <p:nvPr>
            <p:ph type="sldNum" sz="quarter" idx="12"/>
          </p:nvPr>
        </p:nvSpPr>
        <p:spPr/>
        <p:txBody>
          <a:bodyPr/>
          <a:lstStyle/>
          <a:p>
            <a:fld id="{8E90A93A-CBEB-40B0-B638-E400989BEC3F}" type="slidenum">
              <a:rPr lang="zh-CN" altLang="en-US" smtClean="0"/>
              <a:pPr/>
              <a:t>10</a:t>
            </a:fld>
            <a:endParaRPr lang="zh-CN" altLang="en-US"/>
          </a:p>
        </p:txBody>
      </p:sp>
      <p:pic>
        <p:nvPicPr>
          <p:cNvPr id="9" name="Picture 8">
            <a:extLst>
              <a:ext uri="{FF2B5EF4-FFF2-40B4-BE49-F238E27FC236}">
                <a16:creationId xmlns:a16="http://schemas.microsoft.com/office/drawing/2014/main" id="{190D79E6-1D69-5E27-5AA7-752A4F6DE6BD}"/>
              </a:ext>
            </a:extLst>
          </p:cNvPr>
          <p:cNvPicPr>
            <a:picLocks noChangeAspect="1"/>
          </p:cNvPicPr>
          <p:nvPr/>
        </p:nvPicPr>
        <p:blipFill>
          <a:blip r:embed="rId2"/>
          <a:stretch>
            <a:fillRect/>
          </a:stretch>
        </p:blipFill>
        <p:spPr>
          <a:xfrm>
            <a:off x="435100" y="1154339"/>
            <a:ext cx="2392068" cy="3103075"/>
          </a:xfrm>
          <a:prstGeom prst="rect">
            <a:avLst/>
          </a:prstGeom>
          <a:ln>
            <a:solidFill>
              <a:schemeClr val="tx1"/>
            </a:solidFill>
          </a:ln>
          <a:effectLst>
            <a:outerShdw blurRad="50800" dist="38100" dir="2700000" algn="tl" rotWithShape="0">
              <a:prstClr val="black">
                <a:alpha val="40000"/>
              </a:prstClr>
            </a:outerShdw>
          </a:effectLst>
        </p:spPr>
      </p:pic>
      <p:sp>
        <p:nvSpPr>
          <p:cNvPr id="11" name="TextBox 10">
            <a:extLst>
              <a:ext uri="{FF2B5EF4-FFF2-40B4-BE49-F238E27FC236}">
                <a16:creationId xmlns:a16="http://schemas.microsoft.com/office/drawing/2014/main" id="{3E4BF423-089E-230C-A26C-87A42A6816E0}"/>
              </a:ext>
            </a:extLst>
          </p:cNvPr>
          <p:cNvSpPr txBox="1"/>
          <p:nvPr/>
        </p:nvSpPr>
        <p:spPr>
          <a:xfrm>
            <a:off x="2981239" y="1154339"/>
            <a:ext cx="6406042" cy="1938992"/>
          </a:xfrm>
          <a:prstGeom prst="rect">
            <a:avLst/>
          </a:prstGeom>
          <a:noFill/>
        </p:spPr>
        <p:txBody>
          <a:bodyPr wrap="square">
            <a:spAutoFit/>
          </a:bodyPr>
          <a:lstStyle/>
          <a:p>
            <a:r>
              <a:rPr lang="en-US" sz="2400">
                <a:latin typeface="Gadugi" panose="020B0502040204020203" pitchFamily="34" charset="0"/>
                <a:ea typeface="Gadugi" panose="020B0502040204020203" pitchFamily="34" charset="0"/>
              </a:rPr>
              <a:t>“We fundamentally do not believe that the question the FSE authors set out to answer, namely whether some languages are more defect prone than others, can be meaningfully answered by scraping GitHub.”</a:t>
            </a:r>
          </a:p>
        </p:txBody>
      </p:sp>
      <p:sp>
        <p:nvSpPr>
          <p:cNvPr id="3" name="TextBox 2">
            <a:extLst>
              <a:ext uri="{FF2B5EF4-FFF2-40B4-BE49-F238E27FC236}">
                <a16:creationId xmlns:a16="http://schemas.microsoft.com/office/drawing/2014/main" id="{B3C8611B-5A05-7CD0-565C-BBC1ECC36964}"/>
              </a:ext>
            </a:extLst>
          </p:cNvPr>
          <p:cNvSpPr txBox="1"/>
          <p:nvPr/>
        </p:nvSpPr>
        <p:spPr>
          <a:xfrm>
            <a:off x="4069011" y="4444221"/>
            <a:ext cx="7457462" cy="1200329"/>
          </a:xfrm>
          <a:prstGeom prst="rect">
            <a:avLst/>
          </a:prstGeom>
          <a:noFill/>
        </p:spPr>
        <p:txBody>
          <a:bodyPr wrap="square">
            <a:spAutoFit/>
          </a:bodyPr>
          <a:lstStyle/>
          <a:p>
            <a:r>
              <a:rPr lang="en-US" sz="2400" b="1">
                <a:latin typeface="Gadugi" panose="020B0502040204020203" pitchFamily="34" charset="0"/>
                <a:ea typeface="Gadugi" panose="020B0502040204020203" pitchFamily="34" charset="0"/>
              </a:rPr>
              <a:t>Is mining software repository research over? </a:t>
            </a:r>
          </a:p>
          <a:p>
            <a:r>
              <a:rPr lang="en-US" sz="2400" b="1">
                <a:latin typeface="Gadugi" panose="020B0502040204020203" pitchFamily="34" charset="0"/>
                <a:ea typeface="Gadugi" panose="020B0502040204020203" pitchFamily="34" charset="0"/>
              </a:rPr>
              <a:t>Is there a way to meaningfully settle controversies on important software engineering myths?</a:t>
            </a:r>
          </a:p>
        </p:txBody>
      </p:sp>
      <p:cxnSp>
        <p:nvCxnSpPr>
          <p:cNvPr id="10" name="Connector: Curved 9">
            <a:extLst>
              <a:ext uri="{FF2B5EF4-FFF2-40B4-BE49-F238E27FC236}">
                <a16:creationId xmlns:a16="http://schemas.microsoft.com/office/drawing/2014/main" id="{9B854118-CFBF-3EA5-448D-4EC090C1284C}"/>
              </a:ext>
            </a:extLst>
          </p:cNvPr>
          <p:cNvCxnSpPr>
            <a:cxnSpLocks/>
            <a:stCxn id="11" idx="2"/>
            <a:endCxn id="3" idx="1"/>
          </p:cNvCxnSpPr>
          <p:nvPr/>
        </p:nvCxnSpPr>
        <p:spPr>
          <a:xfrm rot="5400000">
            <a:off x="4151109" y="3011234"/>
            <a:ext cx="1951055" cy="2115249"/>
          </a:xfrm>
          <a:prstGeom prst="curvedConnector4">
            <a:avLst>
              <a:gd name="adj1" fmla="val 34619"/>
              <a:gd name="adj2" fmla="val 110807"/>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27869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31C7-E5CE-88C8-0715-D37F863C0524}"/>
              </a:ext>
            </a:extLst>
          </p:cNvPr>
          <p:cNvSpPr>
            <a:spLocks noGrp="1"/>
          </p:cNvSpPr>
          <p:nvPr>
            <p:ph type="title"/>
          </p:nvPr>
        </p:nvSpPr>
        <p:spPr/>
        <p:txBody>
          <a:bodyPr/>
          <a:lstStyle/>
          <a:p>
            <a:r>
              <a:rPr lang="en-US"/>
              <a:t>The Art of Causal Inference on Observational Data</a:t>
            </a:r>
          </a:p>
        </p:txBody>
      </p:sp>
      <p:sp>
        <p:nvSpPr>
          <p:cNvPr id="4" name="Footer Placeholder 3">
            <a:extLst>
              <a:ext uri="{FF2B5EF4-FFF2-40B4-BE49-F238E27FC236}">
                <a16:creationId xmlns:a16="http://schemas.microsoft.com/office/drawing/2014/main" id="{0396485D-9069-99B0-112E-8C0ED1AC70A7}"/>
              </a:ext>
            </a:extLst>
          </p:cNvPr>
          <p:cNvSpPr>
            <a:spLocks noGrp="1"/>
          </p:cNvSpPr>
          <p:nvPr>
            <p:ph type="ftr" sz="quarter" idx="11"/>
          </p:nvPr>
        </p:nvSpPr>
        <p:spPr>
          <a:xfrm>
            <a:off x="320948" y="6492875"/>
            <a:ext cx="7835500" cy="365125"/>
          </a:xfrm>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90FBE6FF-25B8-2D47-09B2-5EC0C0E05673}"/>
              </a:ext>
            </a:extLst>
          </p:cNvPr>
          <p:cNvSpPr>
            <a:spLocks noGrp="1"/>
          </p:cNvSpPr>
          <p:nvPr>
            <p:ph type="sldNum" sz="quarter" idx="12"/>
          </p:nvPr>
        </p:nvSpPr>
        <p:spPr/>
        <p:txBody>
          <a:bodyPr/>
          <a:lstStyle/>
          <a:p>
            <a:fld id="{8E90A93A-CBEB-40B0-B638-E400989BEC3F}" type="slidenum">
              <a:rPr lang="zh-CN" altLang="en-US" smtClean="0"/>
              <a:pPr/>
              <a:t>11</a:t>
            </a:fld>
            <a:endParaRPr lang="zh-CN" altLang="en-US"/>
          </a:p>
        </p:txBody>
      </p:sp>
      <p:pic>
        <p:nvPicPr>
          <p:cNvPr id="1026" name="Picture 2" descr="Causal Inference The Mixtape">
            <a:extLst>
              <a:ext uri="{FF2B5EF4-FFF2-40B4-BE49-F238E27FC236}">
                <a16:creationId xmlns:a16="http://schemas.microsoft.com/office/drawing/2014/main" id="{D99598C8-BB27-2595-AC63-A0DE349665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6374" y="1270648"/>
            <a:ext cx="2934337" cy="4535362"/>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0" name="Picture 6" descr="Stata Bookstore: Econometrics">
            <a:extLst>
              <a:ext uri="{FF2B5EF4-FFF2-40B4-BE49-F238E27FC236}">
                <a16:creationId xmlns:a16="http://schemas.microsoft.com/office/drawing/2014/main" id="{7F1299B6-D907-BC34-3DD1-599B86B9D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5331" y="1270647"/>
            <a:ext cx="3577293" cy="4520007"/>
          </a:xfrm>
          <a:prstGeom prst="rect">
            <a:avLst/>
          </a:prstGeom>
          <a:noFill/>
          <a:ln>
            <a:solidFill>
              <a:srgbClr val="000000"/>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2" name="Picture 8" descr="CAUSALITY, 2nd Edition, 2009">
            <a:extLst>
              <a:ext uri="{FF2B5EF4-FFF2-40B4-BE49-F238E27FC236}">
                <a16:creationId xmlns:a16="http://schemas.microsoft.com/office/drawing/2014/main" id="{625CB55C-376D-C8E2-CDAB-FB8EBF7B35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153" y="1270647"/>
            <a:ext cx="3191209" cy="4520007"/>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472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F4942-0C38-05A5-2437-EBBE4BC04209}"/>
              </a:ext>
            </a:extLst>
          </p:cNvPr>
          <p:cNvSpPr>
            <a:spLocks noGrp="1"/>
          </p:cNvSpPr>
          <p:nvPr>
            <p:ph type="title"/>
          </p:nvPr>
        </p:nvSpPr>
        <p:spPr/>
        <p:txBody>
          <a:bodyPr/>
          <a:lstStyle/>
          <a:p>
            <a:r>
              <a:rPr lang="en-US"/>
              <a:t>The Modern Weaponry for Causal Inference</a:t>
            </a:r>
          </a:p>
        </p:txBody>
      </p:sp>
      <p:sp>
        <p:nvSpPr>
          <p:cNvPr id="4" name="Footer Placeholder 3">
            <a:extLst>
              <a:ext uri="{FF2B5EF4-FFF2-40B4-BE49-F238E27FC236}">
                <a16:creationId xmlns:a16="http://schemas.microsoft.com/office/drawing/2014/main" id="{EEF10BE2-20BF-1E02-463B-5658005AE61B}"/>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CDBE7C7C-7DEA-617A-25D8-44322343289B}"/>
              </a:ext>
            </a:extLst>
          </p:cNvPr>
          <p:cNvSpPr>
            <a:spLocks noGrp="1"/>
          </p:cNvSpPr>
          <p:nvPr>
            <p:ph type="sldNum" sz="quarter" idx="12"/>
          </p:nvPr>
        </p:nvSpPr>
        <p:spPr/>
        <p:txBody>
          <a:bodyPr/>
          <a:lstStyle/>
          <a:p>
            <a:fld id="{8E90A93A-CBEB-40B0-B638-E400989BEC3F}" type="slidenum">
              <a:rPr lang="zh-CN" altLang="en-US" smtClean="0"/>
              <a:pPr/>
              <a:t>12</a:t>
            </a:fld>
            <a:endParaRPr lang="zh-CN" altLang="en-US"/>
          </a:p>
        </p:txBody>
      </p:sp>
      <p:cxnSp>
        <p:nvCxnSpPr>
          <p:cNvPr id="7" name="Straight Arrow Connector 6">
            <a:extLst>
              <a:ext uri="{FF2B5EF4-FFF2-40B4-BE49-F238E27FC236}">
                <a16:creationId xmlns:a16="http://schemas.microsoft.com/office/drawing/2014/main" id="{AB1F078E-2DDD-A807-FDF8-C30A9869F26A}"/>
              </a:ext>
            </a:extLst>
          </p:cNvPr>
          <p:cNvCxnSpPr/>
          <p:nvPr/>
        </p:nvCxnSpPr>
        <p:spPr>
          <a:xfrm>
            <a:off x="527807" y="5251509"/>
            <a:ext cx="11136385" cy="71306"/>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3A137CE2-3C12-906C-7F24-88016AA4A38E}"/>
              </a:ext>
            </a:extLst>
          </p:cNvPr>
          <p:cNvSpPr txBox="1"/>
          <p:nvPr/>
        </p:nvSpPr>
        <p:spPr>
          <a:xfrm>
            <a:off x="438666" y="5393419"/>
            <a:ext cx="3523379" cy="461665"/>
          </a:xfrm>
          <a:prstGeom prst="rect">
            <a:avLst/>
          </a:prstGeom>
          <a:noFill/>
        </p:spPr>
        <p:txBody>
          <a:bodyPr wrap="square">
            <a:spAutoFit/>
          </a:bodyPr>
          <a:lstStyle/>
          <a:p>
            <a:r>
              <a:rPr kumimoji="0" lang="en-US" sz="2400" b="0" i="0" u="none" strike="noStrike" kern="1200" cap="none" spc="0" normalizeH="0" baseline="0" noProof="0">
                <a:ln>
                  <a:noFill/>
                </a:ln>
                <a:solidFill>
                  <a:prstClr val="black"/>
                </a:solidFill>
                <a:effectLst/>
                <a:uLnTx/>
                <a:uFillTx/>
                <a:latin typeface="Gadugi" panose="020B0502040204020203" pitchFamily="34" charset="0"/>
                <a:ea typeface="Gadugi" panose="020B0502040204020203" pitchFamily="34" charset="0"/>
                <a:cs typeface="+mn-cs"/>
              </a:rPr>
              <a:t>High Internal Validity</a:t>
            </a:r>
            <a:endParaRPr lang="en-US"/>
          </a:p>
        </p:txBody>
      </p:sp>
      <p:sp>
        <p:nvSpPr>
          <p:cNvPr id="9" name="TextBox 8">
            <a:extLst>
              <a:ext uri="{FF2B5EF4-FFF2-40B4-BE49-F238E27FC236}">
                <a16:creationId xmlns:a16="http://schemas.microsoft.com/office/drawing/2014/main" id="{A2200A14-8713-4655-3B7D-90EDC2D13C7C}"/>
              </a:ext>
            </a:extLst>
          </p:cNvPr>
          <p:cNvSpPr txBox="1"/>
          <p:nvPr/>
        </p:nvSpPr>
        <p:spPr>
          <a:xfrm>
            <a:off x="8668621" y="5393419"/>
            <a:ext cx="3523379" cy="461665"/>
          </a:xfrm>
          <a:prstGeom prst="rect">
            <a:avLst/>
          </a:prstGeom>
          <a:noFill/>
        </p:spPr>
        <p:txBody>
          <a:bodyPr wrap="square">
            <a:spAutoFit/>
          </a:bodyPr>
          <a:lstStyle/>
          <a:p>
            <a:r>
              <a:rPr kumimoji="0" lang="en-US" sz="2400" b="0" i="0" u="none" strike="noStrike" kern="1200" cap="none" spc="0" normalizeH="0" baseline="0" noProof="0">
                <a:ln>
                  <a:noFill/>
                </a:ln>
                <a:solidFill>
                  <a:prstClr val="black"/>
                </a:solidFill>
                <a:effectLst/>
                <a:uLnTx/>
                <a:uFillTx/>
                <a:latin typeface="Gadugi" panose="020B0502040204020203" pitchFamily="34" charset="0"/>
                <a:ea typeface="Gadugi" panose="020B0502040204020203" pitchFamily="34" charset="0"/>
                <a:cs typeface="+mn-cs"/>
              </a:rPr>
              <a:t>High External Validity</a:t>
            </a:r>
            <a:endParaRPr lang="en-US"/>
          </a:p>
        </p:txBody>
      </p:sp>
      <p:sp>
        <p:nvSpPr>
          <p:cNvPr id="10" name="TextBox 9">
            <a:extLst>
              <a:ext uri="{FF2B5EF4-FFF2-40B4-BE49-F238E27FC236}">
                <a16:creationId xmlns:a16="http://schemas.microsoft.com/office/drawing/2014/main" id="{744297A5-AE80-A946-35A7-C60391CE5575}"/>
              </a:ext>
            </a:extLst>
          </p:cNvPr>
          <p:cNvSpPr txBox="1"/>
          <p:nvPr/>
        </p:nvSpPr>
        <p:spPr>
          <a:xfrm>
            <a:off x="2088501" y="4182233"/>
            <a:ext cx="2617723" cy="830997"/>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Natural Experiments</a:t>
            </a:r>
            <a:endParaRPr lang="en-US"/>
          </a:p>
        </p:txBody>
      </p:sp>
      <p:sp>
        <p:nvSpPr>
          <p:cNvPr id="12" name="TextBox 11">
            <a:extLst>
              <a:ext uri="{FF2B5EF4-FFF2-40B4-BE49-F238E27FC236}">
                <a16:creationId xmlns:a16="http://schemas.microsoft.com/office/drawing/2014/main" id="{947A284B-82C1-ABD9-9CEE-3A43B4828DD7}"/>
              </a:ext>
            </a:extLst>
          </p:cNvPr>
          <p:cNvSpPr txBox="1"/>
          <p:nvPr/>
        </p:nvSpPr>
        <p:spPr>
          <a:xfrm>
            <a:off x="6791928" y="2135853"/>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Matching</a:t>
            </a:r>
            <a:endParaRPr lang="en-US"/>
          </a:p>
        </p:txBody>
      </p:sp>
      <p:sp>
        <p:nvSpPr>
          <p:cNvPr id="13" name="TextBox 12">
            <a:extLst>
              <a:ext uri="{FF2B5EF4-FFF2-40B4-BE49-F238E27FC236}">
                <a16:creationId xmlns:a16="http://schemas.microsoft.com/office/drawing/2014/main" id="{CBEA178A-21DB-E282-F3EC-9321FAFD63D0}"/>
              </a:ext>
            </a:extLst>
          </p:cNvPr>
          <p:cNvSpPr txBox="1"/>
          <p:nvPr/>
        </p:nvSpPr>
        <p:spPr>
          <a:xfrm>
            <a:off x="3099733" y="1378734"/>
            <a:ext cx="2827090" cy="1200329"/>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Regression Discontinuity Design</a:t>
            </a:r>
            <a:endParaRPr lang="en-US"/>
          </a:p>
        </p:txBody>
      </p:sp>
      <p:sp>
        <p:nvSpPr>
          <p:cNvPr id="14" name="TextBox 13">
            <a:extLst>
              <a:ext uri="{FF2B5EF4-FFF2-40B4-BE49-F238E27FC236}">
                <a16:creationId xmlns:a16="http://schemas.microsoft.com/office/drawing/2014/main" id="{7F16B857-BA63-D015-D10E-6C35576ED125}"/>
              </a:ext>
            </a:extLst>
          </p:cNvPr>
          <p:cNvSpPr txBox="1"/>
          <p:nvPr/>
        </p:nvSpPr>
        <p:spPr>
          <a:xfrm>
            <a:off x="3750919" y="2982094"/>
            <a:ext cx="3041009" cy="830997"/>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Difference in Differences</a:t>
            </a:r>
            <a:endParaRPr lang="en-US"/>
          </a:p>
        </p:txBody>
      </p:sp>
      <p:sp>
        <p:nvSpPr>
          <p:cNvPr id="15" name="TextBox 14">
            <a:extLst>
              <a:ext uri="{FF2B5EF4-FFF2-40B4-BE49-F238E27FC236}">
                <a16:creationId xmlns:a16="http://schemas.microsoft.com/office/drawing/2014/main" id="{BE2A54DB-115A-777D-462E-F36D0D16B725}"/>
              </a:ext>
            </a:extLst>
          </p:cNvPr>
          <p:cNvSpPr txBox="1"/>
          <p:nvPr/>
        </p:nvSpPr>
        <p:spPr>
          <a:xfrm>
            <a:off x="5696895" y="4182232"/>
            <a:ext cx="2459553" cy="830997"/>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Instrumental Variables</a:t>
            </a:r>
            <a:endParaRPr lang="en-US"/>
          </a:p>
        </p:txBody>
      </p:sp>
      <p:sp>
        <p:nvSpPr>
          <p:cNvPr id="16" name="TextBox 15">
            <a:extLst>
              <a:ext uri="{FF2B5EF4-FFF2-40B4-BE49-F238E27FC236}">
                <a16:creationId xmlns:a16="http://schemas.microsoft.com/office/drawing/2014/main" id="{0CE8BC3C-A44B-4C4C-A2A5-4987ADF9E31C}"/>
              </a:ext>
            </a:extLst>
          </p:cNvPr>
          <p:cNvSpPr txBox="1"/>
          <p:nvPr/>
        </p:nvSpPr>
        <p:spPr>
          <a:xfrm>
            <a:off x="8734945" y="2879879"/>
            <a:ext cx="2459553" cy="830997"/>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Fixed Effects and Panel Regression</a:t>
            </a:r>
            <a:endParaRPr lang="en-US"/>
          </a:p>
        </p:txBody>
      </p:sp>
      <p:sp>
        <p:nvSpPr>
          <p:cNvPr id="17" name="TextBox 16">
            <a:extLst>
              <a:ext uri="{FF2B5EF4-FFF2-40B4-BE49-F238E27FC236}">
                <a16:creationId xmlns:a16="http://schemas.microsoft.com/office/drawing/2014/main" id="{1B459FEA-735D-C4BD-9409-0679C025CE6C}"/>
              </a:ext>
            </a:extLst>
          </p:cNvPr>
          <p:cNvSpPr txBox="1"/>
          <p:nvPr/>
        </p:nvSpPr>
        <p:spPr>
          <a:xfrm>
            <a:off x="122680" y="3112958"/>
            <a:ext cx="2617723" cy="830997"/>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Randomized </a:t>
            </a:r>
            <a:r>
              <a:rPr lang="en-US" altLang="zh-CN" sz="2400">
                <a:solidFill>
                  <a:prstClr val="black"/>
                </a:solidFill>
                <a:latin typeface="Gadugi" panose="020B0502040204020203" pitchFamily="34" charset="0"/>
                <a:ea typeface="Gadugi" panose="020B0502040204020203" pitchFamily="34" charset="0"/>
              </a:rPr>
              <a:t>Experiments</a:t>
            </a:r>
            <a:endParaRPr lang="en-US"/>
          </a:p>
        </p:txBody>
      </p:sp>
    </p:spTree>
    <p:extLst>
      <p:ext uri="{BB962C8B-B14F-4D97-AF65-F5344CB8AC3E}">
        <p14:creationId xmlns:p14="http://schemas.microsoft.com/office/powerpoint/2010/main" val="813303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63EFB-4882-041B-F850-561B453B9327}"/>
              </a:ext>
            </a:extLst>
          </p:cNvPr>
          <p:cNvSpPr>
            <a:spLocks noGrp="1"/>
          </p:cNvSpPr>
          <p:nvPr>
            <p:ph type="title"/>
          </p:nvPr>
        </p:nvSpPr>
        <p:spPr/>
        <p:txBody>
          <a:bodyPr/>
          <a:lstStyle/>
          <a:p>
            <a:r>
              <a:rPr lang="en-US" altLang="zh-CN"/>
              <a:t>It</a:t>
            </a:r>
            <a:r>
              <a:rPr lang="zh-CN" altLang="en-US"/>
              <a:t> </a:t>
            </a:r>
            <a:r>
              <a:rPr lang="en-US" altLang="zh-CN"/>
              <a:t>has</a:t>
            </a:r>
            <a:r>
              <a:rPr lang="zh-CN" altLang="en-US"/>
              <a:t> </a:t>
            </a:r>
            <a:r>
              <a:rPr lang="en-US" altLang="zh-CN"/>
              <a:t>been</a:t>
            </a:r>
            <a:r>
              <a:rPr lang="zh-CN" altLang="en-US"/>
              <a:t> </a:t>
            </a:r>
            <a:r>
              <a:rPr lang="en-US" altLang="zh-CN"/>
              <a:t>used</a:t>
            </a:r>
            <a:r>
              <a:rPr lang="zh-CN" altLang="en-US"/>
              <a:t> </a:t>
            </a:r>
            <a:r>
              <a:rPr lang="en-US" altLang="zh-CN"/>
              <a:t>in</a:t>
            </a:r>
            <a:r>
              <a:rPr lang="zh-CN" altLang="en-US"/>
              <a:t> </a:t>
            </a:r>
            <a:r>
              <a:rPr lang="en-US" altLang="zh-CN"/>
              <a:t>software engineering,</a:t>
            </a:r>
            <a:r>
              <a:rPr lang="zh-CN" altLang="en-US"/>
              <a:t> </a:t>
            </a:r>
            <a:r>
              <a:rPr lang="en-US" altLang="zh-CN"/>
              <a:t>but</a:t>
            </a:r>
            <a:r>
              <a:rPr lang="zh-CN" altLang="en-US"/>
              <a:t> </a:t>
            </a:r>
            <a:r>
              <a:rPr lang="en-US" altLang="zh-CN"/>
              <a:t>not</a:t>
            </a:r>
            <a:r>
              <a:rPr lang="zh-CN" altLang="en-US"/>
              <a:t> </a:t>
            </a:r>
            <a:r>
              <a:rPr lang="en-US" altLang="zh-CN"/>
              <a:t>that</a:t>
            </a:r>
            <a:r>
              <a:rPr lang="zh-CN" altLang="en-US"/>
              <a:t> </a:t>
            </a:r>
            <a:r>
              <a:rPr lang="en-US" altLang="zh-CN"/>
              <a:t>much</a:t>
            </a:r>
            <a:endParaRPr lang="en-US"/>
          </a:p>
        </p:txBody>
      </p:sp>
      <p:sp>
        <p:nvSpPr>
          <p:cNvPr id="4" name="Footer Placeholder 3">
            <a:extLst>
              <a:ext uri="{FF2B5EF4-FFF2-40B4-BE49-F238E27FC236}">
                <a16:creationId xmlns:a16="http://schemas.microsoft.com/office/drawing/2014/main" id="{108939A6-FE2C-D977-E040-BDA20948B158}"/>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26BABB24-3947-FA79-7A8F-34B19B9AF327}"/>
              </a:ext>
            </a:extLst>
          </p:cNvPr>
          <p:cNvSpPr>
            <a:spLocks noGrp="1"/>
          </p:cNvSpPr>
          <p:nvPr>
            <p:ph type="sldNum" sz="quarter" idx="12"/>
          </p:nvPr>
        </p:nvSpPr>
        <p:spPr/>
        <p:txBody>
          <a:bodyPr/>
          <a:lstStyle/>
          <a:p>
            <a:fld id="{8E90A93A-CBEB-40B0-B638-E400989BEC3F}" type="slidenum">
              <a:rPr lang="zh-CN" altLang="en-US" smtClean="0"/>
              <a:pPr/>
              <a:t>13</a:t>
            </a:fld>
            <a:endParaRPr lang="zh-CN" altLang="en-US"/>
          </a:p>
        </p:txBody>
      </p:sp>
      <p:pic>
        <p:nvPicPr>
          <p:cNvPr id="9" name="Picture 8">
            <a:extLst>
              <a:ext uri="{FF2B5EF4-FFF2-40B4-BE49-F238E27FC236}">
                <a16:creationId xmlns:a16="http://schemas.microsoft.com/office/drawing/2014/main" id="{64ABE382-2285-1D33-F2C6-BD3414EA3F00}"/>
              </a:ext>
            </a:extLst>
          </p:cNvPr>
          <p:cNvPicPr>
            <a:picLocks noChangeAspect="1"/>
          </p:cNvPicPr>
          <p:nvPr/>
        </p:nvPicPr>
        <p:blipFill>
          <a:blip r:embed="rId2"/>
          <a:stretch>
            <a:fillRect/>
          </a:stretch>
        </p:blipFill>
        <p:spPr>
          <a:xfrm>
            <a:off x="1182371" y="1178502"/>
            <a:ext cx="8571216" cy="5101000"/>
          </a:xfrm>
          <a:prstGeom prst="rect">
            <a:avLst/>
          </a:prstGeom>
        </p:spPr>
      </p:pic>
    </p:spTree>
    <p:extLst>
      <p:ext uri="{BB962C8B-B14F-4D97-AF65-F5344CB8AC3E}">
        <p14:creationId xmlns:p14="http://schemas.microsoft.com/office/powerpoint/2010/main" val="2897126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7DA6DF5-3506-2280-5ED1-212D2ECF4960}"/>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A18D10A7-EE8D-B04C-C0A9-EB1D06D5078F}"/>
              </a:ext>
            </a:extLst>
          </p:cNvPr>
          <p:cNvSpPr>
            <a:spLocks noGrp="1"/>
          </p:cNvSpPr>
          <p:nvPr>
            <p:ph type="sldNum" sz="quarter" idx="12"/>
          </p:nvPr>
        </p:nvSpPr>
        <p:spPr/>
        <p:txBody>
          <a:bodyPr/>
          <a:lstStyle/>
          <a:p>
            <a:fld id="{8E90A93A-CBEB-40B0-B638-E400989BEC3F}" type="slidenum">
              <a:rPr lang="zh-CN" altLang="en-US" smtClean="0"/>
              <a:pPr/>
              <a:t>14</a:t>
            </a:fld>
            <a:endParaRPr lang="zh-CN" altLang="en-US"/>
          </a:p>
        </p:txBody>
      </p:sp>
      <p:pic>
        <p:nvPicPr>
          <p:cNvPr id="7" name="Picture 6">
            <a:extLst>
              <a:ext uri="{FF2B5EF4-FFF2-40B4-BE49-F238E27FC236}">
                <a16:creationId xmlns:a16="http://schemas.microsoft.com/office/drawing/2014/main" id="{A651527C-3AA1-DC89-2A9E-B57013E96AAD}"/>
              </a:ext>
            </a:extLst>
          </p:cNvPr>
          <p:cNvPicPr>
            <a:picLocks noChangeAspect="1"/>
          </p:cNvPicPr>
          <p:nvPr/>
        </p:nvPicPr>
        <p:blipFill>
          <a:blip r:embed="rId2"/>
          <a:stretch>
            <a:fillRect/>
          </a:stretch>
        </p:blipFill>
        <p:spPr>
          <a:xfrm>
            <a:off x="1791164" y="16564"/>
            <a:ext cx="8701109" cy="6414379"/>
          </a:xfrm>
          <a:prstGeom prst="rect">
            <a:avLst/>
          </a:prstGeom>
        </p:spPr>
      </p:pic>
    </p:spTree>
    <p:extLst>
      <p:ext uri="{BB962C8B-B14F-4D97-AF65-F5344CB8AC3E}">
        <p14:creationId xmlns:p14="http://schemas.microsoft.com/office/powerpoint/2010/main" val="2332201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2D0C5-7C58-0E28-BD4F-33EF0F9A1197}"/>
              </a:ext>
            </a:extLst>
          </p:cNvPr>
          <p:cNvSpPr>
            <a:spLocks noGrp="1"/>
          </p:cNvSpPr>
          <p:nvPr>
            <p:ph type="title"/>
          </p:nvPr>
        </p:nvSpPr>
        <p:spPr/>
        <p:txBody>
          <a:bodyPr>
            <a:normAutofit fontScale="90000"/>
          </a:bodyPr>
          <a:lstStyle/>
          <a:p>
            <a:r>
              <a:rPr lang="en-US" b="1"/>
              <a:t>Common </a:t>
            </a:r>
            <a:r>
              <a:rPr lang="en-US" altLang="zh-CN" b="1"/>
              <a:t>P</a:t>
            </a:r>
            <a:r>
              <a:rPr lang="en-US" b="1"/>
              <a:t>attern: </a:t>
            </a:r>
            <a:r>
              <a:rPr lang="en-US"/>
              <a:t>Claiming to be only studying correlation when the research question is fundamentally a question about causal relationships</a:t>
            </a:r>
          </a:p>
        </p:txBody>
      </p:sp>
      <p:sp>
        <p:nvSpPr>
          <p:cNvPr id="4" name="Footer Placeholder 3">
            <a:extLst>
              <a:ext uri="{FF2B5EF4-FFF2-40B4-BE49-F238E27FC236}">
                <a16:creationId xmlns:a16="http://schemas.microsoft.com/office/drawing/2014/main" id="{F62B9656-5395-39DE-E91F-A011482E681E}"/>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9700B601-7FF3-280D-1BB5-79A20BDA18E9}"/>
              </a:ext>
            </a:extLst>
          </p:cNvPr>
          <p:cNvSpPr>
            <a:spLocks noGrp="1"/>
          </p:cNvSpPr>
          <p:nvPr>
            <p:ph type="sldNum" sz="quarter" idx="12"/>
          </p:nvPr>
        </p:nvSpPr>
        <p:spPr/>
        <p:txBody>
          <a:bodyPr/>
          <a:lstStyle/>
          <a:p>
            <a:fld id="{8E90A93A-CBEB-40B0-B638-E400989BEC3F}" type="slidenum">
              <a:rPr lang="zh-CN" altLang="en-US" smtClean="0"/>
              <a:pPr/>
              <a:t>15</a:t>
            </a:fld>
            <a:endParaRPr lang="zh-CN" altLang="en-US"/>
          </a:p>
        </p:txBody>
      </p:sp>
      <p:pic>
        <p:nvPicPr>
          <p:cNvPr id="7" name="Picture 6">
            <a:extLst>
              <a:ext uri="{FF2B5EF4-FFF2-40B4-BE49-F238E27FC236}">
                <a16:creationId xmlns:a16="http://schemas.microsoft.com/office/drawing/2014/main" id="{39618A3B-7FA2-FF5C-A46A-393F744CD4EC}"/>
              </a:ext>
            </a:extLst>
          </p:cNvPr>
          <p:cNvPicPr>
            <a:picLocks noChangeAspect="1"/>
          </p:cNvPicPr>
          <p:nvPr/>
        </p:nvPicPr>
        <p:blipFill>
          <a:blip r:embed="rId2"/>
          <a:stretch>
            <a:fillRect/>
          </a:stretch>
        </p:blipFill>
        <p:spPr>
          <a:xfrm>
            <a:off x="640399" y="1698245"/>
            <a:ext cx="5264981" cy="1398833"/>
          </a:xfrm>
          <a:prstGeom prst="rect">
            <a:avLst/>
          </a:prstGeom>
        </p:spPr>
      </p:pic>
      <p:pic>
        <p:nvPicPr>
          <p:cNvPr id="9" name="Picture 8">
            <a:extLst>
              <a:ext uri="{FF2B5EF4-FFF2-40B4-BE49-F238E27FC236}">
                <a16:creationId xmlns:a16="http://schemas.microsoft.com/office/drawing/2014/main" id="{42A0F50E-1F07-B3C9-1B7F-7E58A1FA7D35}"/>
              </a:ext>
            </a:extLst>
          </p:cNvPr>
          <p:cNvPicPr>
            <a:picLocks noChangeAspect="1"/>
          </p:cNvPicPr>
          <p:nvPr/>
        </p:nvPicPr>
        <p:blipFill>
          <a:blip r:embed="rId3"/>
          <a:stretch>
            <a:fillRect/>
          </a:stretch>
        </p:blipFill>
        <p:spPr>
          <a:xfrm>
            <a:off x="221653" y="3608663"/>
            <a:ext cx="5874347" cy="1551092"/>
          </a:xfrm>
          <a:prstGeom prst="rect">
            <a:avLst/>
          </a:prstGeom>
        </p:spPr>
      </p:pic>
      <p:pic>
        <p:nvPicPr>
          <p:cNvPr id="11" name="Picture 10">
            <a:extLst>
              <a:ext uri="{FF2B5EF4-FFF2-40B4-BE49-F238E27FC236}">
                <a16:creationId xmlns:a16="http://schemas.microsoft.com/office/drawing/2014/main" id="{CB88FE83-2A3F-B3F4-0E0B-A85B6A13C60A}"/>
              </a:ext>
            </a:extLst>
          </p:cNvPr>
          <p:cNvPicPr>
            <a:picLocks noChangeAspect="1"/>
          </p:cNvPicPr>
          <p:nvPr/>
        </p:nvPicPr>
        <p:blipFill>
          <a:blip r:embed="rId4"/>
          <a:stretch>
            <a:fillRect/>
          </a:stretch>
        </p:blipFill>
        <p:spPr>
          <a:xfrm>
            <a:off x="439446" y="5159755"/>
            <a:ext cx="5612462" cy="921449"/>
          </a:xfrm>
          <a:prstGeom prst="rect">
            <a:avLst/>
          </a:prstGeom>
        </p:spPr>
      </p:pic>
      <p:pic>
        <p:nvPicPr>
          <p:cNvPr id="13" name="Picture 12">
            <a:extLst>
              <a:ext uri="{FF2B5EF4-FFF2-40B4-BE49-F238E27FC236}">
                <a16:creationId xmlns:a16="http://schemas.microsoft.com/office/drawing/2014/main" id="{26164A51-89EE-8674-07B5-3BF6E43E4D1D}"/>
              </a:ext>
            </a:extLst>
          </p:cNvPr>
          <p:cNvPicPr>
            <a:picLocks noChangeAspect="1"/>
          </p:cNvPicPr>
          <p:nvPr/>
        </p:nvPicPr>
        <p:blipFill>
          <a:blip r:embed="rId5"/>
          <a:stretch>
            <a:fillRect/>
          </a:stretch>
        </p:blipFill>
        <p:spPr>
          <a:xfrm>
            <a:off x="6199219" y="1694554"/>
            <a:ext cx="5589582" cy="1279465"/>
          </a:xfrm>
          <a:prstGeom prst="rect">
            <a:avLst/>
          </a:prstGeom>
        </p:spPr>
      </p:pic>
      <p:pic>
        <p:nvPicPr>
          <p:cNvPr id="17" name="Picture 16">
            <a:extLst>
              <a:ext uri="{FF2B5EF4-FFF2-40B4-BE49-F238E27FC236}">
                <a16:creationId xmlns:a16="http://schemas.microsoft.com/office/drawing/2014/main" id="{A8303897-8E8A-CC9A-FC75-246849ED88A0}"/>
              </a:ext>
            </a:extLst>
          </p:cNvPr>
          <p:cNvPicPr>
            <a:picLocks noChangeAspect="1"/>
          </p:cNvPicPr>
          <p:nvPr/>
        </p:nvPicPr>
        <p:blipFill>
          <a:blip r:embed="rId6"/>
          <a:stretch>
            <a:fillRect/>
          </a:stretch>
        </p:blipFill>
        <p:spPr>
          <a:xfrm>
            <a:off x="6199219" y="3754437"/>
            <a:ext cx="5591048" cy="2255480"/>
          </a:xfrm>
          <a:prstGeom prst="rect">
            <a:avLst/>
          </a:prstGeom>
        </p:spPr>
      </p:pic>
    </p:spTree>
    <p:extLst>
      <p:ext uri="{BB962C8B-B14F-4D97-AF65-F5344CB8AC3E}">
        <p14:creationId xmlns:p14="http://schemas.microsoft.com/office/powerpoint/2010/main" val="3812095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F3956-C2D0-1484-C650-7596A8F25E82}"/>
              </a:ext>
            </a:extLst>
          </p:cNvPr>
          <p:cNvSpPr>
            <a:spLocks noGrp="1"/>
          </p:cNvSpPr>
          <p:nvPr>
            <p:ph type="title"/>
          </p:nvPr>
        </p:nvSpPr>
        <p:spPr/>
        <p:txBody>
          <a:bodyPr>
            <a:normAutofit fontScale="90000"/>
          </a:bodyPr>
          <a:lstStyle/>
          <a:p>
            <a:r>
              <a:rPr lang="en-US"/>
              <a:t>Even a “causal inference” method is claimed, SE research may fail to discuss the nuance of underlying assumptions and when you can make a causal claim</a:t>
            </a:r>
          </a:p>
        </p:txBody>
      </p:sp>
      <p:sp>
        <p:nvSpPr>
          <p:cNvPr id="3" name="Content Placeholder 2">
            <a:extLst>
              <a:ext uri="{FF2B5EF4-FFF2-40B4-BE49-F238E27FC236}">
                <a16:creationId xmlns:a16="http://schemas.microsoft.com/office/drawing/2014/main" id="{A0F6E6D3-C5BC-1E62-D1A6-1934E4311CFE}"/>
              </a:ext>
            </a:extLst>
          </p:cNvPr>
          <p:cNvSpPr>
            <a:spLocks noGrp="1"/>
          </p:cNvSpPr>
          <p:nvPr>
            <p:ph idx="1"/>
          </p:nvPr>
        </p:nvSpPr>
        <p:spPr>
          <a:xfrm>
            <a:off x="320949" y="1205069"/>
            <a:ext cx="5635968" cy="5081939"/>
          </a:xfrm>
        </p:spPr>
        <p:txBody>
          <a:bodyPr/>
          <a:lstStyle/>
          <a:p>
            <a:r>
              <a:rPr lang="en-US" b="1"/>
              <a:t>Example: </a:t>
            </a:r>
            <a:r>
              <a:rPr lang="en-US"/>
              <a:t>Use propensity score matching without </a:t>
            </a:r>
            <a:r>
              <a:rPr lang="en-US">
                <a:solidFill>
                  <a:srgbClr val="FF0000"/>
                </a:solidFill>
              </a:rPr>
              <a:t>assessing</a:t>
            </a:r>
            <a:r>
              <a:rPr lang="en-US"/>
              <a:t> </a:t>
            </a:r>
            <a:r>
              <a:rPr lang="en-US" altLang="zh-CN"/>
              <a:t>the</a:t>
            </a:r>
            <a:r>
              <a:rPr lang="en-US"/>
              <a:t> conditional </a:t>
            </a:r>
            <a:r>
              <a:rPr lang="en-US" err="1"/>
              <a:t>ignorability</a:t>
            </a:r>
            <a:r>
              <a:rPr lang="en-US"/>
              <a:t> assumption</a:t>
            </a:r>
          </a:p>
        </p:txBody>
      </p:sp>
      <p:sp>
        <p:nvSpPr>
          <p:cNvPr id="4" name="Footer Placeholder 3">
            <a:extLst>
              <a:ext uri="{FF2B5EF4-FFF2-40B4-BE49-F238E27FC236}">
                <a16:creationId xmlns:a16="http://schemas.microsoft.com/office/drawing/2014/main" id="{43C2D371-9CEC-8006-BE02-3D38A59247F3}"/>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50C8C556-0DDE-2817-E516-D0A41DCC1949}"/>
              </a:ext>
            </a:extLst>
          </p:cNvPr>
          <p:cNvSpPr>
            <a:spLocks noGrp="1"/>
          </p:cNvSpPr>
          <p:nvPr>
            <p:ph type="sldNum" sz="quarter" idx="12"/>
          </p:nvPr>
        </p:nvSpPr>
        <p:spPr/>
        <p:txBody>
          <a:bodyPr/>
          <a:lstStyle/>
          <a:p>
            <a:fld id="{8E90A93A-CBEB-40B0-B638-E400989BEC3F}" type="slidenum">
              <a:rPr lang="zh-CN" altLang="en-US" smtClean="0"/>
              <a:pPr/>
              <a:t>16</a:t>
            </a:fld>
            <a:endParaRPr lang="zh-CN" altLang="en-US"/>
          </a:p>
        </p:txBody>
      </p:sp>
      <p:sp>
        <p:nvSpPr>
          <p:cNvPr id="6" name="Content Placeholder 2">
            <a:extLst>
              <a:ext uri="{FF2B5EF4-FFF2-40B4-BE49-F238E27FC236}">
                <a16:creationId xmlns:a16="http://schemas.microsoft.com/office/drawing/2014/main" id="{087F5963-96B9-2243-ECAD-908D63E40E2F}"/>
              </a:ext>
            </a:extLst>
          </p:cNvPr>
          <p:cNvSpPr txBox="1">
            <a:spLocks/>
          </p:cNvSpPr>
          <p:nvPr/>
        </p:nvSpPr>
        <p:spPr>
          <a:xfrm>
            <a:off x="6115466" y="1219913"/>
            <a:ext cx="5635968" cy="527296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Gadugi" panose="020B0502040204020203" pitchFamily="34" charset="0"/>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Example: </a:t>
            </a:r>
            <a:r>
              <a:rPr lang="en-US"/>
              <a:t>Believe that experiment is golden standard without </a:t>
            </a:r>
            <a:r>
              <a:rPr lang="en-US">
                <a:solidFill>
                  <a:srgbClr val="FF0000"/>
                </a:solidFill>
              </a:rPr>
              <a:t>assessing</a:t>
            </a:r>
            <a:r>
              <a:rPr lang="en-US"/>
              <a:t> if randomization can be truly achieved</a:t>
            </a:r>
          </a:p>
          <a:p>
            <a:pPr lvl="1"/>
            <a:r>
              <a:rPr lang="en-US" altLang="zh-CN"/>
              <a:t>Believe that a small sample (N=30) achieve sufficient randomization</a:t>
            </a:r>
            <a:endParaRPr lang="en-US"/>
          </a:p>
          <a:p>
            <a:pPr lvl="1"/>
            <a:r>
              <a:rPr lang="en-US"/>
              <a:t>Randomization on non-randomizable treatment </a:t>
            </a:r>
          </a:p>
          <a:p>
            <a:pPr lvl="2"/>
            <a:r>
              <a:rPr lang="en-US"/>
              <a:t>e.g., compare men vs. women </a:t>
            </a:r>
            <a:r>
              <a:rPr lang="en-US" altLang="zh-CN"/>
              <a:t>in software engineering</a:t>
            </a:r>
            <a:endParaRPr lang="en-US"/>
          </a:p>
          <a:p>
            <a:pPr marL="914400" lvl="2" indent="0">
              <a:buNone/>
            </a:pPr>
            <a:r>
              <a:rPr lang="en-US"/>
              <a:t>=&gt; strong selection bias in place</a:t>
            </a:r>
          </a:p>
          <a:p>
            <a:pPr lvl="2"/>
            <a:endParaRPr lang="en-US"/>
          </a:p>
          <a:p>
            <a:pPr marL="914400" lvl="2" indent="0">
              <a:buNone/>
            </a:pPr>
            <a:endParaRPr lang="en-US"/>
          </a:p>
          <a:p>
            <a:pPr lvl="1"/>
            <a:endParaRPr lang="en-US" sz="2000"/>
          </a:p>
        </p:txBody>
      </p:sp>
      <p:pic>
        <p:nvPicPr>
          <p:cNvPr id="10" name="Picture 9">
            <a:extLst>
              <a:ext uri="{FF2B5EF4-FFF2-40B4-BE49-F238E27FC236}">
                <a16:creationId xmlns:a16="http://schemas.microsoft.com/office/drawing/2014/main" id="{B276FDF5-924B-DEE4-6471-73212A85185A}"/>
              </a:ext>
            </a:extLst>
          </p:cNvPr>
          <p:cNvPicPr>
            <a:picLocks noChangeAspect="1"/>
          </p:cNvPicPr>
          <p:nvPr/>
        </p:nvPicPr>
        <p:blipFill>
          <a:blip r:embed="rId2"/>
          <a:stretch>
            <a:fillRect/>
          </a:stretch>
        </p:blipFill>
        <p:spPr>
          <a:xfrm>
            <a:off x="772142" y="4658847"/>
            <a:ext cx="4785281" cy="1414172"/>
          </a:xfrm>
          <a:prstGeom prst="rect">
            <a:avLst/>
          </a:prstGeom>
        </p:spPr>
      </p:pic>
      <p:pic>
        <p:nvPicPr>
          <p:cNvPr id="12" name="Picture 11">
            <a:extLst>
              <a:ext uri="{FF2B5EF4-FFF2-40B4-BE49-F238E27FC236}">
                <a16:creationId xmlns:a16="http://schemas.microsoft.com/office/drawing/2014/main" id="{E5F7CDCF-F313-2CCD-D4DE-EF6F2DCA9D5C}"/>
              </a:ext>
            </a:extLst>
          </p:cNvPr>
          <p:cNvPicPr>
            <a:picLocks noChangeAspect="1"/>
          </p:cNvPicPr>
          <p:nvPr/>
        </p:nvPicPr>
        <p:blipFill>
          <a:blip r:embed="rId3"/>
          <a:stretch>
            <a:fillRect/>
          </a:stretch>
        </p:blipFill>
        <p:spPr>
          <a:xfrm>
            <a:off x="701118" y="2794966"/>
            <a:ext cx="4734061" cy="1714889"/>
          </a:xfrm>
          <a:prstGeom prst="rect">
            <a:avLst/>
          </a:prstGeom>
        </p:spPr>
      </p:pic>
    </p:spTree>
    <p:extLst>
      <p:ext uri="{BB962C8B-B14F-4D97-AF65-F5344CB8AC3E}">
        <p14:creationId xmlns:p14="http://schemas.microsoft.com/office/powerpoint/2010/main" val="401995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47BF0-2D79-A4C6-CC31-E60CEA384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24E4B8-7C42-25C0-B08E-B0074038CC06}"/>
              </a:ext>
            </a:extLst>
          </p:cNvPr>
          <p:cNvSpPr>
            <a:spLocks noGrp="1"/>
          </p:cNvSpPr>
          <p:nvPr>
            <p:ph type="title"/>
          </p:nvPr>
        </p:nvSpPr>
        <p:spPr>
          <a:xfrm>
            <a:off x="441122" y="2932769"/>
            <a:ext cx="11584418" cy="1230209"/>
          </a:xfrm>
        </p:spPr>
        <p:txBody>
          <a:bodyPr>
            <a:normAutofit/>
          </a:bodyPr>
          <a:lstStyle/>
          <a:p>
            <a:r>
              <a:rPr lang="en-US"/>
              <a:t>Without a framework and language of causal credibility, </a:t>
            </a:r>
            <a:r>
              <a:rPr lang="en-US" b="1"/>
              <a:t>one has to be an expert to assess the strength of causal claims </a:t>
            </a:r>
            <a:r>
              <a:rPr lang="en-US"/>
              <a:t>in each paper</a:t>
            </a:r>
            <a:endParaRPr lang="en-US" b="1"/>
          </a:p>
        </p:txBody>
      </p:sp>
      <p:sp>
        <p:nvSpPr>
          <p:cNvPr id="4" name="Footer Placeholder 3">
            <a:extLst>
              <a:ext uri="{FF2B5EF4-FFF2-40B4-BE49-F238E27FC236}">
                <a16:creationId xmlns:a16="http://schemas.microsoft.com/office/drawing/2014/main" id="{86024C60-B89E-4E06-B69F-01BADAF55A4A}"/>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54DF4C0B-C3E1-3DE8-372A-91B092874A69}"/>
              </a:ext>
            </a:extLst>
          </p:cNvPr>
          <p:cNvSpPr>
            <a:spLocks noGrp="1"/>
          </p:cNvSpPr>
          <p:nvPr>
            <p:ph type="sldNum" sz="quarter" idx="12"/>
          </p:nvPr>
        </p:nvSpPr>
        <p:spPr/>
        <p:txBody>
          <a:bodyPr/>
          <a:lstStyle/>
          <a:p>
            <a:fld id="{8E90A93A-CBEB-40B0-B638-E400989BEC3F}" type="slidenum">
              <a:rPr lang="zh-CN" altLang="en-US" smtClean="0"/>
              <a:pPr/>
              <a:t>17</a:t>
            </a:fld>
            <a:endParaRPr lang="zh-CN" altLang="en-US"/>
          </a:p>
        </p:txBody>
      </p:sp>
    </p:spTree>
    <p:extLst>
      <p:ext uri="{BB962C8B-B14F-4D97-AF65-F5344CB8AC3E}">
        <p14:creationId xmlns:p14="http://schemas.microsoft.com/office/powerpoint/2010/main" val="2779981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43108-8607-A5FA-D593-9FD6D6A905D1}"/>
              </a:ext>
            </a:extLst>
          </p:cNvPr>
          <p:cNvSpPr>
            <a:spLocks noGrp="1"/>
          </p:cNvSpPr>
          <p:nvPr>
            <p:ph type="title"/>
          </p:nvPr>
        </p:nvSpPr>
        <p:spPr/>
        <p:txBody>
          <a:bodyPr/>
          <a:lstStyle/>
          <a:p>
            <a:r>
              <a:rPr lang="en-US"/>
              <a:t>Thesis Statement</a:t>
            </a:r>
          </a:p>
        </p:txBody>
      </p:sp>
      <p:sp>
        <p:nvSpPr>
          <p:cNvPr id="4" name="Footer Placeholder 3">
            <a:extLst>
              <a:ext uri="{FF2B5EF4-FFF2-40B4-BE49-F238E27FC236}">
                <a16:creationId xmlns:a16="http://schemas.microsoft.com/office/drawing/2014/main" id="{F6A7A75E-1D99-ED63-F13C-F219FCA04F67}"/>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20C91786-2361-9A48-3785-382A438A8A44}"/>
              </a:ext>
            </a:extLst>
          </p:cNvPr>
          <p:cNvSpPr>
            <a:spLocks noGrp="1"/>
          </p:cNvSpPr>
          <p:nvPr>
            <p:ph type="sldNum" sz="quarter" idx="12"/>
          </p:nvPr>
        </p:nvSpPr>
        <p:spPr/>
        <p:txBody>
          <a:bodyPr/>
          <a:lstStyle/>
          <a:p>
            <a:fld id="{8E90A93A-CBEB-40B0-B638-E400989BEC3F}" type="slidenum">
              <a:rPr lang="zh-CN" altLang="en-US" smtClean="0"/>
              <a:pPr/>
              <a:t>18</a:t>
            </a:fld>
            <a:endParaRPr lang="zh-CN" altLang="en-US"/>
          </a:p>
        </p:txBody>
      </p:sp>
      <p:sp>
        <p:nvSpPr>
          <p:cNvPr id="6" name="Content Placeholder 2">
            <a:extLst>
              <a:ext uri="{FF2B5EF4-FFF2-40B4-BE49-F238E27FC236}">
                <a16:creationId xmlns:a16="http://schemas.microsoft.com/office/drawing/2014/main" id="{558C73C7-2131-808B-5B88-F50B3EFFF2D2}"/>
              </a:ext>
            </a:extLst>
          </p:cNvPr>
          <p:cNvSpPr txBox="1">
            <a:spLocks/>
          </p:cNvSpPr>
          <p:nvPr/>
        </p:nvSpPr>
        <p:spPr>
          <a:xfrm>
            <a:off x="320948" y="1203821"/>
            <a:ext cx="11584419" cy="1489045"/>
          </a:xfrm>
          <a:prstGeom prst="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dk1"/>
                </a:solidFill>
                <a:latin typeface="Gadugi" panose="020B0502040204020203" pitchFamily="34" charset="0"/>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US"/>
              <a:t>I argue that </a:t>
            </a:r>
            <a:r>
              <a:rPr lang="en-US" b="1"/>
              <a:t>empirical SE research need</a:t>
            </a:r>
            <a:r>
              <a:rPr lang="en-US" altLang="zh-CN" b="1"/>
              <a:t>s</a:t>
            </a:r>
            <a:r>
              <a:rPr lang="en-US" b="1"/>
              <a:t> an explicit framework and vocabulary for </a:t>
            </a:r>
            <a:r>
              <a:rPr lang="en-US" b="1">
                <a:solidFill>
                  <a:srgbClr val="FF0000"/>
                </a:solidFill>
              </a:rPr>
              <a:t>causal credibility assessments </a:t>
            </a:r>
            <a:r>
              <a:rPr lang="en-US" b="1"/>
              <a:t>so that it can better dispel software engineering myths and inform evidence-based practice</a:t>
            </a:r>
          </a:p>
        </p:txBody>
      </p:sp>
      <p:sp>
        <p:nvSpPr>
          <p:cNvPr id="7" name="Content Placeholder 2">
            <a:extLst>
              <a:ext uri="{FF2B5EF4-FFF2-40B4-BE49-F238E27FC236}">
                <a16:creationId xmlns:a16="http://schemas.microsoft.com/office/drawing/2014/main" id="{FB227BF8-964B-2FF2-335F-C80992ADFEC9}"/>
              </a:ext>
            </a:extLst>
          </p:cNvPr>
          <p:cNvSpPr>
            <a:spLocks noGrp="1"/>
          </p:cNvSpPr>
          <p:nvPr>
            <p:ph idx="1"/>
          </p:nvPr>
        </p:nvSpPr>
        <p:spPr>
          <a:xfrm>
            <a:off x="320948" y="2923563"/>
            <a:ext cx="11584419" cy="3363445"/>
          </a:xfrm>
        </p:spPr>
        <p:txBody>
          <a:bodyPr>
            <a:normAutofit fontScale="92500"/>
          </a:bodyPr>
          <a:lstStyle/>
          <a:p>
            <a:r>
              <a:rPr lang="en-US"/>
              <a:t>A causal credibility </a:t>
            </a:r>
            <a:r>
              <a:rPr lang="en-US" altLang="zh-CN"/>
              <a:t>assessment</a:t>
            </a:r>
            <a:r>
              <a:rPr lang="en-US"/>
              <a:t> </a:t>
            </a:r>
            <a:r>
              <a:rPr lang="en-US" altLang="zh-CN"/>
              <a:t>from</a:t>
            </a:r>
            <a:r>
              <a:rPr lang="zh-CN" altLang="en-US"/>
              <a:t> </a:t>
            </a:r>
            <a:r>
              <a:rPr lang="en-US" altLang="zh-CN"/>
              <a:t>a</a:t>
            </a:r>
            <a:r>
              <a:rPr lang="zh-CN" altLang="en-US"/>
              <a:t> </a:t>
            </a:r>
            <a:r>
              <a:rPr lang="en-US" altLang="zh-CN"/>
              <a:t>pragmatic</a:t>
            </a:r>
            <a:r>
              <a:rPr lang="zh-CN" altLang="en-US"/>
              <a:t> </a:t>
            </a:r>
            <a:r>
              <a:rPr lang="en-US" altLang="zh-CN"/>
              <a:t>angle</a:t>
            </a:r>
            <a:r>
              <a:rPr lang="zh-CN" altLang="en-US"/>
              <a:t> </a:t>
            </a:r>
            <a:r>
              <a:rPr lang="en-US"/>
              <a:t>shall include</a:t>
            </a:r>
          </a:p>
          <a:p>
            <a:pPr marL="914400" lvl="1" indent="-457200">
              <a:buFont typeface="+mj-lt"/>
              <a:buAutoNum type="arabicPeriod"/>
            </a:pPr>
            <a:r>
              <a:rPr lang="en-US"/>
              <a:t>A </a:t>
            </a:r>
            <a:r>
              <a:rPr lang="en-US" b="1"/>
              <a:t>causal theory </a:t>
            </a:r>
            <a:r>
              <a:rPr lang="en-US"/>
              <a:t>explicitly defined as </a:t>
            </a:r>
            <a:r>
              <a:rPr lang="en-US">
                <a:solidFill>
                  <a:srgbClr val="FF0000"/>
                </a:solidFill>
              </a:rPr>
              <a:t>directed acyclic graphs </a:t>
            </a:r>
            <a:r>
              <a:rPr lang="en-US"/>
              <a:t>(DAGs), </a:t>
            </a:r>
          </a:p>
          <a:p>
            <a:pPr marL="914400" lvl="1" indent="-457200">
              <a:buFont typeface="+mj-lt"/>
              <a:buAutoNum type="arabicPeriod"/>
            </a:pPr>
            <a:r>
              <a:rPr lang="en-US"/>
              <a:t>The causal estimate of interest and the </a:t>
            </a:r>
            <a:r>
              <a:rPr lang="en-US" b="1"/>
              <a:t>assumption</a:t>
            </a:r>
            <a:r>
              <a:rPr lang="en-US"/>
              <a:t> under which the estimate would carry </a:t>
            </a:r>
            <a:r>
              <a:rPr lang="en-US">
                <a:solidFill>
                  <a:srgbClr val="FF0000"/>
                </a:solidFill>
              </a:rPr>
              <a:t>a causal interpretation</a:t>
            </a:r>
            <a:r>
              <a:rPr lang="en-US"/>
              <a:t>, defined through the potential outcome framework </a:t>
            </a:r>
          </a:p>
          <a:p>
            <a:pPr marL="914400" lvl="1" indent="-457200">
              <a:buFont typeface="+mj-lt"/>
              <a:buAutoNum type="arabicPeriod"/>
            </a:pPr>
            <a:r>
              <a:rPr lang="en-US"/>
              <a:t>Honest </a:t>
            </a:r>
            <a:r>
              <a:rPr lang="en-US" b="1"/>
              <a:t>acknowledgment</a:t>
            </a:r>
            <a:r>
              <a:rPr lang="en-US"/>
              <a:t> and mitigation attempts of limitations in data collection, metric design, and model specifications</a:t>
            </a:r>
          </a:p>
          <a:p>
            <a:pPr marL="914400" lvl="1" indent="-457200">
              <a:buFont typeface="+mj-lt"/>
              <a:buAutoNum type="arabicPeriod"/>
            </a:pPr>
            <a:r>
              <a:rPr lang="en-US"/>
              <a:t>thoughtful navigation of </a:t>
            </a:r>
            <a:r>
              <a:rPr lang="en-US" b="1"/>
              <a:t>alternative explanations</a:t>
            </a:r>
            <a:r>
              <a:rPr lang="en-US"/>
              <a:t> (i.e., alternative DAGs)</a:t>
            </a:r>
          </a:p>
        </p:txBody>
      </p:sp>
    </p:spTree>
    <p:extLst>
      <p:ext uri="{BB962C8B-B14F-4D97-AF65-F5344CB8AC3E}">
        <p14:creationId xmlns:p14="http://schemas.microsoft.com/office/powerpoint/2010/main" val="1633958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35200-1C5D-E3D2-331B-B58BA1D6F97D}"/>
              </a:ext>
            </a:extLst>
          </p:cNvPr>
          <p:cNvSpPr>
            <a:spLocks noGrp="1"/>
          </p:cNvSpPr>
          <p:nvPr>
            <p:ph type="title"/>
          </p:nvPr>
        </p:nvSpPr>
        <p:spPr/>
        <p:txBody>
          <a:bodyPr/>
          <a:lstStyle/>
          <a:p>
            <a:r>
              <a:rPr lang="en-US" altLang="zh-CN"/>
              <a:t>Expected</a:t>
            </a:r>
            <a:r>
              <a:rPr lang="zh-CN" altLang="en-US"/>
              <a:t> </a:t>
            </a:r>
            <a:r>
              <a:rPr lang="en-US" altLang="zh-CN"/>
              <a:t>Thesis</a:t>
            </a:r>
            <a:r>
              <a:rPr lang="zh-CN" altLang="en-US"/>
              <a:t> </a:t>
            </a:r>
            <a:r>
              <a:rPr lang="en-US" altLang="zh-CN"/>
              <a:t>Contributions</a:t>
            </a:r>
            <a:endParaRPr lang="en-US"/>
          </a:p>
        </p:txBody>
      </p:sp>
      <p:sp>
        <p:nvSpPr>
          <p:cNvPr id="3" name="Content Placeholder 2">
            <a:extLst>
              <a:ext uri="{FF2B5EF4-FFF2-40B4-BE49-F238E27FC236}">
                <a16:creationId xmlns:a16="http://schemas.microsoft.com/office/drawing/2014/main" id="{B6D6AF29-732E-0639-C071-F9DA40BA53A0}"/>
              </a:ext>
            </a:extLst>
          </p:cNvPr>
          <p:cNvSpPr>
            <a:spLocks noGrp="1"/>
          </p:cNvSpPr>
          <p:nvPr>
            <p:ph idx="1"/>
          </p:nvPr>
        </p:nvSpPr>
        <p:spPr/>
        <p:txBody>
          <a:bodyPr/>
          <a:lstStyle/>
          <a:p>
            <a:r>
              <a:rPr lang="en-US" altLang="zh-CN"/>
              <a:t>A</a:t>
            </a:r>
            <a:r>
              <a:rPr lang="zh-CN" altLang="en-US"/>
              <a:t> </a:t>
            </a:r>
            <a:r>
              <a:rPr lang="en-US" altLang="zh-CN"/>
              <a:t>framework</a:t>
            </a:r>
            <a:r>
              <a:rPr lang="zh-CN" altLang="en-US"/>
              <a:t> </a:t>
            </a:r>
            <a:r>
              <a:rPr lang="en-US" altLang="zh-CN"/>
              <a:t>that</a:t>
            </a:r>
            <a:r>
              <a:rPr lang="zh-CN" altLang="en-US"/>
              <a:t> </a:t>
            </a:r>
            <a:r>
              <a:rPr lang="en-US" altLang="zh-CN" b="1"/>
              <a:t>s</a:t>
            </a:r>
            <a:r>
              <a:rPr lang="en-US" b="1"/>
              <a:t>ystemati</a:t>
            </a:r>
            <a:r>
              <a:rPr lang="en-US" altLang="zh-CN" b="1"/>
              <a:t>zes</a:t>
            </a:r>
            <a:r>
              <a:rPr lang="zh-CN" altLang="en-US"/>
              <a:t> </a:t>
            </a:r>
            <a:r>
              <a:rPr lang="en-US" altLang="zh-CN"/>
              <a:t>causal</a:t>
            </a:r>
            <a:r>
              <a:rPr lang="zh-CN" altLang="en-US"/>
              <a:t> </a:t>
            </a:r>
            <a:r>
              <a:rPr lang="en-US" altLang="zh-CN"/>
              <a:t>inference</a:t>
            </a:r>
            <a:r>
              <a:rPr lang="zh-CN" altLang="en-US"/>
              <a:t> </a:t>
            </a:r>
            <a:r>
              <a:rPr lang="en-US" altLang="zh-CN"/>
              <a:t>practices in SE</a:t>
            </a:r>
            <a:r>
              <a:rPr lang="zh-CN" altLang="en-US"/>
              <a:t> </a:t>
            </a:r>
            <a:r>
              <a:rPr lang="en-US" altLang="zh-CN"/>
              <a:t>and</a:t>
            </a:r>
            <a:r>
              <a:rPr lang="zh-CN" altLang="en-US"/>
              <a:t> </a:t>
            </a:r>
            <a:r>
              <a:rPr lang="en-US" altLang="zh-CN"/>
              <a:t>provides</a:t>
            </a:r>
            <a:r>
              <a:rPr lang="zh-CN" altLang="en-US"/>
              <a:t> </a:t>
            </a:r>
            <a:r>
              <a:rPr lang="en-US" altLang="zh-CN"/>
              <a:t>a</a:t>
            </a:r>
            <a:r>
              <a:rPr lang="zh-CN" altLang="en-US"/>
              <a:t> </a:t>
            </a:r>
            <a:r>
              <a:rPr lang="en-US" altLang="zh-CN" b="1"/>
              <a:t>vocabulary</a:t>
            </a:r>
            <a:r>
              <a:rPr lang="zh-CN" altLang="en-US"/>
              <a:t> </a:t>
            </a:r>
            <a:r>
              <a:rPr lang="en-US" altLang="zh-CN"/>
              <a:t>for</a:t>
            </a:r>
            <a:r>
              <a:rPr lang="zh-CN" altLang="en-US"/>
              <a:t> </a:t>
            </a:r>
            <a:r>
              <a:rPr lang="en-US" altLang="zh-CN"/>
              <a:t>SE</a:t>
            </a:r>
            <a:r>
              <a:rPr lang="zh-CN" altLang="en-US"/>
              <a:t> </a:t>
            </a:r>
            <a:r>
              <a:rPr lang="en-US" altLang="zh-CN"/>
              <a:t>researchers</a:t>
            </a:r>
            <a:r>
              <a:rPr lang="zh-CN" altLang="en-US"/>
              <a:t> </a:t>
            </a:r>
            <a:r>
              <a:rPr lang="en-US" altLang="zh-CN"/>
              <a:t>to</a:t>
            </a:r>
            <a:r>
              <a:rPr lang="zh-CN" altLang="en-US"/>
              <a:t> </a:t>
            </a:r>
            <a:r>
              <a:rPr lang="en-US" altLang="zh-CN"/>
              <a:t>assess</a:t>
            </a:r>
            <a:r>
              <a:rPr lang="zh-CN" altLang="en-US"/>
              <a:t> </a:t>
            </a:r>
            <a:r>
              <a:rPr lang="en-US" altLang="zh-CN"/>
              <a:t>causal</a:t>
            </a:r>
            <a:r>
              <a:rPr lang="zh-CN" altLang="en-US"/>
              <a:t> </a:t>
            </a:r>
            <a:r>
              <a:rPr lang="en-US" altLang="zh-CN"/>
              <a:t>credibility</a:t>
            </a:r>
            <a:r>
              <a:rPr lang="zh-CN" altLang="en-US"/>
              <a:t> </a:t>
            </a:r>
            <a:r>
              <a:rPr lang="en-US" altLang="zh-CN"/>
              <a:t>and</a:t>
            </a:r>
            <a:r>
              <a:rPr lang="zh-CN" altLang="en-US"/>
              <a:t> </a:t>
            </a:r>
            <a:r>
              <a:rPr lang="en-US" altLang="zh-CN"/>
              <a:t>make</a:t>
            </a:r>
            <a:r>
              <a:rPr lang="zh-CN" altLang="en-US"/>
              <a:t> </a:t>
            </a:r>
            <a:r>
              <a:rPr lang="en-US" altLang="zh-CN"/>
              <a:t>causal</a:t>
            </a:r>
            <a:r>
              <a:rPr lang="zh-CN" altLang="en-US"/>
              <a:t> </a:t>
            </a:r>
            <a:r>
              <a:rPr lang="en-US" altLang="zh-CN"/>
              <a:t>claims</a:t>
            </a:r>
          </a:p>
          <a:p>
            <a:r>
              <a:rPr lang="en-US" altLang="zh-CN"/>
              <a:t>Examples</a:t>
            </a:r>
            <a:r>
              <a:rPr lang="zh-CN" altLang="en-US"/>
              <a:t> </a:t>
            </a:r>
            <a:r>
              <a:rPr lang="en-US" altLang="zh-CN"/>
              <a:t>of</a:t>
            </a:r>
            <a:r>
              <a:rPr lang="zh-CN" altLang="en-US"/>
              <a:t> </a:t>
            </a:r>
            <a:r>
              <a:rPr lang="en-US" altLang="zh-CN"/>
              <a:t>applying</a:t>
            </a:r>
            <a:r>
              <a:rPr lang="zh-CN" altLang="en-US"/>
              <a:t> </a:t>
            </a:r>
            <a:r>
              <a:rPr lang="en-US" altLang="zh-CN"/>
              <a:t>this</a:t>
            </a:r>
            <a:r>
              <a:rPr lang="zh-CN" altLang="en-US"/>
              <a:t> </a:t>
            </a:r>
            <a:r>
              <a:rPr lang="en-US" altLang="zh-CN"/>
              <a:t>framework</a:t>
            </a:r>
            <a:r>
              <a:rPr lang="zh-CN" altLang="en-US"/>
              <a:t> </a:t>
            </a:r>
            <a:r>
              <a:rPr lang="en-US" altLang="zh-CN"/>
              <a:t>to</a:t>
            </a:r>
            <a:r>
              <a:rPr lang="zh-CN" altLang="en-US"/>
              <a:t> </a:t>
            </a:r>
            <a:r>
              <a:rPr lang="en-US" altLang="zh-CN"/>
              <a:t>well-known</a:t>
            </a:r>
            <a:r>
              <a:rPr lang="zh-CN" altLang="en-US"/>
              <a:t> </a:t>
            </a:r>
            <a:r>
              <a:rPr lang="en-US" altLang="zh-CN"/>
              <a:t>software</a:t>
            </a:r>
            <a:r>
              <a:rPr lang="zh-CN" altLang="en-US"/>
              <a:t> </a:t>
            </a:r>
            <a:r>
              <a:rPr lang="en-US" altLang="zh-CN"/>
              <a:t>engineering</a:t>
            </a:r>
            <a:r>
              <a:rPr lang="zh-CN" altLang="en-US"/>
              <a:t> </a:t>
            </a:r>
            <a:r>
              <a:rPr lang="en-US" altLang="zh-CN"/>
              <a:t>myths</a:t>
            </a:r>
          </a:p>
          <a:p>
            <a:pPr lvl="1"/>
            <a:r>
              <a:rPr lang="en-US"/>
              <a:t>The impact of pinning vs floating on supply chain security</a:t>
            </a:r>
          </a:p>
          <a:p>
            <a:pPr lvl="1"/>
            <a:r>
              <a:rPr lang="en-US"/>
              <a:t>The impact of buying GitHub stars for popularity growth</a:t>
            </a:r>
          </a:p>
          <a:p>
            <a:pPr lvl="1"/>
            <a:r>
              <a:rPr lang="en-US"/>
              <a:t>The impact of adopting AI coding tools on velocity and quality</a:t>
            </a:r>
          </a:p>
          <a:p>
            <a:pPr lvl="1"/>
            <a:r>
              <a:rPr lang="en-US" altLang="zh-CN"/>
              <a:t>The</a:t>
            </a:r>
            <a:r>
              <a:rPr lang="zh-CN" altLang="en-US"/>
              <a:t> </a:t>
            </a:r>
            <a:r>
              <a:rPr lang="en-US" altLang="zh-CN"/>
              <a:t>impact</a:t>
            </a:r>
            <a:r>
              <a:rPr lang="zh-CN" altLang="en-US"/>
              <a:t> </a:t>
            </a:r>
            <a:r>
              <a:rPr lang="en-US" altLang="zh-CN"/>
              <a:t>of</a:t>
            </a:r>
            <a:r>
              <a:rPr lang="zh-CN" altLang="en-US"/>
              <a:t> </a:t>
            </a:r>
            <a:r>
              <a:rPr lang="en-US" altLang="zh-CN"/>
              <a:t>programming</a:t>
            </a:r>
            <a:r>
              <a:rPr lang="zh-CN" altLang="en-US"/>
              <a:t> </a:t>
            </a:r>
            <a:r>
              <a:rPr lang="en-US" altLang="zh-CN"/>
              <a:t>language</a:t>
            </a:r>
            <a:r>
              <a:rPr lang="zh-CN" altLang="en-US"/>
              <a:t> </a:t>
            </a:r>
            <a:r>
              <a:rPr lang="en-US" altLang="zh-CN"/>
              <a:t>on</a:t>
            </a:r>
            <a:r>
              <a:rPr lang="zh-CN" altLang="en-US"/>
              <a:t> </a:t>
            </a:r>
            <a:r>
              <a:rPr lang="en-US" altLang="zh-CN"/>
              <a:t>defect-proneness</a:t>
            </a:r>
          </a:p>
          <a:p>
            <a:r>
              <a:rPr lang="en-US" altLang="zh-CN"/>
              <a:t>Each</a:t>
            </a:r>
            <a:r>
              <a:rPr lang="zh-CN" altLang="en-US"/>
              <a:t> </a:t>
            </a:r>
            <a:r>
              <a:rPr lang="en-US" altLang="zh-CN"/>
              <a:t>example</a:t>
            </a:r>
            <a:r>
              <a:rPr lang="zh-CN" altLang="en-US"/>
              <a:t> </a:t>
            </a:r>
            <a:r>
              <a:rPr lang="en-US" altLang="zh-CN"/>
              <a:t>provides</a:t>
            </a:r>
            <a:r>
              <a:rPr lang="zh-CN" altLang="en-US"/>
              <a:t> </a:t>
            </a:r>
            <a:r>
              <a:rPr lang="en-US" altLang="zh-CN"/>
              <a:t>novel</a:t>
            </a:r>
            <a:r>
              <a:rPr lang="zh-CN" altLang="en-US"/>
              <a:t> </a:t>
            </a:r>
            <a:r>
              <a:rPr lang="en-US" altLang="zh-CN"/>
              <a:t>empirical</a:t>
            </a:r>
            <a:r>
              <a:rPr lang="zh-CN" altLang="en-US"/>
              <a:t> </a:t>
            </a:r>
            <a:r>
              <a:rPr lang="en-US" altLang="zh-CN"/>
              <a:t>evidence</a:t>
            </a:r>
            <a:r>
              <a:rPr lang="zh-CN" altLang="en-US"/>
              <a:t> </a:t>
            </a:r>
            <a:r>
              <a:rPr lang="en-US" altLang="zh-CN"/>
              <a:t>to inform practices in</a:t>
            </a:r>
            <a:r>
              <a:rPr lang="zh-CN" altLang="en-US"/>
              <a:t> </a:t>
            </a:r>
            <a:r>
              <a:rPr lang="en-US" altLang="zh-CN"/>
              <a:t>important</a:t>
            </a:r>
            <a:r>
              <a:rPr lang="zh-CN" altLang="en-US"/>
              <a:t> </a:t>
            </a:r>
            <a:r>
              <a:rPr lang="en-US" altLang="zh-CN"/>
              <a:t>software</a:t>
            </a:r>
            <a:r>
              <a:rPr lang="zh-CN" altLang="en-US"/>
              <a:t> </a:t>
            </a:r>
            <a:r>
              <a:rPr lang="en-US" altLang="zh-CN"/>
              <a:t>engineering</a:t>
            </a:r>
            <a:r>
              <a:rPr lang="zh-CN" altLang="en-US"/>
              <a:t> </a:t>
            </a:r>
            <a:r>
              <a:rPr lang="en-US" altLang="zh-CN"/>
              <a:t>problems</a:t>
            </a:r>
            <a:endParaRPr lang="en-US"/>
          </a:p>
        </p:txBody>
      </p:sp>
      <p:sp>
        <p:nvSpPr>
          <p:cNvPr id="4" name="Footer Placeholder 3">
            <a:extLst>
              <a:ext uri="{FF2B5EF4-FFF2-40B4-BE49-F238E27FC236}">
                <a16:creationId xmlns:a16="http://schemas.microsoft.com/office/drawing/2014/main" id="{AB95CAEE-7859-F63D-E2B0-4116A14AD469}"/>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B935AB8C-5CE2-4DE5-88CA-2045249831F0}"/>
              </a:ext>
            </a:extLst>
          </p:cNvPr>
          <p:cNvSpPr>
            <a:spLocks noGrp="1"/>
          </p:cNvSpPr>
          <p:nvPr>
            <p:ph type="sldNum" sz="quarter" idx="12"/>
          </p:nvPr>
        </p:nvSpPr>
        <p:spPr/>
        <p:txBody>
          <a:bodyPr/>
          <a:lstStyle/>
          <a:p>
            <a:fld id="{8E90A93A-CBEB-40B0-B638-E400989BEC3F}" type="slidenum">
              <a:rPr lang="zh-CN" altLang="en-US" smtClean="0"/>
              <a:pPr/>
              <a:t>19</a:t>
            </a:fld>
            <a:endParaRPr lang="zh-CN" altLang="en-US"/>
          </a:p>
        </p:txBody>
      </p:sp>
    </p:spTree>
    <p:extLst>
      <p:ext uri="{BB962C8B-B14F-4D97-AF65-F5344CB8AC3E}">
        <p14:creationId xmlns:p14="http://schemas.microsoft.com/office/powerpoint/2010/main" val="1103542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844B5-8F17-28E2-74F7-F4EF8D447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1B4CB-E55B-31D2-AC7C-C533BD3FC895}"/>
              </a:ext>
            </a:extLst>
          </p:cNvPr>
          <p:cNvSpPr>
            <a:spLocks noGrp="1"/>
          </p:cNvSpPr>
          <p:nvPr>
            <p:ph type="title"/>
          </p:nvPr>
        </p:nvSpPr>
        <p:spPr/>
        <p:txBody>
          <a:bodyPr/>
          <a:lstStyle/>
          <a:p>
            <a:r>
              <a:rPr lang="en-US"/>
              <a:t>Completed Work: Pinning vs. Floating</a:t>
            </a:r>
          </a:p>
        </p:txBody>
      </p:sp>
      <p:sp>
        <p:nvSpPr>
          <p:cNvPr id="3" name="Content Placeholder 2">
            <a:extLst>
              <a:ext uri="{FF2B5EF4-FFF2-40B4-BE49-F238E27FC236}">
                <a16:creationId xmlns:a16="http://schemas.microsoft.com/office/drawing/2014/main" id="{B89BA133-FEC7-D22C-FDB5-9E9FAE6FCA1F}"/>
              </a:ext>
            </a:extLst>
          </p:cNvPr>
          <p:cNvSpPr>
            <a:spLocks noGrp="1"/>
          </p:cNvSpPr>
          <p:nvPr>
            <p:ph idx="1"/>
          </p:nvPr>
        </p:nvSpPr>
        <p:spPr>
          <a:xfrm>
            <a:off x="320948" y="1205069"/>
            <a:ext cx="11584419" cy="1218535"/>
          </a:xfrm>
        </p:spPr>
        <p:txBody>
          <a:bodyPr/>
          <a:lstStyle/>
          <a:p>
            <a:r>
              <a:rPr lang="en-US" altLang="zh-CN" b="1"/>
              <a:t>Research Question: </a:t>
            </a:r>
            <a:r>
              <a:rPr lang="en-US" altLang="zh-CN"/>
              <a:t>Does pinning dependency versions affect software projects’ vulnerability to software supply chain attacks? </a:t>
            </a:r>
            <a:endParaRPr lang="en-US"/>
          </a:p>
          <a:p>
            <a:endParaRPr lang="en-US"/>
          </a:p>
        </p:txBody>
      </p:sp>
      <p:sp>
        <p:nvSpPr>
          <p:cNvPr id="4" name="Footer Placeholder 3">
            <a:extLst>
              <a:ext uri="{FF2B5EF4-FFF2-40B4-BE49-F238E27FC236}">
                <a16:creationId xmlns:a16="http://schemas.microsoft.com/office/drawing/2014/main" id="{B32D10B9-E8A4-1778-68A3-17622F43EA29}"/>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178DA781-8257-3A2B-8A1D-73F966F6C773}"/>
              </a:ext>
            </a:extLst>
          </p:cNvPr>
          <p:cNvSpPr>
            <a:spLocks noGrp="1"/>
          </p:cNvSpPr>
          <p:nvPr>
            <p:ph type="sldNum" sz="quarter" idx="12"/>
          </p:nvPr>
        </p:nvSpPr>
        <p:spPr/>
        <p:txBody>
          <a:bodyPr/>
          <a:lstStyle/>
          <a:p>
            <a:fld id="{8E90A93A-CBEB-40B0-B638-E400989BEC3F}" type="slidenum">
              <a:rPr lang="zh-CN" altLang="en-US" smtClean="0"/>
              <a:pPr/>
              <a:t>20</a:t>
            </a:fld>
            <a:endParaRPr lang="zh-CN" altLang="en-US"/>
          </a:p>
        </p:txBody>
      </p:sp>
      <p:sp>
        <p:nvSpPr>
          <p:cNvPr id="7" name="TextBox 6">
            <a:extLst>
              <a:ext uri="{FF2B5EF4-FFF2-40B4-BE49-F238E27FC236}">
                <a16:creationId xmlns:a16="http://schemas.microsoft.com/office/drawing/2014/main" id="{9CD66FAA-2037-5DB3-0359-2CCB2FDF2E08}"/>
              </a:ext>
            </a:extLst>
          </p:cNvPr>
          <p:cNvSpPr txBox="1"/>
          <p:nvPr/>
        </p:nvSpPr>
        <p:spPr>
          <a:xfrm>
            <a:off x="362091" y="5862508"/>
            <a:ext cx="11502131" cy="523220"/>
          </a:xfrm>
          <a:prstGeom prst="rect">
            <a:avLst/>
          </a:prstGeom>
          <a:noFill/>
        </p:spPr>
        <p:txBody>
          <a:bodyPr wrap="square">
            <a:spAutoFit/>
          </a:bodyPr>
          <a:lstStyle/>
          <a:p>
            <a:r>
              <a:rPr lang="en-US" sz="1400" b="1" i="0">
                <a:solidFill>
                  <a:srgbClr val="222222"/>
                </a:solidFill>
                <a:effectLst/>
                <a:latin typeface="Arial" panose="020B0604020202020204" pitchFamily="34" charset="0"/>
              </a:rPr>
              <a:t>He, Hao</a:t>
            </a:r>
            <a:r>
              <a:rPr lang="en-US" sz="1400" b="0" i="0">
                <a:solidFill>
                  <a:srgbClr val="222222"/>
                </a:solidFill>
                <a:effectLst/>
                <a:latin typeface="Arial" panose="020B0604020202020204" pitchFamily="34" charset="0"/>
              </a:rPr>
              <a:t>, Bogdan Vasilescu, and Christian Kästner. "Pinning is Futile: You Need </a:t>
            </a:r>
            <a:r>
              <a:rPr lang="en-US" sz="1400">
                <a:solidFill>
                  <a:srgbClr val="222222"/>
                </a:solidFill>
                <a:latin typeface="Arial" panose="020B0604020202020204" pitchFamily="34" charset="0"/>
              </a:rPr>
              <a:t>M</a:t>
            </a:r>
            <a:r>
              <a:rPr lang="en-US" sz="1400" b="0" i="0">
                <a:solidFill>
                  <a:srgbClr val="222222"/>
                </a:solidFill>
                <a:effectLst/>
                <a:latin typeface="Arial" panose="020B0604020202020204" pitchFamily="34" charset="0"/>
              </a:rPr>
              <a:t>ore </a:t>
            </a:r>
            <a:r>
              <a:rPr lang="en-US" sz="1400">
                <a:solidFill>
                  <a:srgbClr val="222222"/>
                </a:solidFill>
                <a:latin typeface="Arial" panose="020B0604020202020204" pitchFamily="34" charset="0"/>
              </a:rPr>
              <a:t>T</a:t>
            </a:r>
            <a:r>
              <a:rPr lang="en-US" sz="1400" b="0" i="0">
                <a:solidFill>
                  <a:srgbClr val="222222"/>
                </a:solidFill>
                <a:effectLst/>
                <a:latin typeface="Arial" panose="020B0604020202020204" pitchFamily="34" charset="0"/>
              </a:rPr>
              <a:t>han Local </a:t>
            </a:r>
            <a:r>
              <a:rPr lang="en-US" sz="1400">
                <a:solidFill>
                  <a:srgbClr val="222222"/>
                </a:solidFill>
                <a:latin typeface="Arial" panose="020B0604020202020204" pitchFamily="34" charset="0"/>
              </a:rPr>
              <a:t>D</a:t>
            </a:r>
            <a:r>
              <a:rPr lang="en-US" sz="1400" b="0" i="0">
                <a:solidFill>
                  <a:srgbClr val="222222"/>
                </a:solidFill>
                <a:effectLst/>
                <a:latin typeface="Arial" panose="020B0604020202020204" pitchFamily="34" charset="0"/>
              </a:rPr>
              <a:t>ependency </a:t>
            </a:r>
            <a:r>
              <a:rPr lang="en-US" sz="1400">
                <a:solidFill>
                  <a:srgbClr val="222222"/>
                </a:solidFill>
                <a:latin typeface="Arial" panose="020B0604020202020204" pitchFamily="34" charset="0"/>
              </a:rPr>
              <a:t>V</a:t>
            </a:r>
            <a:r>
              <a:rPr lang="en-US" sz="1400" b="0" i="0">
                <a:solidFill>
                  <a:srgbClr val="222222"/>
                </a:solidFill>
                <a:effectLst/>
                <a:latin typeface="Arial" panose="020B0604020202020204" pitchFamily="34" charset="0"/>
              </a:rPr>
              <a:t>ersioning to </a:t>
            </a:r>
            <a:r>
              <a:rPr lang="en-US" sz="1400">
                <a:solidFill>
                  <a:srgbClr val="222222"/>
                </a:solidFill>
                <a:latin typeface="Arial" panose="020B0604020202020204" pitchFamily="34" charset="0"/>
              </a:rPr>
              <a:t>D</a:t>
            </a:r>
            <a:r>
              <a:rPr lang="en-US" sz="1400" b="0" i="0">
                <a:solidFill>
                  <a:srgbClr val="222222"/>
                </a:solidFill>
                <a:effectLst/>
                <a:latin typeface="Arial" panose="020B0604020202020204" pitchFamily="34" charset="0"/>
              </a:rPr>
              <a:t>efend </a:t>
            </a:r>
            <a:r>
              <a:rPr lang="en-US" sz="1400">
                <a:solidFill>
                  <a:srgbClr val="222222"/>
                </a:solidFill>
                <a:latin typeface="Arial" panose="020B0604020202020204" pitchFamily="34" charset="0"/>
              </a:rPr>
              <a:t>A</a:t>
            </a:r>
            <a:r>
              <a:rPr lang="en-US" sz="1400" b="0" i="0">
                <a:solidFill>
                  <a:srgbClr val="222222"/>
                </a:solidFill>
                <a:effectLst/>
                <a:latin typeface="Arial" panose="020B0604020202020204" pitchFamily="34" charset="0"/>
              </a:rPr>
              <a:t>gainst </a:t>
            </a:r>
            <a:r>
              <a:rPr lang="en-US" sz="1400">
                <a:solidFill>
                  <a:srgbClr val="222222"/>
                </a:solidFill>
                <a:latin typeface="Arial" panose="020B0604020202020204" pitchFamily="34" charset="0"/>
              </a:rPr>
              <a:t>S</a:t>
            </a:r>
            <a:r>
              <a:rPr lang="en-US" sz="1400" b="0" i="0">
                <a:solidFill>
                  <a:srgbClr val="222222"/>
                </a:solidFill>
                <a:effectLst/>
                <a:latin typeface="Arial" panose="020B0604020202020204" pitchFamily="34" charset="0"/>
              </a:rPr>
              <a:t>upply </a:t>
            </a:r>
            <a:r>
              <a:rPr lang="en-US" sz="1400">
                <a:solidFill>
                  <a:srgbClr val="222222"/>
                </a:solidFill>
                <a:latin typeface="Arial" panose="020B0604020202020204" pitchFamily="34" charset="0"/>
              </a:rPr>
              <a:t>C</a:t>
            </a:r>
            <a:r>
              <a:rPr lang="en-US" sz="1400" b="0" i="0">
                <a:solidFill>
                  <a:srgbClr val="222222"/>
                </a:solidFill>
                <a:effectLst/>
                <a:latin typeface="Arial" panose="020B0604020202020204" pitchFamily="34" charset="0"/>
              </a:rPr>
              <a:t>hain </a:t>
            </a:r>
            <a:r>
              <a:rPr lang="en-US" sz="1400">
                <a:solidFill>
                  <a:srgbClr val="222222"/>
                </a:solidFill>
                <a:latin typeface="Arial" panose="020B0604020202020204" pitchFamily="34" charset="0"/>
              </a:rPr>
              <a:t>A</a:t>
            </a:r>
            <a:r>
              <a:rPr lang="en-US" sz="1400" b="0" i="0">
                <a:solidFill>
                  <a:srgbClr val="222222"/>
                </a:solidFill>
                <a:effectLst/>
                <a:latin typeface="Arial" panose="020B0604020202020204" pitchFamily="34" charset="0"/>
              </a:rPr>
              <a:t>ttacks." </a:t>
            </a:r>
            <a:r>
              <a:rPr lang="en-US" sz="1400" b="0" i="1">
                <a:solidFill>
                  <a:srgbClr val="222222"/>
                </a:solidFill>
                <a:effectLst/>
                <a:latin typeface="Arial" panose="020B0604020202020204" pitchFamily="34" charset="0"/>
              </a:rPr>
              <a:t>Proceedings of the ACM on Software Engineering</a:t>
            </a:r>
            <a:r>
              <a:rPr lang="en-US" sz="1400" b="0" i="0">
                <a:solidFill>
                  <a:srgbClr val="222222"/>
                </a:solidFill>
                <a:effectLst/>
                <a:latin typeface="Arial" panose="020B0604020202020204" pitchFamily="34" charset="0"/>
              </a:rPr>
              <a:t> 2.FSE (2025): 266-289.</a:t>
            </a:r>
            <a:r>
              <a:rPr lang="en-US" sz="1400" b="1">
                <a:solidFill>
                  <a:srgbClr val="222222"/>
                </a:solidFill>
                <a:latin typeface="Arial" panose="020B0604020202020204" pitchFamily="34" charset="0"/>
              </a:rPr>
              <a:t> 🏆Distinguished Paper Award</a:t>
            </a:r>
            <a:endParaRPr lang="en-US" sz="1400"/>
          </a:p>
        </p:txBody>
      </p:sp>
      <p:grpSp>
        <p:nvGrpSpPr>
          <p:cNvPr id="17" name="Group 16">
            <a:extLst>
              <a:ext uri="{FF2B5EF4-FFF2-40B4-BE49-F238E27FC236}">
                <a16:creationId xmlns:a16="http://schemas.microsoft.com/office/drawing/2014/main" id="{C511E969-D8C9-813F-1590-0F7E933823F0}"/>
              </a:ext>
            </a:extLst>
          </p:cNvPr>
          <p:cNvGrpSpPr/>
          <p:nvPr/>
        </p:nvGrpSpPr>
        <p:grpSpPr>
          <a:xfrm>
            <a:off x="843379" y="3414880"/>
            <a:ext cx="10142738" cy="864154"/>
            <a:chOff x="843379" y="3414880"/>
            <a:chExt cx="10142738" cy="864154"/>
          </a:xfrm>
        </p:grpSpPr>
        <p:sp>
          <p:nvSpPr>
            <p:cNvPr id="8" name="Rectangle 7">
              <a:extLst>
                <a:ext uri="{FF2B5EF4-FFF2-40B4-BE49-F238E27FC236}">
                  <a16:creationId xmlns:a16="http://schemas.microsoft.com/office/drawing/2014/main" id="{9653FF0E-7EB6-CE8D-5AB2-3CC8C7F97284}"/>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Pinning Dependencies</a:t>
              </a:r>
            </a:p>
          </p:txBody>
        </p:sp>
        <p:sp>
          <p:nvSpPr>
            <p:cNvPr id="9" name="Rectangle 8">
              <a:extLst>
                <a:ext uri="{FF2B5EF4-FFF2-40B4-BE49-F238E27FC236}">
                  <a16:creationId xmlns:a16="http://schemas.microsoft.com/office/drawing/2014/main" id="{4D5F6C19-28AA-C41D-4BFD-9394A05A823B}"/>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Attack Surface</a:t>
              </a:r>
            </a:p>
          </p:txBody>
        </p:sp>
        <p:cxnSp>
          <p:nvCxnSpPr>
            <p:cNvPr id="10" name="Straight Arrow Connector 9">
              <a:extLst>
                <a:ext uri="{FF2B5EF4-FFF2-40B4-BE49-F238E27FC236}">
                  <a16:creationId xmlns:a16="http://schemas.microsoft.com/office/drawing/2014/main" id="{5BF26AF5-B374-4354-B9E4-AD76FF0424EF}"/>
                </a:ext>
              </a:extLst>
            </p:cNvPr>
            <p:cNvCxnSpPr>
              <a:cxnSpLocks/>
              <a:stCxn id="8" idx="3"/>
              <a:endCxn id="9"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F8FF5D00-10D6-8D15-BF47-87497CC988AB}"/>
                </a:ext>
              </a:extLst>
            </p:cNvPr>
            <p:cNvSpPr txBox="1"/>
            <p:nvPr/>
          </p:nvSpPr>
          <p:spPr>
            <a:xfrm>
              <a:off x="5136243" y="3414880"/>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reduces</a:t>
              </a:r>
              <a:endParaRPr lang="en-US"/>
            </a:p>
          </p:txBody>
        </p:sp>
      </p:grpSp>
      <p:sp>
        <p:nvSpPr>
          <p:cNvPr id="12" name="TextBox 11">
            <a:extLst>
              <a:ext uri="{FF2B5EF4-FFF2-40B4-BE49-F238E27FC236}">
                <a16:creationId xmlns:a16="http://schemas.microsoft.com/office/drawing/2014/main" id="{D3D97AF0-1A4F-F531-9E12-83B818888933}"/>
              </a:ext>
            </a:extLst>
          </p:cNvPr>
          <p:cNvSpPr txBox="1"/>
          <p:nvPr/>
        </p:nvSpPr>
        <p:spPr>
          <a:xfrm>
            <a:off x="5810435" y="5046955"/>
            <a:ext cx="184731" cy="369332"/>
          </a:xfrm>
          <a:prstGeom prst="rect">
            <a:avLst/>
          </a:prstGeom>
          <a:noFill/>
        </p:spPr>
        <p:txBody>
          <a:bodyPr wrap="none" rtlCol="0">
            <a:spAutoFit/>
          </a:bodyPr>
          <a:lstStyle/>
          <a:p>
            <a:endParaRPr lang="en-US"/>
          </a:p>
        </p:txBody>
      </p:sp>
      <p:sp>
        <p:nvSpPr>
          <p:cNvPr id="15" name="TextBox 14">
            <a:extLst>
              <a:ext uri="{FF2B5EF4-FFF2-40B4-BE49-F238E27FC236}">
                <a16:creationId xmlns:a16="http://schemas.microsoft.com/office/drawing/2014/main" id="{8D29EDDC-A5DD-AB6D-4AF3-B9D6BFFFFDDA}"/>
              </a:ext>
            </a:extLst>
          </p:cNvPr>
          <p:cNvSpPr txBox="1"/>
          <p:nvPr/>
        </p:nvSpPr>
        <p:spPr>
          <a:xfrm>
            <a:off x="3742265" y="4761929"/>
            <a:ext cx="4975607"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Candidate Theory (The </a:t>
            </a:r>
            <a:r>
              <a:rPr lang="en-US" sz="2400" b="1">
                <a:solidFill>
                  <a:prstClr val="black"/>
                </a:solidFill>
                <a:latin typeface="Gadugi" panose="020B0502040204020203" pitchFamily="34" charset="0"/>
                <a:ea typeface="Gadugi" panose="020B0502040204020203" pitchFamily="34" charset="0"/>
              </a:rPr>
              <a:t>Myth</a:t>
            </a:r>
            <a:r>
              <a:rPr lang="en-US" sz="2400">
                <a:solidFill>
                  <a:prstClr val="black"/>
                </a:solidFill>
                <a:latin typeface="Gadugi" panose="020B0502040204020203" pitchFamily="34" charset="0"/>
                <a:ea typeface="Gadugi" panose="020B0502040204020203" pitchFamily="34" charset="0"/>
              </a:rPr>
              <a:t>)</a:t>
            </a:r>
            <a:endParaRPr lang="en-US"/>
          </a:p>
        </p:txBody>
      </p:sp>
    </p:spTree>
    <p:extLst>
      <p:ext uri="{BB962C8B-B14F-4D97-AF65-F5344CB8AC3E}">
        <p14:creationId xmlns:p14="http://schemas.microsoft.com/office/powerpoint/2010/main" val="112783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726B4-0965-83C8-B199-1167C40F5687}"/>
              </a:ext>
            </a:extLst>
          </p:cNvPr>
          <p:cNvSpPr>
            <a:spLocks noGrp="1"/>
          </p:cNvSpPr>
          <p:nvPr>
            <p:ph type="title"/>
          </p:nvPr>
        </p:nvSpPr>
        <p:spPr/>
        <p:txBody>
          <a:bodyPr/>
          <a:lstStyle/>
          <a:p>
            <a:r>
              <a:rPr lang="en-US"/>
              <a:t>Completed Work : Pinning vs. Floating</a:t>
            </a:r>
          </a:p>
        </p:txBody>
      </p:sp>
      <p:sp>
        <p:nvSpPr>
          <p:cNvPr id="3" name="Content Placeholder 2">
            <a:extLst>
              <a:ext uri="{FF2B5EF4-FFF2-40B4-BE49-F238E27FC236}">
                <a16:creationId xmlns:a16="http://schemas.microsoft.com/office/drawing/2014/main" id="{90594C18-D3CA-3635-E0D9-1E1CDAD79F38}"/>
              </a:ext>
            </a:extLst>
          </p:cNvPr>
          <p:cNvSpPr>
            <a:spLocks noGrp="1"/>
          </p:cNvSpPr>
          <p:nvPr>
            <p:ph idx="1"/>
          </p:nvPr>
        </p:nvSpPr>
        <p:spPr>
          <a:xfrm>
            <a:off x="320948" y="1205069"/>
            <a:ext cx="11584419" cy="1218535"/>
          </a:xfrm>
        </p:spPr>
        <p:txBody>
          <a:bodyPr/>
          <a:lstStyle/>
          <a:p>
            <a:r>
              <a:rPr lang="en-US" altLang="zh-CN" b="1"/>
              <a:t>Research Question: </a:t>
            </a:r>
            <a:r>
              <a:rPr lang="en-US" altLang="zh-CN"/>
              <a:t>Does pinning dependency versions affect software projects’ vulnerability to software supply chain attacks? </a:t>
            </a:r>
            <a:endParaRPr lang="en-US"/>
          </a:p>
          <a:p>
            <a:endParaRPr lang="en-US"/>
          </a:p>
        </p:txBody>
      </p:sp>
      <p:sp>
        <p:nvSpPr>
          <p:cNvPr id="4" name="Footer Placeholder 3">
            <a:extLst>
              <a:ext uri="{FF2B5EF4-FFF2-40B4-BE49-F238E27FC236}">
                <a16:creationId xmlns:a16="http://schemas.microsoft.com/office/drawing/2014/main" id="{B91CABD5-0E7F-E3A5-962C-8891D4095F21}"/>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40518484-9E52-FFAC-EC2A-9C4B464C9177}"/>
              </a:ext>
            </a:extLst>
          </p:cNvPr>
          <p:cNvSpPr>
            <a:spLocks noGrp="1"/>
          </p:cNvSpPr>
          <p:nvPr>
            <p:ph type="sldNum" sz="quarter" idx="12"/>
          </p:nvPr>
        </p:nvSpPr>
        <p:spPr/>
        <p:txBody>
          <a:bodyPr/>
          <a:lstStyle/>
          <a:p>
            <a:fld id="{8E90A93A-CBEB-40B0-B638-E400989BEC3F}" type="slidenum">
              <a:rPr lang="zh-CN" altLang="en-US" smtClean="0"/>
              <a:pPr/>
              <a:t>21</a:t>
            </a:fld>
            <a:endParaRPr lang="zh-CN" altLang="en-US"/>
          </a:p>
        </p:txBody>
      </p:sp>
      <p:sp>
        <p:nvSpPr>
          <p:cNvPr id="7" name="TextBox 6">
            <a:extLst>
              <a:ext uri="{FF2B5EF4-FFF2-40B4-BE49-F238E27FC236}">
                <a16:creationId xmlns:a16="http://schemas.microsoft.com/office/drawing/2014/main" id="{C46FB279-5FC1-6DE7-2248-ACD1734C05C9}"/>
              </a:ext>
            </a:extLst>
          </p:cNvPr>
          <p:cNvSpPr txBox="1"/>
          <p:nvPr/>
        </p:nvSpPr>
        <p:spPr>
          <a:xfrm>
            <a:off x="362091" y="5862508"/>
            <a:ext cx="11502131" cy="523220"/>
          </a:xfrm>
          <a:prstGeom prst="rect">
            <a:avLst/>
          </a:prstGeom>
          <a:noFill/>
        </p:spPr>
        <p:txBody>
          <a:bodyPr wrap="square">
            <a:spAutoFit/>
          </a:bodyPr>
          <a:lstStyle/>
          <a:p>
            <a:r>
              <a:rPr lang="en-US" sz="1400" b="1" i="0">
                <a:solidFill>
                  <a:srgbClr val="222222"/>
                </a:solidFill>
                <a:effectLst/>
                <a:latin typeface="Arial" panose="020B0604020202020204" pitchFamily="34" charset="0"/>
              </a:rPr>
              <a:t>He, Hao</a:t>
            </a:r>
            <a:r>
              <a:rPr lang="en-US" sz="1400" b="0" i="0">
                <a:solidFill>
                  <a:srgbClr val="222222"/>
                </a:solidFill>
                <a:effectLst/>
                <a:latin typeface="Arial" panose="020B0604020202020204" pitchFamily="34" charset="0"/>
              </a:rPr>
              <a:t>, Bogdan Vasilescu, and Christian Kästner. "Pinning is Futile: You Need </a:t>
            </a:r>
            <a:r>
              <a:rPr lang="en-US" sz="1400">
                <a:solidFill>
                  <a:srgbClr val="222222"/>
                </a:solidFill>
                <a:latin typeface="Arial" panose="020B0604020202020204" pitchFamily="34" charset="0"/>
              </a:rPr>
              <a:t>M</a:t>
            </a:r>
            <a:r>
              <a:rPr lang="en-US" sz="1400" b="0" i="0">
                <a:solidFill>
                  <a:srgbClr val="222222"/>
                </a:solidFill>
                <a:effectLst/>
                <a:latin typeface="Arial" panose="020B0604020202020204" pitchFamily="34" charset="0"/>
              </a:rPr>
              <a:t>ore </a:t>
            </a:r>
            <a:r>
              <a:rPr lang="en-US" sz="1400">
                <a:solidFill>
                  <a:srgbClr val="222222"/>
                </a:solidFill>
                <a:latin typeface="Arial" panose="020B0604020202020204" pitchFamily="34" charset="0"/>
              </a:rPr>
              <a:t>T</a:t>
            </a:r>
            <a:r>
              <a:rPr lang="en-US" sz="1400" b="0" i="0">
                <a:solidFill>
                  <a:srgbClr val="222222"/>
                </a:solidFill>
                <a:effectLst/>
                <a:latin typeface="Arial" panose="020B0604020202020204" pitchFamily="34" charset="0"/>
              </a:rPr>
              <a:t>han Local </a:t>
            </a:r>
            <a:r>
              <a:rPr lang="en-US" sz="1400">
                <a:solidFill>
                  <a:srgbClr val="222222"/>
                </a:solidFill>
                <a:latin typeface="Arial" panose="020B0604020202020204" pitchFamily="34" charset="0"/>
              </a:rPr>
              <a:t>D</a:t>
            </a:r>
            <a:r>
              <a:rPr lang="en-US" sz="1400" b="0" i="0">
                <a:solidFill>
                  <a:srgbClr val="222222"/>
                </a:solidFill>
                <a:effectLst/>
                <a:latin typeface="Arial" panose="020B0604020202020204" pitchFamily="34" charset="0"/>
              </a:rPr>
              <a:t>ependency </a:t>
            </a:r>
            <a:r>
              <a:rPr lang="en-US" sz="1400">
                <a:solidFill>
                  <a:srgbClr val="222222"/>
                </a:solidFill>
                <a:latin typeface="Arial" panose="020B0604020202020204" pitchFamily="34" charset="0"/>
              </a:rPr>
              <a:t>V</a:t>
            </a:r>
            <a:r>
              <a:rPr lang="en-US" sz="1400" b="0" i="0">
                <a:solidFill>
                  <a:srgbClr val="222222"/>
                </a:solidFill>
                <a:effectLst/>
                <a:latin typeface="Arial" panose="020B0604020202020204" pitchFamily="34" charset="0"/>
              </a:rPr>
              <a:t>ersioning to </a:t>
            </a:r>
            <a:r>
              <a:rPr lang="en-US" sz="1400">
                <a:solidFill>
                  <a:srgbClr val="222222"/>
                </a:solidFill>
                <a:latin typeface="Arial" panose="020B0604020202020204" pitchFamily="34" charset="0"/>
              </a:rPr>
              <a:t>D</a:t>
            </a:r>
            <a:r>
              <a:rPr lang="en-US" sz="1400" b="0" i="0">
                <a:solidFill>
                  <a:srgbClr val="222222"/>
                </a:solidFill>
                <a:effectLst/>
                <a:latin typeface="Arial" panose="020B0604020202020204" pitchFamily="34" charset="0"/>
              </a:rPr>
              <a:t>efend </a:t>
            </a:r>
            <a:r>
              <a:rPr lang="en-US" sz="1400">
                <a:solidFill>
                  <a:srgbClr val="222222"/>
                </a:solidFill>
                <a:latin typeface="Arial" panose="020B0604020202020204" pitchFamily="34" charset="0"/>
              </a:rPr>
              <a:t>A</a:t>
            </a:r>
            <a:r>
              <a:rPr lang="en-US" sz="1400" b="0" i="0">
                <a:solidFill>
                  <a:srgbClr val="222222"/>
                </a:solidFill>
                <a:effectLst/>
                <a:latin typeface="Arial" panose="020B0604020202020204" pitchFamily="34" charset="0"/>
              </a:rPr>
              <a:t>gainst </a:t>
            </a:r>
            <a:r>
              <a:rPr lang="en-US" sz="1400">
                <a:solidFill>
                  <a:srgbClr val="222222"/>
                </a:solidFill>
                <a:latin typeface="Arial" panose="020B0604020202020204" pitchFamily="34" charset="0"/>
              </a:rPr>
              <a:t>S</a:t>
            </a:r>
            <a:r>
              <a:rPr lang="en-US" sz="1400" b="0" i="0">
                <a:solidFill>
                  <a:srgbClr val="222222"/>
                </a:solidFill>
                <a:effectLst/>
                <a:latin typeface="Arial" panose="020B0604020202020204" pitchFamily="34" charset="0"/>
              </a:rPr>
              <a:t>upply </a:t>
            </a:r>
            <a:r>
              <a:rPr lang="en-US" sz="1400">
                <a:solidFill>
                  <a:srgbClr val="222222"/>
                </a:solidFill>
                <a:latin typeface="Arial" panose="020B0604020202020204" pitchFamily="34" charset="0"/>
              </a:rPr>
              <a:t>C</a:t>
            </a:r>
            <a:r>
              <a:rPr lang="en-US" sz="1400" b="0" i="0">
                <a:solidFill>
                  <a:srgbClr val="222222"/>
                </a:solidFill>
                <a:effectLst/>
                <a:latin typeface="Arial" panose="020B0604020202020204" pitchFamily="34" charset="0"/>
              </a:rPr>
              <a:t>hain </a:t>
            </a:r>
            <a:r>
              <a:rPr lang="en-US" sz="1400">
                <a:solidFill>
                  <a:srgbClr val="222222"/>
                </a:solidFill>
                <a:latin typeface="Arial" panose="020B0604020202020204" pitchFamily="34" charset="0"/>
              </a:rPr>
              <a:t>A</a:t>
            </a:r>
            <a:r>
              <a:rPr lang="en-US" sz="1400" b="0" i="0">
                <a:solidFill>
                  <a:srgbClr val="222222"/>
                </a:solidFill>
                <a:effectLst/>
                <a:latin typeface="Arial" panose="020B0604020202020204" pitchFamily="34" charset="0"/>
              </a:rPr>
              <a:t>ttacks." </a:t>
            </a:r>
            <a:r>
              <a:rPr lang="en-US" sz="1400" b="0" i="1">
                <a:solidFill>
                  <a:srgbClr val="222222"/>
                </a:solidFill>
                <a:effectLst/>
                <a:latin typeface="Arial" panose="020B0604020202020204" pitchFamily="34" charset="0"/>
              </a:rPr>
              <a:t>Proceedings of the ACM on Software Engineering</a:t>
            </a:r>
            <a:r>
              <a:rPr lang="en-US" sz="1400" b="0" i="0">
                <a:solidFill>
                  <a:srgbClr val="222222"/>
                </a:solidFill>
                <a:effectLst/>
                <a:latin typeface="Arial" panose="020B0604020202020204" pitchFamily="34" charset="0"/>
              </a:rPr>
              <a:t> 2.FSE (2025): 266-289. </a:t>
            </a:r>
            <a:r>
              <a:rPr lang="en-US" sz="1400" b="1" i="0">
                <a:solidFill>
                  <a:srgbClr val="222222"/>
                </a:solidFill>
                <a:effectLst/>
                <a:latin typeface="Arial" panose="020B0604020202020204" pitchFamily="34" charset="0"/>
              </a:rPr>
              <a:t>🏆Distinguished Paper Award</a:t>
            </a:r>
            <a:endParaRPr lang="en-US" sz="1400" b="1"/>
          </a:p>
        </p:txBody>
      </p:sp>
      <p:sp>
        <p:nvSpPr>
          <p:cNvPr id="15" name="TextBox 14">
            <a:extLst>
              <a:ext uri="{FF2B5EF4-FFF2-40B4-BE49-F238E27FC236}">
                <a16:creationId xmlns:a16="http://schemas.microsoft.com/office/drawing/2014/main" id="{A445E3C9-8FF0-2EDD-2340-05ED7E1F8B76}"/>
              </a:ext>
            </a:extLst>
          </p:cNvPr>
          <p:cNvSpPr txBox="1"/>
          <p:nvPr/>
        </p:nvSpPr>
        <p:spPr>
          <a:xfrm>
            <a:off x="7484203" y="5099463"/>
            <a:ext cx="4975607"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Alternative Theory</a:t>
            </a:r>
            <a:endParaRPr lang="en-US"/>
          </a:p>
        </p:txBody>
      </p:sp>
      <p:grpSp>
        <p:nvGrpSpPr>
          <p:cNvPr id="26" name="Group 25">
            <a:extLst>
              <a:ext uri="{FF2B5EF4-FFF2-40B4-BE49-F238E27FC236}">
                <a16:creationId xmlns:a16="http://schemas.microsoft.com/office/drawing/2014/main" id="{6A3B87A8-5E13-C000-4EC9-E4374CC789E8}"/>
              </a:ext>
            </a:extLst>
          </p:cNvPr>
          <p:cNvGrpSpPr/>
          <p:nvPr/>
        </p:nvGrpSpPr>
        <p:grpSpPr>
          <a:xfrm>
            <a:off x="843379" y="2363412"/>
            <a:ext cx="10142738" cy="3289519"/>
            <a:chOff x="843379" y="2363412"/>
            <a:chExt cx="10142738" cy="3289519"/>
          </a:xfrm>
        </p:grpSpPr>
        <p:cxnSp>
          <p:nvCxnSpPr>
            <p:cNvPr id="16" name="Straight Arrow Connector 15">
              <a:extLst>
                <a:ext uri="{FF2B5EF4-FFF2-40B4-BE49-F238E27FC236}">
                  <a16:creationId xmlns:a16="http://schemas.microsoft.com/office/drawing/2014/main" id="{FFD4E257-E126-1C1B-0815-884EC173BD3D}"/>
                </a:ext>
              </a:extLst>
            </p:cNvPr>
            <p:cNvCxnSpPr>
              <a:cxnSpLocks/>
              <a:stCxn id="13" idx="2"/>
            </p:cNvCxnSpPr>
            <p:nvPr/>
          </p:nvCxnSpPr>
          <p:spPr>
            <a:xfrm>
              <a:off x="6093965" y="3060002"/>
              <a:ext cx="2035" cy="88279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97530CD9-5B5D-F061-A1DB-B05C8748E048}"/>
                </a:ext>
              </a:extLst>
            </p:cNvPr>
            <p:cNvCxnSpPr>
              <a:cxnSpLocks/>
              <a:stCxn id="14" idx="0"/>
            </p:cNvCxnSpPr>
            <p:nvPr/>
          </p:nvCxnSpPr>
          <p:spPr>
            <a:xfrm flipH="1" flipV="1">
              <a:off x="6093965" y="3981635"/>
              <a:ext cx="2035" cy="77198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25" name="Group 24">
              <a:extLst>
                <a:ext uri="{FF2B5EF4-FFF2-40B4-BE49-F238E27FC236}">
                  <a16:creationId xmlns:a16="http://schemas.microsoft.com/office/drawing/2014/main" id="{C3317386-E1C2-1CD0-A5A3-A62FAC3FE0F3}"/>
                </a:ext>
              </a:extLst>
            </p:cNvPr>
            <p:cNvGrpSpPr/>
            <p:nvPr/>
          </p:nvGrpSpPr>
          <p:grpSpPr>
            <a:xfrm>
              <a:off x="843379" y="2363412"/>
              <a:ext cx="10142738" cy="3289519"/>
              <a:chOff x="843379" y="2363412"/>
              <a:chExt cx="10142738" cy="3289519"/>
            </a:xfrm>
          </p:grpSpPr>
          <p:sp>
            <p:nvSpPr>
              <p:cNvPr id="8" name="Rectangle 7">
                <a:extLst>
                  <a:ext uri="{FF2B5EF4-FFF2-40B4-BE49-F238E27FC236}">
                    <a16:creationId xmlns:a16="http://schemas.microsoft.com/office/drawing/2014/main" id="{A94E51D2-DF1E-40C7-3C9D-4B99FE35D449}"/>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Pinning Dependencies</a:t>
                </a:r>
              </a:p>
            </p:txBody>
          </p:sp>
          <p:sp>
            <p:nvSpPr>
              <p:cNvPr id="9" name="Rectangle 8">
                <a:extLst>
                  <a:ext uri="{FF2B5EF4-FFF2-40B4-BE49-F238E27FC236}">
                    <a16:creationId xmlns:a16="http://schemas.microsoft.com/office/drawing/2014/main" id="{38C5BA4C-A20C-B30B-ADF0-F484533206A4}"/>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Attack Surface</a:t>
                </a:r>
              </a:p>
            </p:txBody>
          </p:sp>
          <p:cxnSp>
            <p:nvCxnSpPr>
              <p:cNvPr id="10" name="Straight Arrow Connector 9">
                <a:extLst>
                  <a:ext uri="{FF2B5EF4-FFF2-40B4-BE49-F238E27FC236}">
                    <a16:creationId xmlns:a16="http://schemas.microsoft.com/office/drawing/2014/main" id="{BE9B24E5-D6BF-3F5A-CDC1-07C647EEDFEF}"/>
                  </a:ext>
                </a:extLst>
              </p:cNvPr>
              <p:cNvCxnSpPr>
                <a:cxnSpLocks/>
                <a:stCxn id="8" idx="3"/>
                <a:endCxn id="9"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C12C40C9-F07C-E900-CDAE-21194AD11460}"/>
                  </a:ext>
                </a:extLst>
              </p:cNvPr>
              <p:cNvSpPr/>
              <p:nvPr/>
            </p:nvSpPr>
            <p:spPr>
              <a:xfrm>
                <a:off x="4196178" y="2363412"/>
                <a:ext cx="3795573"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Dependency Graph Size</a:t>
                </a:r>
              </a:p>
            </p:txBody>
          </p:sp>
          <p:sp>
            <p:nvSpPr>
              <p:cNvPr id="14" name="Rectangle 13">
                <a:extLst>
                  <a:ext uri="{FF2B5EF4-FFF2-40B4-BE49-F238E27FC236}">
                    <a16:creationId xmlns:a16="http://schemas.microsoft.com/office/drawing/2014/main" id="{3C02B213-4CF9-CCB5-D39F-B78C56876554}"/>
                  </a:ext>
                </a:extLst>
              </p:cNvPr>
              <p:cNvSpPr/>
              <p:nvPr/>
            </p:nvSpPr>
            <p:spPr>
              <a:xfrm>
                <a:off x="4200247" y="4753624"/>
                <a:ext cx="3791505" cy="89930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Dependency Resolution Algorithm</a:t>
                </a:r>
              </a:p>
            </p:txBody>
          </p:sp>
          <p:sp>
            <p:nvSpPr>
              <p:cNvPr id="22" name="TextBox 21">
                <a:extLst>
                  <a:ext uri="{FF2B5EF4-FFF2-40B4-BE49-F238E27FC236}">
                    <a16:creationId xmlns:a16="http://schemas.microsoft.com/office/drawing/2014/main" id="{7382F52B-51F8-B90A-5332-41D30954D082}"/>
                  </a:ext>
                </a:extLst>
              </p:cNvPr>
              <p:cNvSpPr txBox="1"/>
              <p:nvPr/>
            </p:nvSpPr>
            <p:spPr>
              <a:xfrm>
                <a:off x="5933790" y="3202799"/>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mediates</a:t>
                </a:r>
                <a:endParaRPr lang="en-US"/>
              </a:p>
            </p:txBody>
          </p:sp>
          <p:sp>
            <p:nvSpPr>
              <p:cNvPr id="24" name="TextBox 23">
                <a:extLst>
                  <a:ext uri="{FF2B5EF4-FFF2-40B4-BE49-F238E27FC236}">
                    <a16:creationId xmlns:a16="http://schemas.microsoft.com/office/drawing/2014/main" id="{89FFC25D-D017-40AD-FACD-DFF46FE9D167}"/>
                  </a:ext>
                </a:extLst>
              </p:cNvPr>
              <p:cNvSpPr txBox="1"/>
              <p:nvPr/>
            </p:nvSpPr>
            <p:spPr>
              <a:xfrm>
                <a:off x="5957463" y="4209068"/>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mediates</a:t>
                </a:r>
                <a:endParaRPr lang="en-US"/>
              </a:p>
            </p:txBody>
          </p:sp>
        </p:grpSp>
      </p:grpSp>
    </p:spTree>
    <p:extLst>
      <p:ext uri="{BB962C8B-B14F-4D97-AF65-F5344CB8AC3E}">
        <p14:creationId xmlns:p14="http://schemas.microsoft.com/office/powerpoint/2010/main" val="3623607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BE146-A981-4829-2B9A-4A435682430D}"/>
              </a:ext>
            </a:extLst>
          </p:cNvPr>
          <p:cNvSpPr>
            <a:spLocks noGrp="1"/>
          </p:cNvSpPr>
          <p:nvPr>
            <p:ph type="title"/>
          </p:nvPr>
        </p:nvSpPr>
        <p:spPr/>
        <p:txBody>
          <a:bodyPr/>
          <a:lstStyle/>
          <a:p>
            <a:r>
              <a:rPr lang="en-US"/>
              <a:t>Completed Work: Pinning vs. Floating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D122AB8-1A21-F7C3-D512-936140698C03}"/>
                  </a:ext>
                </a:extLst>
              </p:cNvPr>
              <p:cNvSpPr>
                <a:spLocks noGrp="1"/>
              </p:cNvSpPr>
              <p:nvPr>
                <p:ph idx="1"/>
              </p:nvPr>
            </p:nvSpPr>
            <p:spPr/>
            <p:txBody>
              <a:bodyPr>
                <a:normAutofit/>
              </a:bodyPr>
              <a:lstStyle/>
              <a:p>
                <a:r>
                  <a:rPr lang="en-US" b="1"/>
                  <a:t>Method: </a:t>
                </a:r>
                <a:r>
                  <a:rPr lang="en-US">
                    <a:solidFill>
                      <a:srgbClr val="FF0000"/>
                    </a:solidFill>
                  </a:rPr>
                  <a:t>Counterfactual Simulation</a:t>
                </a:r>
              </a:p>
              <a:p>
                <a:pPr lvl="1"/>
                <a:r>
                  <a:rPr lang="en-US"/>
                  <a:t>For each project, simulate the dependency graph with pinning in different times</a:t>
                </a:r>
              </a:p>
              <a:p>
                <a:pPr lvl="1"/>
                <a:r>
                  <a:rPr lang="en-US"/>
                  <a:t>Panel regression to estimate the effect interacting with dep graph size</a:t>
                </a:r>
              </a:p>
              <a:p>
                <a:pPr marL="457200" lvl="1" indent="0">
                  <a:buNone/>
                </a:pPr>
                <a14:m>
                  <m:oMathPara xmlns:m="http://schemas.openxmlformats.org/officeDocument/2006/math">
                    <m:oMathParaPr>
                      <m:jc m:val="centerGroup"/>
                    </m:oMathParaPr>
                    <m:oMath xmlns:m="http://schemas.openxmlformats.org/officeDocument/2006/math">
                      <m:r>
                        <m:rPr>
                          <m:sty m:val="p"/>
                        </m:rPr>
                        <a:rPr lang="en-US" i="0">
                          <a:latin typeface="Cambria Math" panose="02040503050406030204" pitchFamily="18" charset="0"/>
                        </a:rPr>
                        <m:t>ln</m:t>
                      </m:r>
                      <m:sSub>
                        <m:sSubPr>
                          <m:ctrlPr>
                            <a:rPr lang="en-US" b="0" i="1" smtClean="0">
                              <a:latin typeface="Cambria Math" panose="02040503050406030204" pitchFamily="18" charset="0"/>
                            </a:rPr>
                          </m:ctrlPr>
                        </m:sSubPr>
                        <m:e>
                          <m:d>
                            <m:dPr>
                              <m:ctrlPr>
                                <a:rPr lang="en-US" i="1">
                                  <a:latin typeface="Cambria Math" panose="02040503050406030204" pitchFamily="18" charset="0"/>
                                </a:rPr>
                              </m:ctrlPr>
                            </m:dPr>
                            <m:e>
                              <m:r>
                                <a:rPr lang="en-US" b="0" i="1" smtClean="0">
                                  <a:latin typeface="Cambria Math" panose="02040503050406030204" pitchFamily="18" charset="0"/>
                                </a:rPr>
                                <m:t>𝑟𝑖𝑠𝑘</m:t>
                              </m:r>
                            </m:e>
                          </m:d>
                        </m:e>
                        <m:sub>
                          <m:r>
                            <a:rPr lang="en-US" b="0" i="1" smtClean="0">
                              <a:latin typeface="Cambria Math" panose="02040503050406030204" pitchFamily="18" charset="0"/>
                            </a:rPr>
                            <m:t>𝑖𝑡</m:t>
                          </m:r>
                        </m:sub>
                      </m:sSub>
                      <m:r>
                        <a:rPr lang="en-US" i="1">
                          <a:latin typeface="Cambria Math" panose="02040503050406030204" pitchFamily="18" charset="0"/>
                        </a:rPr>
                        <m:t> ∼ </m:t>
                      </m:r>
                      <m:r>
                        <a:rPr lang="en-US" i="1">
                          <a:latin typeface="Cambria Math" panose="02040503050406030204" pitchFamily="18" charset="0"/>
                        </a:rPr>
                        <m:t>𝑝𝑖𝑛𝑛𝑖𝑛</m:t>
                      </m:r>
                      <m:sSub>
                        <m:sSubPr>
                          <m:ctrlPr>
                            <a:rPr lang="en-US" b="0" i="1" smtClean="0">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𝑖𝑡</m:t>
                          </m:r>
                        </m:sub>
                      </m:sSub>
                      <m:r>
                        <a:rPr lang="en-US" i="1">
                          <a:latin typeface="Cambria Math" panose="02040503050406030204" pitchFamily="18" charset="0"/>
                        </a:rPr>
                        <m:t> + </m:t>
                      </m:r>
                      <m:r>
                        <m:rPr>
                          <m:sty m:val="p"/>
                        </m:rPr>
                        <a:rPr lang="en-US" i="0">
                          <a:latin typeface="Cambria Math" panose="02040503050406030204" pitchFamily="18" charset="0"/>
                        </a:rPr>
                        <m:t>ln</m:t>
                      </m:r>
                      <m:r>
                        <a:rPr lang="en-US" i="1">
                          <a:latin typeface="Cambria Math" panose="02040503050406030204" pitchFamily="18" charset="0"/>
                        </a:rPr>
                        <m:t>(</m:t>
                      </m:r>
                      <m:r>
                        <a:rPr lang="en-US" i="1">
                          <a:latin typeface="Cambria Math" panose="02040503050406030204" pitchFamily="18" charset="0"/>
                        </a:rPr>
                        <m:t>𝑠𝑖𝑧𝑒</m:t>
                      </m:r>
                      <m:r>
                        <a:rPr lang="en-US" i="1">
                          <a:latin typeface="Cambria Math" panose="02040503050406030204" pitchFamily="18" charset="0"/>
                        </a:rPr>
                        <m:t> (</m:t>
                      </m:r>
                      <m:sSub>
                        <m:sSubPr>
                          <m:ctrlPr>
                            <a:rPr lang="en-US" b="0" i="1" smtClean="0">
                              <a:latin typeface="Cambria Math" panose="02040503050406030204" pitchFamily="18" charset="0"/>
                            </a:rPr>
                          </m:ctrlPr>
                        </m:sSubPr>
                        <m:e>
                          <m:r>
                            <a:rPr lang="en-US" i="1">
                              <a:latin typeface="Cambria Math" panose="02040503050406030204" pitchFamily="18" charset="0"/>
                            </a:rPr>
                            <m:t>𝐺</m:t>
                          </m:r>
                        </m:e>
                        <m:sub>
                          <m:r>
                            <a:rPr lang="en-US" b="0" i="1" smtClean="0">
                              <a:latin typeface="Cambria Math" panose="02040503050406030204" pitchFamily="18" charset="0"/>
                            </a:rPr>
                            <m:t>𝑖𝑡</m:t>
                          </m:r>
                        </m:sub>
                      </m:sSub>
                      <m:r>
                        <a:rPr lang="en-US" i="1">
                          <a:latin typeface="Cambria Math" panose="02040503050406030204" pitchFamily="18" charset="0"/>
                        </a:rPr>
                        <m:t>)) + </m:t>
                      </m:r>
                      <m:r>
                        <a:rPr lang="en-US" i="1">
                          <a:latin typeface="Cambria Math" panose="02040503050406030204" pitchFamily="18" charset="0"/>
                        </a:rPr>
                        <m:t>𝑝𝑖𝑛𝑛𝑖𝑛</m:t>
                      </m:r>
                      <m:sSub>
                        <m:sSubPr>
                          <m:ctrlPr>
                            <a:rPr lang="en-US" b="0" i="1" smtClean="0">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𝑖𝑡</m:t>
                          </m:r>
                        </m:sub>
                      </m:sSub>
                      <m:r>
                        <a:rPr lang="en-US" i="1">
                          <a:latin typeface="Cambria Math" panose="02040503050406030204" pitchFamily="18" charset="0"/>
                        </a:rPr>
                        <m:t> × </m:t>
                      </m:r>
                      <m:r>
                        <m:rPr>
                          <m:sty m:val="p"/>
                        </m:rPr>
                        <a:rPr lang="en-US" i="0">
                          <a:latin typeface="Cambria Math" panose="02040503050406030204" pitchFamily="18" charset="0"/>
                        </a:rPr>
                        <m:t>ln</m:t>
                      </m:r>
                      <m:r>
                        <a:rPr lang="en-US" i="1">
                          <a:latin typeface="Cambria Math" panose="02040503050406030204" pitchFamily="18" charset="0"/>
                        </a:rPr>
                        <m:t>(</m:t>
                      </m:r>
                      <m:r>
                        <a:rPr lang="en-US" i="1">
                          <a:latin typeface="Cambria Math" panose="02040503050406030204" pitchFamily="18" charset="0"/>
                        </a:rPr>
                        <m:t>𝑠𝑖𝑧𝑒</m:t>
                      </m:r>
                      <m:r>
                        <a:rPr lang="en-US" i="1">
                          <a:latin typeface="Cambria Math" panose="02040503050406030204" pitchFamily="18" charset="0"/>
                        </a:rPr>
                        <m:t> (</m:t>
                      </m:r>
                      <m:sSub>
                        <m:sSubPr>
                          <m:ctrlPr>
                            <a:rPr lang="en-US" b="0" i="1" smtClean="0">
                              <a:latin typeface="Cambria Math" panose="02040503050406030204" pitchFamily="18" charset="0"/>
                            </a:rPr>
                          </m:ctrlPr>
                        </m:sSubPr>
                        <m:e>
                          <m:r>
                            <a:rPr lang="en-US" i="1">
                              <a:latin typeface="Cambria Math" panose="02040503050406030204" pitchFamily="18" charset="0"/>
                            </a:rPr>
                            <m:t>𝐺</m:t>
                          </m:r>
                        </m:e>
                        <m:sub>
                          <m:r>
                            <a:rPr lang="en-US" b="0" i="1" smtClean="0">
                              <a:latin typeface="Cambria Math" panose="02040503050406030204" pitchFamily="18" charset="0"/>
                            </a:rPr>
                            <m:t>𝑖𝑡</m:t>
                          </m:r>
                        </m:sub>
                      </m:sSub>
                      <m:r>
                        <a:rPr lang="en-US" i="1">
                          <a:latin typeface="Cambria Math" panose="02040503050406030204" pitchFamily="18" charset="0"/>
                        </a:rPr>
                        <m:t>)) + </m:t>
                      </m:r>
                      <m:sSub>
                        <m:sSubPr>
                          <m:ctrlPr>
                            <a:rPr lang="en-US" b="0" i="1" smtClean="0">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𝑖</m:t>
                          </m:r>
                        </m:sub>
                      </m:sSub>
                      <m:r>
                        <a:rPr lang="en-US" i="1">
                          <a:latin typeface="Cambria Math" panose="02040503050406030204" pitchFamily="18" charset="0"/>
                        </a:rPr>
                        <m:t> + </m:t>
                      </m:r>
                      <m:sSub>
                        <m:sSubPr>
                          <m:ctrlPr>
                            <a:rPr lang="en-US" b="0" i="1" smtClean="0">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𝑡</m:t>
                          </m:r>
                        </m:sub>
                      </m:sSub>
                    </m:oMath>
                  </m:oMathPara>
                </a14:m>
                <a:endParaRPr lang="en-US"/>
              </a:p>
              <a:p>
                <a:r>
                  <a:rPr lang="en-US" altLang="zh-CN" b="1"/>
                  <a:t>Assumption for Causal Interpretation</a:t>
                </a:r>
                <a:r>
                  <a:rPr lang="en-US" b="1"/>
                  <a:t>:</a:t>
                </a:r>
              </a:p>
              <a:p>
                <a:pPr lvl="1"/>
                <a:r>
                  <a:rPr lang="en-US"/>
                  <a:t>The simulation framework can accurately simulate the alternative dependency graph with pinning to compute counterfactual outcome in historical timepoints</a:t>
                </a:r>
              </a:p>
              <a:p>
                <a:r>
                  <a:rPr lang="en-US" b="1"/>
                  <a:t>Alternative Explanations:</a:t>
                </a:r>
              </a:p>
              <a:p>
                <a:pPr lvl="1"/>
                <a:r>
                  <a:rPr lang="en-US"/>
                  <a:t>Systematic artifacts out of simulation errors? =&gt; large-scale experiment using the existing </a:t>
                </a:r>
                <a:r>
                  <a:rPr lang="en-US" err="1"/>
                  <a:t>npm</a:t>
                </a:r>
                <a:r>
                  <a:rPr lang="en-US"/>
                  <a:t> infrastructure, multiple observations per project</a:t>
                </a:r>
              </a:p>
            </p:txBody>
          </p:sp>
        </mc:Choice>
        <mc:Fallback>
          <p:sp>
            <p:nvSpPr>
              <p:cNvPr id="3" name="Content Placeholder 2">
                <a:extLst>
                  <a:ext uri="{FF2B5EF4-FFF2-40B4-BE49-F238E27FC236}">
                    <a16:creationId xmlns:a16="http://schemas.microsoft.com/office/drawing/2014/main" id="{1D122AB8-1A21-F7C3-D512-936140698C03}"/>
                  </a:ext>
                </a:extLst>
              </p:cNvPr>
              <p:cNvSpPr>
                <a:spLocks noGrp="1" noRot="1" noChangeAspect="1" noMove="1" noResize="1" noEditPoints="1" noAdjustHandles="1" noChangeArrowheads="1" noChangeShapeType="1" noTextEdit="1"/>
              </p:cNvSpPr>
              <p:nvPr>
                <p:ph idx="1"/>
              </p:nvPr>
            </p:nvSpPr>
            <p:spPr>
              <a:blipFill>
                <a:blip r:embed="rId2"/>
                <a:stretch>
                  <a:fillRect l="-737" t="-240" r="-789" b="-24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678D871-6EDD-4BB9-822E-0833B6232AA6}"/>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9D1786CD-A3E5-D5EE-3505-CF8A8490F85E}"/>
              </a:ext>
            </a:extLst>
          </p:cNvPr>
          <p:cNvSpPr>
            <a:spLocks noGrp="1"/>
          </p:cNvSpPr>
          <p:nvPr>
            <p:ph type="sldNum" sz="quarter" idx="12"/>
          </p:nvPr>
        </p:nvSpPr>
        <p:spPr/>
        <p:txBody>
          <a:bodyPr/>
          <a:lstStyle/>
          <a:p>
            <a:fld id="{8E90A93A-CBEB-40B0-B638-E400989BEC3F}" type="slidenum">
              <a:rPr lang="zh-CN" altLang="en-US" smtClean="0"/>
              <a:pPr/>
              <a:t>22</a:t>
            </a:fld>
            <a:endParaRPr lang="zh-CN" altLang="en-US"/>
          </a:p>
        </p:txBody>
      </p:sp>
    </p:spTree>
    <p:extLst>
      <p:ext uri="{BB962C8B-B14F-4D97-AF65-F5344CB8AC3E}">
        <p14:creationId xmlns:p14="http://schemas.microsoft.com/office/powerpoint/2010/main" val="2661689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06191-CAC6-161B-E62D-498F0D20C0C5}"/>
              </a:ext>
            </a:extLst>
          </p:cNvPr>
          <p:cNvSpPr>
            <a:spLocks noGrp="1"/>
          </p:cNvSpPr>
          <p:nvPr>
            <p:ph type="title"/>
          </p:nvPr>
        </p:nvSpPr>
        <p:spPr/>
        <p:txBody>
          <a:bodyPr/>
          <a:lstStyle/>
          <a:p>
            <a:r>
              <a:rPr lang="en-US"/>
              <a:t>Completed Work: Pinning vs. Floating</a:t>
            </a:r>
          </a:p>
        </p:txBody>
      </p:sp>
      <p:sp>
        <p:nvSpPr>
          <p:cNvPr id="4" name="Footer Placeholder 3">
            <a:extLst>
              <a:ext uri="{FF2B5EF4-FFF2-40B4-BE49-F238E27FC236}">
                <a16:creationId xmlns:a16="http://schemas.microsoft.com/office/drawing/2014/main" id="{A7D91400-D5B3-4CA5-0814-B79BCAB1320F}"/>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38ECD70A-1B21-F337-F3FD-7506BFFB10F4}"/>
              </a:ext>
            </a:extLst>
          </p:cNvPr>
          <p:cNvSpPr>
            <a:spLocks noGrp="1"/>
          </p:cNvSpPr>
          <p:nvPr>
            <p:ph type="sldNum" sz="quarter" idx="12"/>
          </p:nvPr>
        </p:nvSpPr>
        <p:spPr/>
        <p:txBody>
          <a:bodyPr/>
          <a:lstStyle/>
          <a:p>
            <a:fld id="{8E90A93A-CBEB-40B0-B638-E400989BEC3F}" type="slidenum">
              <a:rPr lang="zh-CN" altLang="en-US" smtClean="0"/>
              <a:pPr/>
              <a:t>23</a:t>
            </a:fld>
            <a:endParaRPr lang="zh-CN" altLang="en-US"/>
          </a:p>
        </p:txBody>
      </p:sp>
      <p:pic>
        <p:nvPicPr>
          <p:cNvPr id="7" name="Picture 6">
            <a:extLst>
              <a:ext uri="{FF2B5EF4-FFF2-40B4-BE49-F238E27FC236}">
                <a16:creationId xmlns:a16="http://schemas.microsoft.com/office/drawing/2014/main" id="{28923FD8-414C-6552-E185-4EDFEFD0EC74}"/>
              </a:ext>
            </a:extLst>
          </p:cNvPr>
          <p:cNvPicPr>
            <a:picLocks noChangeAspect="1"/>
          </p:cNvPicPr>
          <p:nvPr/>
        </p:nvPicPr>
        <p:blipFill>
          <a:blip r:embed="rId2"/>
          <a:srcRect l="3537" r="23637"/>
          <a:stretch>
            <a:fillRect/>
          </a:stretch>
        </p:blipFill>
        <p:spPr>
          <a:xfrm>
            <a:off x="210297" y="1962817"/>
            <a:ext cx="5666888" cy="3770583"/>
          </a:xfrm>
          <a:prstGeom prst="rect">
            <a:avLst/>
          </a:prstGeom>
        </p:spPr>
      </p:pic>
      <p:pic>
        <p:nvPicPr>
          <p:cNvPr id="18" name="Picture 17">
            <a:extLst>
              <a:ext uri="{FF2B5EF4-FFF2-40B4-BE49-F238E27FC236}">
                <a16:creationId xmlns:a16="http://schemas.microsoft.com/office/drawing/2014/main" id="{29832A1F-DBB8-1D98-9819-BE4D95B6618B}"/>
              </a:ext>
            </a:extLst>
          </p:cNvPr>
          <p:cNvPicPr>
            <a:picLocks noChangeAspect="1"/>
          </p:cNvPicPr>
          <p:nvPr/>
        </p:nvPicPr>
        <p:blipFill>
          <a:blip r:embed="rId3"/>
          <a:stretch>
            <a:fillRect/>
          </a:stretch>
        </p:blipFill>
        <p:spPr>
          <a:xfrm>
            <a:off x="5811915" y="3551920"/>
            <a:ext cx="6236370" cy="2086281"/>
          </a:xfrm>
          <a:prstGeom prst="rect">
            <a:avLst/>
          </a:prstGeom>
        </p:spPr>
      </p:pic>
      <p:pic>
        <p:nvPicPr>
          <p:cNvPr id="19" name="Picture 18">
            <a:extLst>
              <a:ext uri="{FF2B5EF4-FFF2-40B4-BE49-F238E27FC236}">
                <a16:creationId xmlns:a16="http://schemas.microsoft.com/office/drawing/2014/main" id="{964CDFB9-FC0D-D167-B354-740AE9E09B6E}"/>
              </a:ext>
            </a:extLst>
          </p:cNvPr>
          <p:cNvPicPr>
            <a:picLocks noChangeAspect="1"/>
          </p:cNvPicPr>
          <p:nvPr/>
        </p:nvPicPr>
        <p:blipFill>
          <a:blip r:embed="rId4"/>
          <a:stretch>
            <a:fillRect/>
          </a:stretch>
        </p:blipFill>
        <p:spPr>
          <a:xfrm>
            <a:off x="5997861" y="1450096"/>
            <a:ext cx="6050424" cy="570520"/>
          </a:xfrm>
          <a:prstGeom prst="rect">
            <a:avLst/>
          </a:prstGeom>
        </p:spPr>
      </p:pic>
      <p:sp>
        <p:nvSpPr>
          <p:cNvPr id="21" name="TextBox 20">
            <a:extLst>
              <a:ext uri="{FF2B5EF4-FFF2-40B4-BE49-F238E27FC236}">
                <a16:creationId xmlns:a16="http://schemas.microsoft.com/office/drawing/2014/main" id="{BFD2B289-5776-55F0-4446-B2B90A634A6C}"/>
              </a:ext>
            </a:extLst>
          </p:cNvPr>
          <p:cNvSpPr txBox="1"/>
          <p:nvPr/>
        </p:nvSpPr>
        <p:spPr>
          <a:xfrm>
            <a:off x="6096000" y="2174777"/>
            <a:ext cx="6096740" cy="400110"/>
          </a:xfrm>
          <a:prstGeom prst="rect">
            <a:avLst/>
          </a:prstGeom>
          <a:noFill/>
        </p:spPr>
        <p:txBody>
          <a:bodyPr wrap="square">
            <a:spAutoFit/>
          </a:bodyPr>
          <a:lstStyle/>
          <a:p>
            <a:pPr algn="ctr"/>
            <a:r>
              <a:rPr lang="en-US" altLang="zh-CN" sz="2000" b="1">
                <a:solidFill>
                  <a:srgbClr val="FF0000"/>
                </a:solidFill>
                <a:latin typeface="Gadugi" panose="020B0502040204020203" pitchFamily="34" charset="0"/>
                <a:ea typeface="Gadugi" panose="020B0502040204020203" pitchFamily="34" charset="0"/>
              </a:rPr>
              <a:t>×(dispelled) </a:t>
            </a:r>
            <a:r>
              <a:rPr lang="en-US" sz="2000">
                <a:solidFill>
                  <a:prstClr val="black"/>
                </a:solidFill>
                <a:latin typeface="Gadugi" panose="020B0502040204020203" pitchFamily="34" charset="0"/>
                <a:ea typeface="Gadugi" panose="020B0502040204020203" pitchFamily="34" charset="0"/>
              </a:rPr>
              <a:t>Candidate Theory 1 (The Myth)</a:t>
            </a:r>
            <a:endParaRPr lang="en-US" sz="2000"/>
          </a:p>
        </p:txBody>
      </p:sp>
      <p:sp>
        <p:nvSpPr>
          <p:cNvPr id="22" name="TextBox 21">
            <a:extLst>
              <a:ext uri="{FF2B5EF4-FFF2-40B4-BE49-F238E27FC236}">
                <a16:creationId xmlns:a16="http://schemas.microsoft.com/office/drawing/2014/main" id="{2F7AD6CC-3EC5-0ECE-60F5-986E2652571A}"/>
              </a:ext>
            </a:extLst>
          </p:cNvPr>
          <p:cNvSpPr txBox="1"/>
          <p:nvPr/>
        </p:nvSpPr>
        <p:spPr>
          <a:xfrm>
            <a:off x="6035336" y="5695586"/>
            <a:ext cx="6096740" cy="400110"/>
          </a:xfrm>
          <a:prstGeom prst="rect">
            <a:avLst/>
          </a:prstGeom>
          <a:noFill/>
        </p:spPr>
        <p:txBody>
          <a:bodyPr wrap="square">
            <a:spAutoFit/>
          </a:bodyPr>
          <a:lstStyle/>
          <a:p>
            <a:pPr algn="ctr"/>
            <a:r>
              <a:rPr lang="zh-CN" altLang="en-US" sz="2000" b="1">
                <a:solidFill>
                  <a:schemeClr val="accent6">
                    <a:lumMod val="75000"/>
                  </a:schemeClr>
                </a:solidFill>
                <a:latin typeface="Gadugi" panose="020B0502040204020203" pitchFamily="34" charset="0"/>
                <a:ea typeface="Gadugi" panose="020B0502040204020203" pitchFamily="34" charset="0"/>
              </a:rPr>
              <a:t>√</a:t>
            </a:r>
            <a:r>
              <a:rPr lang="en-US" altLang="zh-CN" sz="2000" b="1">
                <a:solidFill>
                  <a:schemeClr val="accent6">
                    <a:lumMod val="75000"/>
                  </a:schemeClr>
                </a:solidFill>
                <a:latin typeface="Gadugi" panose="020B0502040204020203" pitchFamily="34" charset="0"/>
                <a:ea typeface="Gadugi" panose="020B0502040204020203" pitchFamily="34" charset="0"/>
              </a:rPr>
              <a:t>(supported) </a:t>
            </a:r>
            <a:r>
              <a:rPr lang="en-US" sz="2000">
                <a:solidFill>
                  <a:prstClr val="black"/>
                </a:solidFill>
                <a:latin typeface="Gadugi" panose="020B0502040204020203" pitchFamily="34" charset="0"/>
                <a:ea typeface="Gadugi" panose="020B0502040204020203" pitchFamily="34" charset="0"/>
              </a:rPr>
              <a:t>Candidate Theory 2</a:t>
            </a:r>
            <a:endParaRPr lang="en-US" sz="2000"/>
          </a:p>
        </p:txBody>
      </p:sp>
      <p:pic>
        <p:nvPicPr>
          <p:cNvPr id="24" name="Picture 23">
            <a:extLst>
              <a:ext uri="{FF2B5EF4-FFF2-40B4-BE49-F238E27FC236}">
                <a16:creationId xmlns:a16="http://schemas.microsoft.com/office/drawing/2014/main" id="{3D208646-FDF6-9CBE-3E18-68575F620B42}"/>
              </a:ext>
            </a:extLst>
          </p:cNvPr>
          <p:cNvPicPr>
            <a:picLocks noChangeAspect="1"/>
          </p:cNvPicPr>
          <p:nvPr/>
        </p:nvPicPr>
        <p:blipFill>
          <a:blip r:embed="rId5"/>
          <a:stretch>
            <a:fillRect/>
          </a:stretch>
        </p:blipFill>
        <p:spPr>
          <a:xfrm>
            <a:off x="994011" y="2127413"/>
            <a:ext cx="1824649" cy="1042656"/>
          </a:xfrm>
          <a:prstGeom prst="rect">
            <a:avLst/>
          </a:prstGeom>
        </p:spPr>
      </p:pic>
    </p:spTree>
    <p:extLst>
      <p:ext uri="{BB962C8B-B14F-4D97-AF65-F5344CB8AC3E}">
        <p14:creationId xmlns:p14="http://schemas.microsoft.com/office/powerpoint/2010/main" val="1027683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5F3DB-E361-A5C5-1D9A-659424F92F4D}"/>
              </a:ext>
            </a:extLst>
          </p:cNvPr>
          <p:cNvSpPr>
            <a:spLocks noGrp="1"/>
          </p:cNvSpPr>
          <p:nvPr>
            <p:ph type="title"/>
          </p:nvPr>
        </p:nvSpPr>
        <p:spPr/>
        <p:txBody>
          <a:bodyPr/>
          <a:lstStyle/>
          <a:p>
            <a:r>
              <a:rPr lang="en-US"/>
              <a:t>Completed Work: The Effect of Fake GitHub Stars</a:t>
            </a:r>
          </a:p>
        </p:txBody>
      </p:sp>
      <p:sp>
        <p:nvSpPr>
          <p:cNvPr id="3" name="Content Placeholder 2">
            <a:extLst>
              <a:ext uri="{FF2B5EF4-FFF2-40B4-BE49-F238E27FC236}">
                <a16:creationId xmlns:a16="http://schemas.microsoft.com/office/drawing/2014/main" id="{53833553-4B05-BEF0-DDA5-399AEB6B9EE1}"/>
              </a:ext>
            </a:extLst>
          </p:cNvPr>
          <p:cNvSpPr>
            <a:spLocks noGrp="1"/>
          </p:cNvSpPr>
          <p:nvPr>
            <p:ph idx="1"/>
          </p:nvPr>
        </p:nvSpPr>
        <p:spPr/>
        <p:txBody>
          <a:bodyPr/>
          <a:lstStyle/>
          <a:p>
            <a:r>
              <a:rPr lang="en-US" b="1"/>
              <a:t>Research Question: </a:t>
            </a:r>
            <a:r>
              <a:rPr lang="en-US"/>
              <a:t>Does artificially inflating GitHub stars create a promotional effect, making people more likely to star the target repositories?</a:t>
            </a:r>
            <a:endParaRPr lang="en-US" b="1"/>
          </a:p>
        </p:txBody>
      </p:sp>
      <p:sp>
        <p:nvSpPr>
          <p:cNvPr id="4" name="Footer Placeholder 3">
            <a:extLst>
              <a:ext uri="{FF2B5EF4-FFF2-40B4-BE49-F238E27FC236}">
                <a16:creationId xmlns:a16="http://schemas.microsoft.com/office/drawing/2014/main" id="{9E0802A1-9DCC-CE44-A4E1-981AB5F74601}"/>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438BCE63-FDB8-37AE-4218-D6CAAA149C66}"/>
              </a:ext>
            </a:extLst>
          </p:cNvPr>
          <p:cNvSpPr>
            <a:spLocks noGrp="1"/>
          </p:cNvSpPr>
          <p:nvPr>
            <p:ph type="sldNum" sz="quarter" idx="12"/>
          </p:nvPr>
        </p:nvSpPr>
        <p:spPr/>
        <p:txBody>
          <a:bodyPr/>
          <a:lstStyle/>
          <a:p>
            <a:fld id="{8E90A93A-CBEB-40B0-B638-E400989BEC3F}" type="slidenum">
              <a:rPr lang="zh-CN" altLang="en-US" smtClean="0"/>
              <a:pPr/>
              <a:t>24</a:t>
            </a:fld>
            <a:endParaRPr lang="zh-CN" altLang="en-US"/>
          </a:p>
        </p:txBody>
      </p:sp>
      <p:sp>
        <p:nvSpPr>
          <p:cNvPr id="6" name="TextBox 5">
            <a:extLst>
              <a:ext uri="{FF2B5EF4-FFF2-40B4-BE49-F238E27FC236}">
                <a16:creationId xmlns:a16="http://schemas.microsoft.com/office/drawing/2014/main" id="{AFA37327-6E9C-AD6D-EE43-D2FA68133E4C}"/>
              </a:ext>
            </a:extLst>
          </p:cNvPr>
          <p:cNvSpPr txBox="1"/>
          <p:nvPr/>
        </p:nvSpPr>
        <p:spPr>
          <a:xfrm>
            <a:off x="362091" y="5862508"/>
            <a:ext cx="11502131" cy="523220"/>
          </a:xfrm>
          <a:prstGeom prst="rect">
            <a:avLst/>
          </a:prstGeom>
          <a:noFill/>
        </p:spPr>
        <p:txBody>
          <a:bodyPr wrap="square">
            <a:spAutoFit/>
          </a:bodyPr>
          <a:lstStyle/>
          <a:p>
            <a:r>
              <a:rPr lang="en-US" sz="1400" b="1" i="0">
                <a:solidFill>
                  <a:srgbClr val="222222"/>
                </a:solidFill>
                <a:effectLst/>
                <a:latin typeface="Arial" panose="020B0604020202020204" pitchFamily="34" charset="0"/>
              </a:rPr>
              <a:t>He, Hao</a:t>
            </a:r>
            <a:r>
              <a:rPr lang="en-US" sz="1400" i="0">
                <a:solidFill>
                  <a:srgbClr val="222222"/>
                </a:solidFill>
                <a:effectLst/>
                <a:latin typeface="Arial" panose="020B0604020202020204" pitchFamily="34" charset="0"/>
              </a:rPr>
              <a:t>, et al. "Six Million (Suspected) Fake Stars on GitHub: A Growing Spiral of Popularity Contests, Spam, and Malware." Proceedings of the 48th International Conference on Software Engineering (ICSE’26). 2026.</a:t>
            </a:r>
            <a:endParaRPr lang="en-US" sz="1400"/>
          </a:p>
        </p:txBody>
      </p:sp>
      <p:sp>
        <p:nvSpPr>
          <p:cNvPr id="7" name="TextBox 6">
            <a:extLst>
              <a:ext uri="{FF2B5EF4-FFF2-40B4-BE49-F238E27FC236}">
                <a16:creationId xmlns:a16="http://schemas.microsoft.com/office/drawing/2014/main" id="{E7EF0F74-FE50-B81C-2AB9-A8301E254707}"/>
              </a:ext>
            </a:extLst>
          </p:cNvPr>
          <p:cNvSpPr txBox="1"/>
          <p:nvPr/>
        </p:nvSpPr>
        <p:spPr>
          <a:xfrm>
            <a:off x="3742265" y="4671818"/>
            <a:ext cx="4975607"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Candidate Theory (The </a:t>
            </a:r>
            <a:r>
              <a:rPr lang="en-US" sz="2400" b="1">
                <a:solidFill>
                  <a:prstClr val="black"/>
                </a:solidFill>
                <a:latin typeface="Gadugi" panose="020B0502040204020203" pitchFamily="34" charset="0"/>
                <a:ea typeface="Gadugi" panose="020B0502040204020203" pitchFamily="34" charset="0"/>
              </a:rPr>
              <a:t>Myth</a:t>
            </a:r>
            <a:r>
              <a:rPr lang="en-US" sz="2400">
                <a:solidFill>
                  <a:prstClr val="black"/>
                </a:solidFill>
                <a:latin typeface="Gadugi" panose="020B0502040204020203" pitchFamily="34" charset="0"/>
                <a:ea typeface="Gadugi" panose="020B0502040204020203" pitchFamily="34" charset="0"/>
              </a:rPr>
              <a:t>)</a:t>
            </a:r>
            <a:endParaRPr lang="en-US"/>
          </a:p>
        </p:txBody>
      </p:sp>
      <p:grpSp>
        <p:nvGrpSpPr>
          <p:cNvPr id="8" name="Group 7">
            <a:extLst>
              <a:ext uri="{FF2B5EF4-FFF2-40B4-BE49-F238E27FC236}">
                <a16:creationId xmlns:a16="http://schemas.microsoft.com/office/drawing/2014/main" id="{680458BD-E086-D909-8786-B66A14E20F1D}"/>
              </a:ext>
            </a:extLst>
          </p:cNvPr>
          <p:cNvGrpSpPr/>
          <p:nvPr/>
        </p:nvGrpSpPr>
        <p:grpSpPr>
          <a:xfrm>
            <a:off x="843379" y="3414880"/>
            <a:ext cx="10142738" cy="864154"/>
            <a:chOff x="843379" y="3414880"/>
            <a:chExt cx="10142738" cy="864154"/>
          </a:xfrm>
        </p:grpSpPr>
        <p:sp>
          <p:nvSpPr>
            <p:cNvPr id="9" name="Rectangle 8">
              <a:extLst>
                <a:ext uri="{FF2B5EF4-FFF2-40B4-BE49-F238E27FC236}">
                  <a16:creationId xmlns:a16="http://schemas.microsoft.com/office/drawing/2014/main" id="{0D1EF3BF-CE91-8DBE-AD3C-96D9D91423D8}"/>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Fake GitHub Stars</a:t>
              </a:r>
            </a:p>
          </p:txBody>
        </p:sp>
        <p:sp>
          <p:nvSpPr>
            <p:cNvPr id="10" name="Rectangle 9">
              <a:extLst>
                <a:ext uri="{FF2B5EF4-FFF2-40B4-BE49-F238E27FC236}">
                  <a16:creationId xmlns:a16="http://schemas.microsoft.com/office/drawing/2014/main" id="{8912CCA3-099B-C492-ACB4-09D43BF7C600}"/>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Real GitHub Stars</a:t>
              </a:r>
            </a:p>
          </p:txBody>
        </p:sp>
        <p:cxnSp>
          <p:nvCxnSpPr>
            <p:cNvPr id="11" name="Straight Arrow Connector 10">
              <a:extLst>
                <a:ext uri="{FF2B5EF4-FFF2-40B4-BE49-F238E27FC236}">
                  <a16:creationId xmlns:a16="http://schemas.microsoft.com/office/drawing/2014/main" id="{E97E8C93-57CA-0057-1253-679B0A385DD9}"/>
                </a:ext>
              </a:extLst>
            </p:cNvPr>
            <p:cNvCxnSpPr>
              <a:cxnSpLocks/>
              <a:stCxn id="9" idx="3"/>
              <a:endCxn id="10"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8EBE27F0-F923-F2CC-55C4-DA6A32CA8B29}"/>
                </a:ext>
              </a:extLst>
            </p:cNvPr>
            <p:cNvSpPr txBox="1"/>
            <p:nvPr/>
          </p:nvSpPr>
          <p:spPr>
            <a:xfrm>
              <a:off x="5136243" y="3414880"/>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increases</a:t>
              </a:r>
              <a:endParaRPr lang="en-US"/>
            </a:p>
          </p:txBody>
        </p:sp>
      </p:grpSp>
    </p:spTree>
    <p:extLst>
      <p:ext uri="{BB962C8B-B14F-4D97-AF65-F5344CB8AC3E}">
        <p14:creationId xmlns:p14="http://schemas.microsoft.com/office/powerpoint/2010/main" val="34310441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FA79A-799B-9E5D-9DDA-9243B37ED92C}"/>
              </a:ext>
            </a:extLst>
          </p:cNvPr>
          <p:cNvSpPr>
            <a:spLocks noGrp="1"/>
          </p:cNvSpPr>
          <p:nvPr>
            <p:ph type="title"/>
          </p:nvPr>
        </p:nvSpPr>
        <p:spPr/>
        <p:txBody>
          <a:bodyPr/>
          <a:lstStyle/>
          <a:p>
            <a:r>
              <a:rPr lang="en-US"/>
              <a:t>Completed Work: The Effect of Fake GitHub Stars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BE9242B-9BCF-3511-683A-C3044BF9ED27}"/>
                  </a:ext>
                </a:extLst>
              </p:cNvPr>
              <p:cNvSpPr>
                <a:spLocks noGrp="1"/>
              </p:cNvSpPr>
              <p:nvPr>
                <p:ph idx="1"/>
              </p:nvPr>
            </p:nvSpPr>
            <p:spPr>
              <a:xfrm>
                <a:off x="326739" y="1205069"/>
                <a:ext cx="11584419" cy="5081939"/>
              </a:xfrm>
            </p:spPr>
            <p:txBody>
              <a:bodyPr>
                <a:normAutofit/>
              </a:bodyPr>
              <a:lstStyle/>
              <a:p>
                <a:r>
                  <a:rPr lang="en-US" b="1"/>
                  <a:t>Method: </a:t>
                </a:r>
                <a:r>
                  <a:rPr lang="en-US">
                    <a:solidFill>
                      <a:srgbClr val="FF0000"/>
                    </a:solidFill>
                  </a:rPr>
                  <a:t>Panel Autoregression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𝑟𝑒𝑎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𝑘</m:t>
                          </m:r>
                        </m:sup>
                        <m:e>
                          <m:r>
                            <a:rPr lang="en-US" b="0" i="1" smtClean="0">
                              <a:latin typeface="Cambria Math" panose="02040503050406030204" pitchFamily="18" charset="0"/>
                            </a:rPr>
                            <m:t>𝑟𝑒𝑎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𝑎𝑙𝑙</m:t>
                          </m:r>
                          <m:r>
                            <a:rPr lang="en-US" b="0" i="1" smtClean="0">
                              <a:latin typeface="Cambria Math" panose="02040503050406030204" pitchFamily="18" charset="0"/>
                            </a:rPr>
                            <m:t>_</m:t>
                          </m:r>
                          <m:r>
                            <a:rPr lang="en-US" b="0" i="1" smtClean="0">
                              <a:latin typeface="Cambria Math" panose="02040503050406030204" pitchFamily="18" charset="0"/>
                            </a:rPr>
                            <m:t>𝑟𝑒𝑎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𝑖</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sub>
                          </m:sSub>
                        </m:e>
                      </m:nary>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𝑘</m:t>
                          </m:r>
                        </m:sup>
                        <m:e>
                          <m:r>
                            <a:rPr lang="en-US" b="0" i="1" smtClean="0">
                              <a:latin typeface="Cambria Math" panose="02040503050406030204" pitchFamily="18" charset="0"/>
                            </a:rPr>
                            <m:t>𝑓𝑎𝑘</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e>
                      </m:nary>
                      <m:r>
                        <a:rPr lang="en-US" b="0" i="1" smtClean="0">
                          <a:latin typeface="Cambria Math" panose="02040503050406030204" pitchFamily="18" charset="0"/>
                        </a:rPr>
                        <m:t>+</m:t>
                      </m:r>
                      <m:r>
                        <a:rPr lang="en-US" b="0" i="1" smtClean="0">
                          <a:latin typeface="Cambria Math" panose="02040503050406030204" pitchFamily="18" charset="0"/>
                        </a:rPr>
                        <m:t>𝑎𝑙</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𝑓𝑎𝑘</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sub>
                          </m:sSub>
                        </m:sub>
                      </m:sSub>
                    </m:oMath>
                  </m:oMathPara>
                </a14:m>
                <a:endParaRPr lang="en-US" b="0" i="1">
                  <a:latin typeface="Cambria Math" panose="02040503050406030204" pitchFamily="18" charset="0"/>
                </a:endParaRPr>
              </a:p>
              <a:p>
                <a:pPr marL="0" indent="0">
                  <a:buNone/>
                </a:pPr>
                <a:r>
                  <a:rPr lang="en-US" b="0"/>
                  <a:t>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𝑎𝑔</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𝑟𝑒𝑙𝑒𝑎𝑠𝑒</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𝑎𝑐𝑡𝑖𝑣𝑖𝑡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oMath>
                </a14:m>
                <a:endParaRPr lang="en-US"/>
              </a:p>
              <a:p>
                <a:pPr marL="0" indent="0" algn="ctr">
                  <a:buNone/>
                </a:pPr>
                <a:r>
                  <a:rPr lang="en-US"/>
                  <a:t>(Time/Repo Fixed Effects or Random Effects)</a:t>
                </a:r>
              </a:p>
              <a:p>
                <a:r>
                  <a:rPr lang="en-US" b="1"/>
                  <a:t>Assumption (Fixed Effect): </a:t>
                </a:r>
                <a:r>
                  <a:rPr lang="en-US"/>
                  <a:t>No remaining unobserved time-varying confounders, conditional on repo fixed effects, time fixed effects, and autoregressive history</a:t>
                </a:r>
              </a:p>
              <a:p>
                <a:r>
                  <a:rPr lang="en-US" b="1"/>
                  <a:t>Alternative Explanations:</a:t>
                </a:r>
              </a:p>
              <a:p>
                <a:pPr lvl="1"/>
                <a:r>
                  <a:rPr lang="en-US"/>
                  <a:t>Fake star campaign confounds with other market blitz / launch timing</a:t>
                </a:r>
              </a:p>
            </p:txBody>
          </p:sp>
        </mc:Choice>
        <mc:Fallback>
          <p:sp>
            <p:nvSpPr>
              <p:cNvPr id="3" name="Content Placeholder 2">
                <a:extLst>
                  <a:ext uri="{FF2B5EF4-FFF2-40B4-BE49-F238E27FC236}">
                    <a16:creationId xmlns:a16="http://schemas.microsoft.com/office/drawing/2014/main" id="{5BE9242B-9BCF-3511-683A-C3044BF9ED27}"/>
                  </a:ext>
                </a:extLst>
              </p:cNvPr>
              <p:cNvSpPr>
                <a:spLocks noGrp="1" noRot="1" noChangeAspect="1" noMove="1" noResize="1" noEditPoints="1" noAdjustHandles="1" noChangeArrowheads="1" noChangeShapeType="1" noTextEdit="1"/>
              </p:cNvSpPr>
              <p:nvPr>
                <p:ph idx="1"/>
              </p:nvPr>
            </p:nvSpPr>
            <p:spPr>
              <a:xfrm>
                <a:off x="326739" y="1205069"/>
                <a:ext cx="11584419" cy="5081939"/>
              </a:xfrm>
              <a:blipFill>
                <a:blip r:embed="rId2"/>
                <a:stretch>
                  <a:fillRect l="-737" t="-240" r="-211" b="-144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FF6C921B-79BA-5FBE-CF56-5F22037765DA}"/>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2346D471-5C00-6E91-EA6F-700F491D2B43}"/>
              </a:ext>
            </a:extLst>
          </p:cNvPr>
          <p:cNvSpPr>
            <a:spLocks noGrp="1"/>
          </p:cNvSpPr>
          <p:nvPr>
            <p:ph type="sldNum" sz="quarter" idx="12"/>
          </p:nvPr>
        </p:nvSpPr>
        <p:spPr/>
        <p:txBody>
          <a:bodyPr/>
          <a:lstStyle/>
          <a:p>
            <a:fld id="{8E90A93A-CBEB-40B0-B638-E400989BEC3F}" type="slidenum">
              <a:rPr lang="zh-CN" altLang="en-US" smtClean="0"/>
              <a:pPr/>
              <a:t>25</a:t>
            </a:fld>
            <a:endParaRPr lang="zh-CN" altLang="en-US"/>
          </a:p>
        </p:txBody>
      </p:sp>
    </p:spTree>
    <p:extLst>
      <p:ext uri="{BB962C8B-B14F-4D97-AF65-F5344CB8AC3E}">
        <p14:creationId xmlns:p14="http://schemas.microsoft.com/office/powerpoint/2010/main" val="25954052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4BC57-4947-D22A-2238-898DEC35CB00}"/>
              </a:ext>
            </a:extLst>
          </p:cNvPr>
          <p:cNvSpPr>
            <a:spLocks noGrp="1"/>
          </p:cNvSpPr>
          <p:nvPr>
            <p:ph type="title"/>
          </p:nvPr>
        </p:nvSpPr>
        <p:spPr/>
        <p:txBody>
          <a:bodyPr/>
          <a:lstStyle/>
          <a:p>
            <a:r>
              <a:rPr lang="en-US"/>
              <a:t>Completed Work: The Effect of Fake GitHub Stars</a:t>
            </a:r>
          </a:p>
        </p:txBody>
      </p:sp>
      <p:sp>
        <p:nvSpPr>
          <p:cNvPr id="4" name="Footer Placeholder 3">
            <a:extLst>
              <a:ext uri="{FF2B5EF4-FFF2-40B4-BE49-F238E27FC236}">
                <a16:creationId xmlns:a16="http://schemas.microsoft.com/office/drawing/2014/main" id="{1AACE9C2-7D3A-A4B3-3EA7-8441A5E28FB7}"/>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C8FAAFDC-BBBD-A376-2618-696A534BBA37}"/>
              </a:ext>
            </a:extLst>
          </p:cNvPr>
          <p:cNvSpPr>
            <a:spLocks noGrp="1"/>
          </p:cNvSpPr>
          <p:nvPr>
            <p:ph type="sldNum" sz="quarter" idx="12"/>
          </p:nvPr>
        </p:nvSpPr>
        <p:spPr/>
        <p:txBody>
          <a:bodyPr/>
          <a:lstStyle/>
          <a:p>
            <a:fld id="{8E90A93A-CBEB-40B0-B638-E400989BEC3F}" type="slidenum">
              <a:rPr lang="zh-CN" altLang="en-US" smtClean="0"/>
              <a:pPr/>
              <a:t>26</a:t>
            </a:fld>
            <a:endParaRPr lang="zh-CN" altLang="en-US"/>
          </a:p>
        </p:txBody>
      </p:sp>
      <p:grpSp>
        <p:nvGrpSpPr>
          <p:cNvPr id="28" name="Group 27">
            <a:extLst>
              <a:ext uri="{FF2B5EF4-FFF2-40B4-BE49-F238E27FC236}">
                <a16:creationId xmlns:a16="http://schemas.microsoft.com/office/drawing/2014/main" id="{58A15F16-8B94-A94E-5B86-F365FFB2E35B}"/>
              </a:ext>
            </a:extLst>
          </p:cNvPr>
          <p:cNvGrpSpPr/>
          <p:nvPr/>
        </p:nvGrpSpPr>
        <p:grpSpPr>
          <a:xfrm>
            <a:off x="233139" y="1356063"/>
            <a:ext cx="11090903" cy="4577818"/>
            <a:chOff x="233139" y="1356063"/>
            <a:chExt cx="11090903" cy="4577818"/>
          </a:xfrm>
        </p:grpSpPr>
        <p:sp>
          <p:nvSpPr>
            <p:cNvPr id="6" name="TextBox 5">
              <a:extLst>
                <a:ext uri="{FF2B5EF4-FFF2-40B4-BE49-F238E27FC236}">
                  <a16:creationId xmlns:a16="http://schemas.microsoft.com/office/drawing/2014/main" id="{47AA572C-9F98-9B8F-ED85-638548932409}"/>
                </a:ext>
              </a:extLst>
            </p:cNvPr>
            <p:cNvSpPr txBox="1"/>
            <p:nvPr/>
          </p:nvSpPr>
          <p:spPr>
            <a:xfrm>
              <a:off x="6348435" y="5472216"/>
              <a:ext cx="4975607" cy="461665"/>
            </a:xfrm>
            <a:prstGeom prst="rect">
              <a:avLst/>
            </a:prstGeom>
            <a:noFill/>
          </p:spPr>
          <p:txBody>
            <a:bodyPr wrap="square">
              <a:spAutoFit/>
            </a:bodyPr>
            <a:lstStyle/>
            <a:p>
              <a:pPr algn="ctr"/>
              <a:r>
                <a:rPr lang="zh-CN" altLang="en-US" sz="2400" b="1">
                  <a:solidFill>
                    <a:schemeClr val="accent6">
                      <a:lumMod val="75000"/>
                    </a:schemeClr>
                  </a:solidFill>
                  <a:latin typeface="Gadugi" panose="020B0502040204020203" pitchFamily="34" charset="0"/>
                  <a:ea typeface="Gadugi" panose="020B0502040204020203" pitchFamily="34" charset="0"/>
                </a:rPr>
                <a:t>√</a:t>
              </a:r>
              <a:r>
                <a:rPr lang="en-US" altLang="zh-CN" sz="2400" b="1">
                  <a:solidFill>
                    <a:schemeClr val="accent6">
                      <a:lumMod val="75000"/>
                    </a:schemeClr>
                  </a:solidFill>
                  <a:latin typeface="Gadugi" panose="020B0502040204020203" pitchFamily="34" charset="0"/>
                  <a:ea typeface="Gadugi" panose="020B0502040204020203" pitchFamily="34" charset="0"/>
                </a:rPr>
                <a:t>(supported) </a:t>
              </a:r>
              <a:r>
                <a:rPr lang="en-US" sz="2400">
                  <a:solidFill>
                    <a:prstClr val="black"/>
                  </a:solidFill>
                  <a:latin typeface="Gadugi" panose="020B0502040204020203" pitchFamily="34" charset="0"/>
                  <a:ea typeface="Gadugi" panose="020B0502040204020203" pitchFamily="34" charset="0"/>
                </a:rPr>
                <a:t>Alternative Theory</a:t>
              </a:r>
              <a:endParaRPr lang="en-US" sz="2400"/>
            </a:p>
          </p:txBody>
        </p:sp>
        <p:grpSp>
          <p:nvGrpSpPr>
            <p:cNvPr id="7" name="Group 6">
              <a:extLst>
                <a:ext uri="{FF2B5EF4-FFF2-40B4-BE49-F238E27FC236}">
                  <a16:creationId xmlns:a16="http://schemas.microsoft.com/office/drawing/2014/main" id="{857E936A-55C2-91F3-67C5-DED2483AD054}"/>
                </a:ext>
              </a:extLst>
            </p:cNvPr>
            <p:cNvGrpSpPr/>
            <p:nvPr/>
          </p:nvGrpSpPr>
          <p:grpSpPr>
            <a:xfrm>
              <a:off x="6828407" y="1581697"/>
              <a:ext cx="4015667" cy="2119747"/>
              <a:chOff x="7365506" y="1808078"/>
              <a:chExt cx="4015667" cy="2119747"/>
            </a:xfrm>
          </p:grpSpPr>
          <p:sp>
            <p:nvSpPr>
              <p:cNvPr id="8" name="Rectangle 7">
                <a:extLst>
                  <a:ext uri="{FF2B5EF4-FFF2-40B4-BE49-F238E27FC236}">
                    <a16:creationId xmlns:a16="http://schemas.microsoft.com/office/drawing/2014/main" id="{5E943D51-1D44-5702-B15D-1510E027942D}"/>
                  </a:ext>
                </a:extLst>
              </p:cNvPr>
              <p:cNvSpPr/>
              <p:nvPr/>
            </p:nvSpPr>
            <p:spPr>
              <a:xfrm>
                <a:off x="7365506" y="1808078"/>
                <a:ext cx="4015665"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Fake GitHub Stars</a:t>
                </a:r>
              </a:p>
            </p:txBody>
          </p:sp>
          <p:sp>
            <p:nvSpPr>
              <p:cNvPr id="9" name="Rectangle 8">
                <a:extLst>
                  <a:ext uri="{FF2B5EF4-FFF2-40B4-BE49-F238E27FC236}">
                    <a16:creationId xmlns:a16="http://schemas.microsoft.com/office/drawing/2014/main" id="{E1594C11-1F4C-F526-98DB-1045F939C047}"/>
                  </a:ext>
                </a:extLst>
              </p:cNvPr>
              <p:cNvSpPr/>
              <p:nvPr/>
            </p:nvSpPr>
            <p:spPr>
              <a:xfrm>
                <a:off x="7365507" y="3231235"/>
                <a:ext cx="4015666"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Short Term Real Stars</a:t>
                </a:r>
              </a:p>
            </p:txBody>
          </p:sp>
          <p:cxnSp>
            <p:nvCxnSpPr>
              <p:cNvPr id="10" name="Straight Arrow Connector 9">
                <a:extLst>
                  <a:ext uri="{FF2B5EF4-FFF2-40B4-BE49-F238E27FC236}">
                    <a16:creationId xmlns:a16="http://schemas.microsoft.com/office/drawing/2014/main" id="{CD2587D0-3EFC-CC70-09B4-11E4CFCE1768}"/>
                  </a:ext>
                </a:extLst>
              </p:cNvPr>
              <p:cNvCxnSpPr>
                <a:cxnSpLocks/>
                <a:stCxn id="8" idx="2"/>
                <a:endCxn id="9" idx="0"/>
              </p:cNvCxnSpPr>
              <p:nvPr/>
            </p:nvCxnSpPr>
            <p:spPr>
              <a:xfrm>
                <a:off x="9373339" y="2504668"/>
                <a:ext cx="1" cy="72656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FC18B849-3040-5718-21C5-138065722CD2}"/>
                  </a:ext>
                </a:extLst>
              </p:cNvPr>
              <p:cNvSpPr txBox="1"/>
              <p:nvPr/>
            </p:nvSpPr>
            <p:spPr>
              <a:xfrm>
                <a:off x="9373338" y="2637118"/>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increases</a:t>
                </a:r>
                <a:endParaRPr lang="en-US"/>
              </a:p>
            </p:txBody>
          </p:sp>
        </p:grpSp>
        <p:sp>
          <p:nvSpPr>
            <p:cNvPr id="20" name="Rectangle 19">
              <a:extLst>
                <a:ext uri="{FF2B5EF4-FFF2-40B4-BE49-F238E27FC236}">
                  <a16:creationId xmlns:a16="http://schemas.microsoft.com/office/drawing/2014/main" id="{ABBD86B9-2F1E-91D4-5541-F05720CA0DE4}"/>
                </a:ext>
              </a:extLst>
            </p:cNvPr>
            <p:cNvSpPr/>
            <p:nvPr/>
          </p:nvSpPr>
          <p:spPr>
            <a:xfrm>
              <a:off x="6828407" y="4297636"/>
              <a:ext cx="4015666"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Long Term Real Stars</a:t>
              </a:r>
            </a:p>
          </p:txBody>
        </p:sp>
        <p:cxnSp>
          <p:nvCxnSpPr>
            <p:cNvPr id="22" name="Connector: Elbow 21">
              <a:extLst>
                <a:ext uri="{FF2B5EF4-FFF2-40B4-BE49-F238E27FC236}">
                  <a16:creationId xmlns:a16="http://schemas.microsoft.com/office/drawing/2014/main" id="{88506096-DF24-BD2D-E6DE-B71C4BDCF901}"/>
                </a:ext>
              </a:extLst>
            </p:cNvPr>
            <p:cNvCxnSpPr>
              <a:stCxn id="8" idx="1"/>
              <a:endCxn id="20" idx="1"/>
            </p:cNvCxnSpPr>
            <p:nvPr/>
          </p:nvCxnSpPr>
          <p:spPr>
            <a:xfrm rot="10800000" flipV="1">
              <a:off x="6828407" y="1929991"/>
              <a:ext cx="12700" cy="2715939"/>
            </a:xfrm>
            <a:prstGeom prst="bentConnector3">
              <a:avLst>
                <a:gd name="adj1" fmla="val 1800000"/>
              </a:avLst>
            </a:prstGeom>
            <a:ln w="28575">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F999836A-725B-81B6-48E1-70EBD6B15C29}"/>
                </a:ext>
              </a:extLst>
            </p:cNvPr>
            <p:cNvSpPr txBox="1"/>
            <p:nvPr/>
          </p:nvSpPr>
          <p:spPr>
            <a:xfrm rot="16200000">
              <a:off x="5463287" y="3110022"/>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decreases</a:t>
              </a:r>
              <a:endParaRPr lang="en-US"/>
            </a:p>
          </p:txBody>
        </p:sp>
        <p:pic>
          <p:nvPicPr>
            <p:cNvPr id="27" name="Picture 26">
              <a:extLst>
                <a:ext uri="{FF2B5EF4-FFF2-40B4-BE49-F238E27FC236}">
                  <a16:creationId xmlns:a16="http://schemas.microsoft.com/office/drawing/2014/main" id="{68CD167C-F93C-E2E1-0E9E-33878D39CD4A}"/>
                </a:ext>
              </a:extLst>
            </p:cNvPr>
            <p:cNvPicPr>
              <a:picLocks noChangeAspect="1"/>
            </p:cNvPicPr>
            <p:nvPr/>
          </p:nvPicPr>
          <p:blipFill>
            <a:blip r:embed="rId2"/>
            <a:stretch>
              <a:fillRect/>
            </a:stretch>
          </p:blipFill>
          <p:spPr>
            <a:xfrm>
              <a:off x="233139" y="1356063"/>
              <a:ext cx="5657810" cy="4497438"/>
            </a:xfrm>
            <a:prstGeom prst="rect">
              <a:avLst/>
            </a:prstGeom>
          </p:spPr>
        </p:pic>
      </p:grpSp>
    </p:spTree>
    <p:extLst>
      <p:ext uri="{BB962C8B-B14F-4D97-AF65-F5344CB8AC3E}">
        <p14:creationId xmlns:p14="http://schemas.microsoft.com/office/powerpoint/2010/main" val="568415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C7BDA-E862-61A3-A38F-E9F1BDCEE337}"/>
              </a:ext>
            </a:extLst>
          </p:cNvPr>
          <p:cNvSpPr>
            <a:spLocks noGrp="1"/>
          </p:cNvSpPr>
          <p:nvPr>
            <p:ph type="title"/>
          </p:nvPr>
        </p:nvSpPr>
        <p:spPr/>
        <p:txBody>
          <a:bodyPr/>
          <a:lstStyle/>
          <a:p>
            <a:r>
              <a:rPr lang="en-US"/>
              <a:t>Completed Work: The Impact of Cursor AI Adoption</a:t>
            </a:r>
          </a:p>
        </p:txBody>
      </p:sp>
      <p:sp>
        <p:nvSpPr>
          <p:cNvPr id="3" name="Content Placeholder 2">
            <a:extLst>
              <a:ext uri="{FF2B5EF4-FFF2-40B4-BE49-F238E27FC236}">
                <a16:creationId xmlns:a16="http://schemas.microsoft.com/office/drawing/2014/main" id="{13C9DF4F-88BC-489A-6847-53A9CBE9661D}"/>
              </a:ext>
            </a:extLst>
          </p:cNvPr>
          <p:cNvSpPr>
            <a:spLocks noGrp="1"/>
          </p:cNvSpPr>
          <p:nvPr>
            <p:ph idx="1"/>
          </p:nvPr>
        </p:nvSpPr>
        <p:spPr/>
        <p:txBody>
          <a:bodyPr/>
          <a:lstStyle/>
          <a:p>
            <a:r>
              <a:rPr lang="en-US" b="1"/>
              <a:t>Research Question: </a:t>
            </a:r>
            <a:r>
              <a:rPr lang="en-US"/>
              <a:t>Does Cursor bring sustained productivity benefits to software development (as measured by development velocity and software quality)?</a:t>
            </a:r>
          </a:p>
        </p:txBody>
      </p:sp>
      <p:sp>
        <p:nvSpPr>
          <p:cNvPr id="4" name="Footer Placeholder 3">
            <a:extLst>
              <a:ext uri="{FF2B5EF4-FFF2-40B4-BE49-F238E27FC236}">
                <a16:creationId xmlns:a16="http://schemas.microsoft.com/office/drawing/2014/main" id="{EC345BE9-9F1C-A123-4F1B-96C28AC2EB29}"/>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D20818DC-0441-EBE3-A163-4DDE6CFCE7E3}"/>
              </a:ext>
            </a:extLst>
          </p:cNvPr>
          <p:cNvSpPr>
            <a:spLocks noGrp="1"/>
          </p:cNvSpPr>
          <p:nvPr>
            <p:ph type="sldNum" sz="quarter" idx="12"/>
          </p:nvPr>
        </p:nvSpPr>
        <p:spPr/>
        <p:txBody>
          <a:bodyPr/>
          <a:lstStyle/>
          <a:p>
            <a:fld id="{8E90A93A-CBEB-40B0-B638-E400989BEC3F}" type="slidenum">
              <a:rPr lang="zh-CN" altLang="en-US" smtClean="0"/>
              <a:pPr/>
              <a:t>27</a:t>
            </a:fld>
            <a:endParaRPr lang="zh-CN" altLang="en-US"/>
          </a:p>
        </p:txBody>
      </p:sp>
      <p:sp>
        <p:nvSpPr>
          <p:cNvPr id="6" name="TextBox 5">
            <a:extLst>
              <a:ext uri="{FF2B5EF4-FFF2-40B4-BE49-F238E27FC236}">
                <a16:creationId xmlns:a16="http://schemas.microsoft.com/office/drawing/2014/main" id="{2745DED5-63F3-E87C-4F79-CB97434636B3}"/>
              </a:ext>
            </a:extLst>
          </p:cNvPr>
          <p:cNvSpPr txBox="1"/>
          <p:nvPr/>
        </p:nvSpPr>
        <p:spPr>
          <a:xfrm>
            <a:off x="362091" y="5862508"/>
            <a:ext cx="11502131" cy="523220"/>
          </a:xfrm>
          <a:prstGeom prst="rect">
            <a:avLst/>
          </a:prstGeom>
          <a:noFill/>
        </p:spPr>
        <p:txBody>
          <a:bodyPr wrap="square">
            <a:spAutoFit/>
          </a:bodyPr>
          <a:lstStyle/>
          <a:p>
            <a:r>
              <a:rPr lang="en-US" sz="1400" b="1" i="0">
                <a:solidFill>
                  <a:srgbClr val="222222"/>
                </a:solidFill>
                <a:effectLst/>
                <a:latin typeface="Arial" panose="020B0604020202020204" pitchFamily="34" charset="0"/>
              </a:rPr>
              <a:t>He, Hao</a:t>
            </a:r>
            <a:r>
              <a:rPr lang="en-US" sz="1400" i="0">
                <a:solidFill>
                  <a:srgbClr val="222222"/>
                </a:solidFill>
                <a:effectLst/>
                <a:latin typeface="Arial" panose="020B0604020202020204" pitchFamily="34" charset="0"/>
              </a:rPr>
              <a:t>, et al. "Speed at the Cost of Quality: How Cursor AI Increases Short-Term Velocity and Long-Term Complexity in Open-Source Projects." </a:t>
            </a:r>
            <a:r>
              <a:rPr lang="en-US" sz="1400" i="0" err="1">
                <a:solidFill>
                  <a:srgbClr val="222222"/>
                </a:solidFill>
                <a:effectLst/>
                <a:latin typeface="Arial" panose="020B0604020202020204" pitchFamily="34" charset="0"/>
              </a:rPr>
              <a:t>arXiv</a:t>
            </a:r>
            <a:r>
              <a:rPr lang="en-US" sz="1400" i="0">
                <a:solidFill>
                  <a:srgbClr val="222222"/>
                </a:solidFill>
                <a:effectLst/>
                <a:latin typeface="Arial" panose="020B0604020202020204" pitchFamily="34" charset="0"/>
              </a:rPr>
              <a:t> preprint arXiv:2511.04427 (2025). To appear in the 2026 23rd International Conference on Mining Software Repositories.</a:t>
            </a:r>
            <a:endParaRPr lang="en-US" sz="1400"/>
          </a:p>
        </p:txBody>
      </p:sp>
      <p:sp>
        <p:nvSpPr>
          <p:cNvPr id="12" name="TextBox 11">
            <a:extLst>
              <a:ext uri="{FF2B5EF4-FFF2-40B4-BE49-F238E27FC236}">
                <a16:creationId xmlns:a16="http://schemas.microsoft.com/office/drawing/2014/main" id="{4C74220F-CAB7-1D46-68D0-B0C9F8CDCD49}"/>
              </a:ext>
            </a:extLst>
          </p:cNvPr>
          <p:cNvSpPr txBox="1"/>
          <p:nvPr/>
        </p:nvSpPr>
        <p:spPr>
          <a:xfrm>
            <a:off x="3742265" y="4761929"/>
            <a:ext cx="4975607"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Candidate Theory (The Myth)</a:t>
            </a:r>
            <a:endParaRPr lang="en-US"/>
          </a:p>
        </p:txBody>
      </p:sp>
      <p:grpSp>
        <p:nvGrpSpPr>
          <p:cNvPr id="18" name="Group 17">
            <a:extLst>
              <a:ext uri="{FF2B5EF4-FFF2-40B4-BE49-F238E27FC236}">
                <a16:creationId xmlns:a16="http://schemas.microsoft.com/office/drawing/2014/main" id="{40F06DCE-0EE7-5B3E-7122-4FBAB57C573F}"/>
              </a:ext>
            </a:extLst>
          </p:cNvPr>
          <p:cNvGrpSpPr/>
          <p:nvPr/>
        </p:nvGrpSpPr>
        <p:grpSpPr>
          <a:xfrm>
            <a:off x="896645" y="2793443"/>
            <a:ext cx="10142738" cy="1761649"/>
            <a:chOff x="896645" y="2793443"/>
            <a:chExt cx="10142738" cy="1761649"/>
          </a:xfrm>
        </p:grpSpPr>
        <p:grpSp>
          <p:nvGrpSpPr>
            <p:cNvPr id="7" name="Group 6">
              <a:extLst>
                <a:ext uri="{FF2B5EF4-FFF2-40B4-BE49-F238E27FC236}">
                  <a16:creationId xmlns:a16="http://schemas.microsoft.com/office/drawing/2014/main" id="{3C0397CC-583E-DC86-8A98-28B1C15C86ED}"/>
                </a:ext>
              </a:extLst>
            </p:cNvPr>
            <p:cNvGrpSpPr/>
            <p:nvPr/>
          </p:nvGrpSpPr>
          <p:grpSpPr>
            <a:xfrm>
              <a:off x="896645" y="2793443"/>
              <a:ext cx="10142738" cy="864154"/>
              <a:chOff x="843379" y="3414880"/>
              <a:chExt cx="10142738" cy="864154"/>
            </a:xfrm>
          </p:grpSpPr>
          <p:sp>
            <p:nvSpPr>
              <p:cNvPr id="8" name="Rectangle 7">
                <a:extLst>
                  <a:ext uri="{FF2B5EF4-FFF2-40B4-BE49-F238E27FC236}">
                    <a16:creationId xmlns:a16="http://schemas.microsoft.com/office/drawing/2014/main" id="{46223A28-5122-62AE-3AE9-4F4395554278}"/>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Cursor AI</a:t>
                </a:r>
                <a:endParaRPr lang="en-US" sz="2400">
                  <a:latin typeface="Gadugi" panose="020B0502040204020203" pitchFamily="34" charset="0"/>
                  <a:ea typeface="Gadugi" panose="020B0502040204020203" pitchFamily="34" charset="0"/>
                </a:endParaRPr>
              </a:p>
            </p:txBody>
          </p:sp>
          <p:sp>
            <p:nvSpPr>
              <p:cNvPr id="9" name="Rectangle 8">
                <a:extLst>
                  <a:ext uri="{FF2B5EF4-FFF2-40B4-BE49-F238E27FC236}">
                    <a16:creationId xmlns:a16="http://schemas.microsoft.com/office/drawing/2014/main" id="{1943A1EB-6F5C-470E-1AF9-4F5D2EDD7DC6}"/>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Development Velocity</a:t>
                </a:r>
              </a:p>
            </p:txBody>
          </p:sp>
          <p:cxnSp>
            <p:nvCxnSpPr>
              <p:cNvPr id="10" name="Straight Arrow Connector 9">
                <a:extLst>
                  <a:ext uri="{FF2B5EF4-FFF2-40B4-BE49-F238E27FC236}">
                    <a16:creationId xmlns:a16="http://schemas.microsoft.com/office/drawing/2014/main" id="{A8221961-9A50-271D-2B10-08E6A7274FD1}"/>
                  </a:ext>
                </a:extLst>
              </p:cNvPr>
              <p:cNvCxnSpPr>
                <a:cxnSpLocks/>
                <a:stCxn id="8" idx="3"/>
                <a:endCxn id="9"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7870D22E-25E5-B9B0-61DB-38EA1268EB8A}"/>
                  </a:ext>
                </a:extLst>
              </p:cNvPr>
              <p:cNvSpPr txBox="1"/>
              <p:nvPr/>
            </p:nvSpPr>
            <p:spPr>
              <a:xfrm>
                <a:off x="5136243" y="3414880"/>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increases</a:t>
                </a:r>
                <a:endParaRPr lang="en-US"/>
              </a:p>
            </p:txBody>
          </p:sp>
        </p:grpSp>
        <p:grpSp>
          <p:nvGrpSpPr>
            <p:cNvPr id="13" name="Group 12">
              <a:extLst>
                <a:ext uri="{FF2B5EF4-FFF2-40B4-BE49-F238E27FC236}">
                  <a16:creationId xmlns:a16="http://schemas.microsoft.com/office/drawing/2014/main" id="{D05649E5-8D0E-E2DE-9D20-89C26908E478}"/>
                </a:ext>
              </a:extLst>
            </p:cNvPr>
            <p:cNvGrpSpPr/>
            <p:nvPr/>
          </p:nvGrpSpPr>
          <p:grpSpPr>
            <a:xfrm>
              <a:off x="896645" y="3690938"/>
              <a:ext cx="10142738" cy="864154"/>
              <a:chOff x="843379" y="3414880"/>
              <a:chExt cx="10142738" cy="864154"/>
            </a:xfrm>
          </p:grpSpPr>
          <p:sp>
            <p:nvSpPr>
              <p:cNvPr id="14" name="Rectangle 13">
                <a:extLst>
                  <a:ext uri="{FF2B5EF4-FFF2-40B4-BE49-F238E27FC236}">
                    <a16:creationId xmlns:a16="http://schemas.microsoft.com/office/drawing/2014/main" id="{95513809-050B-FBA1-10A7-4CCD7C0F8133}"/>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Cursor AI</a:t>
                </a:r>
                <a:endParaRPr lang="en-US" sz="2400">
                  <a:latin typeface="Gadugi" panose="020B0502040204020203" pitchFamily="34" charset="0"/>
                  <a:ea typeface="Gadugi" panose="020B0502040204020203" pitchFamily="34" charset="0"/>
                </a:endParaRPr>
              </a:p>
            </p:txBody>
          </p:sp>
          <p:sp>
            <p:nvSpPr>
              <p:cNvPr id="15" name="Rectangle 14">
                <a:extLst>
                  <a:ext uri="{FF2B5EF4-FFF2-40B4-BE49-F238E27FC236}">
                    <a16:creationId xmlns:a16="http://schemas.microsoft.com/office/drawing/2014/main" id="{F32C2C40-75B2-5291-5CAA-2EA6E7387922}"/>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Software Quality</a:t>
                </a:r>
              </a:p>
            </p:txBody>
          </p:sp>
          <p:cxnSp>
            <p:nvCxnSpPr>
              <p:cNvPr id="16" name="Straight Arrow Connector 15">
                <a:extLst>
                  <a:ext uri="{FF2B5EF4-FFF2-40B4-BE49-F238E27FC236}">
                    <a16:creationId xmlns:a16="http://schemas.microsoft.com/office/drawing/2014/main" id="{BCF42AF8-BF07-AB62-D17B-B66BD017477F}"/>
                  </a:ext>
                </a:extLst>
              </p:cNvPr>
              <p:cNvCxnSpPr>
                <a:cxnSpLocks/>
                <a:stCxn id="14" idx="3"/>
                <a:endCxn id="15"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4C88C751-6F62-FB0D-6C01-4B14713B7B02}"/>
                  </a:ext>
                </a:extLst>
              </p:cNvPr>
              <p:cNvSpPr txBox="1"/>
              <p:nvPr/>
            </p:nvSpPr>
            <p:spPr>
              <a:xfrm>
                <a:off x="5136243" y="3414880"/>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increases</a:t>
                </a:r>
                <a:endParaRPr lang="en-US"/>
              </a:p>
            </p:txBody>
          </p:sp>
        </p:grpSp>
      </p:grpSp>
    </p:spTree>
    <p:extLst>
      <p:ext uri="{BB962C8B-B14F-4D97-AF65-F5344CB8AC3E}">
        <p14:creationId xmlns:p14="http://schemas.microsoft.com/office/powerpoint/2010/main" val="6640227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7B9E1-20A2-00B9-26ED-38DF3B9583E8}"/>
              </a:ext>
            </a:extLst>
          </p:cNvPr>
          <p:cNvSpPr>
            <a:spLocks noGrp="1"/>
          </p:cNvSpPr>
          <p:nvPr>
            <p:ph type="title"/>
          </p:nvPr>
        </p:nvSpPr>
        <p:spPr/>
        <p:txBody>
          <a:bodyPr/>
          <a:lstStyle/>
          <a:p>
            <a:r>
              <a:rPr lang="en-US"/>
              <a:t>Completed Work: The Impact of Cursor AI Adoption</a:t>
            </a:r>
          </a:p>
        </p:txBody>
      </p:sp>
      <p:sp>
        <p:nvSpPr>
          <p:cNvPr id="3" name="Content Placeholder 2">
            <a:extLst>
              <a:ext uri="{FF2B5EF4-FFF2-40B4-BE49-F238E27FC236}">
                <a16:creationId xmlns:a16="http://schemas.microsoft.com/office/drawing/2014/main" id="{2BB75F9C-C506-9E42-EEE4-F74A871A1841}"/>
              </a:ext>
            </a:extLst>
          </p:cNvPr>
          <p:cNvSpPr>
            <a:spLocks noGrp="1"/>
          </p:cNvSpPr>
          <p:nvPr>
            <p:ph idx="1"/>
          </p:nvPr>
        </p:nvSpPr>
        <p:spPr/>
        <p:txBody>
          <a:bodyPr/>
          <a:lstStyle/>
          <a:p>
            <a:r>
              <a:rPr lang="en-US" b="1"/>
              <a:t>Method: </a:t>
            </a:r>
            <a:r>
              <a:rPr lang="en-US"/>
              <a:t>Propensity Score Matching + Staggered Difference-in-Differences</a:t>
            </a:r>
          </a:p>
          <a:p>
            <a:r>
              <a:rPr lang="en-US" altLang="zh-CN" b="1"/>
              <a:t>Assumption for Causal Interpretation:</a:t>
            </a:r>
          </a:p>
          <a:p>
            <a:pPr lvl="1"/>
            <a:r>
              <a:rPr lang="en-US"/>
              <a:t>(</a:t>
            </a:r>
            <a:r>
              <a:rPr lang="en-US">
                <a:solidFill>
                  <a:srgbClr val="FF0000"/>
                </a:solidFill>
              </a:rPr>
              <a:t>Parallel Trend</a:t>
            </a:r>
            <a:r>
              <a:rPr lang="en-US"/>
              <a:t>) The treatment group and the control group would on average evolve similarly in outcome should the treatment (i.e., Cursor) never happened</a:t>
            </a:r>
          </a:p>
          <a:p>
            <a:r>
              <a:rPr lang="en-US" b="1"/>
              <a:t>Alternative Explanations:</a:t>
            </a:r>
          </a:p>
          <a:p>
            <a:pPr lvl="1"/>
            <a:r>
              <a:rPr lang="en-US"/>
              <a:t>(Selection Bias) The two groups are different =&gt; matching + pre-trend tests</a:t>
            </a:r>
          </a:p>
          <a:p>
            <a:pPr lvl="1"/>
            <a:r>
              <a:rPr lang="en-US"/>
              <a:t>(Sustainability Issues) Developers abandon the project =&gt; Robustness </a:t>
            </a:r>
            <a:r>
              <a:rPr lang="en-US" altLang="zh-CN"/>
              <a:t>checks</a:t>
            </a:r>
            <a:endParaRPr lang="en-US"/>
          </a:p>
          <a:p>
            <a:pPr lvl="1"/>
            <a:r>
              <a:rPr lang="en-US"/>
              <a:t>(Non-compliance) Developers stop using Cursor =&gt; </a:t>
            </a:r>
            <a:r>
              <a:rPr lang="en-US" altLang="zh-CN"/>
              <a:t>Robustness checks</a:t>
            </a:r>
          </a:p>
          <a:p>
            <a:pPr lvl="1"/>
            <a:r>
              <a:rPr lang="en-US"/>
              <a:t>(Dataset Pollution) Presence of other AI tools =&gt; Robustness checks</a:t>
            </a:r>
          </a:p>
        </p:txBody>
      </p:sp>
      <p:sp>
        <p:nvSpPr>
          <p:cNvPr id="4" name="Footer Placeholder 3">
            <a:extLst>
              <a:ext uri="{FF2B5EF4-FFF2-40B4-BE49-F238E27FC236}">
                <a16:creationId xmlns:a16="http://schemas.microsoft.com/office/drawing/2014/main" id="{23111AC0-EF34-7FD0-5C62-08ED1D083440}"/>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44D3D366-E4F1-11E6-3CEB-D8C8CDD3AFE5}"/>
              </a:ext>
            </a:extLst>
          </p:cNvPr>
          <p:cNvSpPr>
            <a:spLocks noGrp="1"/>
          </p:cNvSpPr>
          <p:nvPr>
            <p:ph type="sldNum" sz="quarter" idx="12"/>
          </p:nvPr>
        </p:nvSpPr>
        <p:spPr/>
        <p:txBody>
          <a:bodyPr/>
          <a:lstStyle/>
          <a:p>
            <a:fld id="{8E90A93A-CBEB-40B0-B638-E400989BEC3F}" type="slidenum">
              <a:rPr lang="zh-CN" altLang="en-US" smtClean="0"/>
              <a:pPr/>
              <a:t>28</a:t>
            </a:fld>
            <a:endParaRPr lang="zh-CN" altLang="en-US"/>
          </a:p>
        </p:txBody>
      </p:sp>
    </p:spTree>
    <p:extLst>
      <p:ext uri="{BB962C8B-B14F-4D97-AF65-F5344CB8AC3E}">
        <p14:creationId xmlns:p14="http://schemas.microsoft.com/office/powerpoint/2010/main" val="21729486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925FE-B866-2C64-A3F8-5336E59D1257}"/>
              </a:ext>
            </a:extLst>
          </p:cNvPr>
          <p:cNvSpPr>
            <a:spLocks noGrp="1"/>
          </p:cNvSpPr>
          <p:nvPr>
            <p:ph type="title"/>
          </p:nvPr>
        </p:nvSpPr>
        <p:spPr/>
        <p:txBody>
          <a:bodyPr/>
          <a:lstStyle/>
          <a:p>
            <a:r>
              <a:rPr lang="en-US"/>
              <a:t>Completed Work: The Impact of Cursor AI Adoption</a:t>
            </a:r>
          </a:p>
        </p:txBody>
      </p:sp>
      <p:sp>
        <p:nvSpPr>
          <p:cNvPr id="4" name="Footer Placeholder 3">
            <a:extLst>
              <a:ext uri="{FF2B5EF4-FFF2-40B4-BE49-F238E27FC236}">
                <a16:creationId xmlns:a16="http://schemas.microsoft.com/office/drawing/2014/main" id="{2696AF20-5B8C-0CBF-69D9-D39A8F428AA0}"/>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3D6AEA0C-0755-5992-8AEC-9202F05167A8}"/>
              </a:ext>
            </a:extLst>
          </p:cNvPr>
          <p:cNvSpPr>
            <a:spLocks noGrp="1"/>
          </p:cNvSpPr>
          <p:nvPr>
            <p:ph type="sldNum" sz="quarter" idx="12"/>
          </p:nvPr>
        </p:nvSpPr>
        <p:spPr/>
        <p:txBody>
          <a:bodyPr/>
          <a:lstStyle/>
          <a:p>
            <a:fld id="{8E90A93A-CBEB-40B0-B638-E400989BEC3F}" type="slidenum">
              <a:rPr lang="zh-CN" altLang="en-US" smtClean="0"/>
              <a:pPr/>
              <a:t>29</a:t>
            </a:fld>
            <a:endParaRPr lang="zh-CN" altLang="en-US"/>
          </a:p>
        </p:txBody>
      </p:sp>
      <p:sp>
        <p:nvSpPr>
          <p:cNvPr id="19" name="TextBox 18">
            <a:extLst>
              <a:ext uri="{FF2B5EF4-FFF2-40B4-BE49-F238E27FC236}">
                <a16:creationId xmlns:a16="http://schemas.microsoft.com/office/drawing/2014/main" id="{31285E87-9D65-102C-231F-305C9B67FACE}"/>
              </a:ext>
            </a:extLst>
          </p:cNvPr>
          <p:cNvSpPr txBox="1"/>
          <p:nvPr/>
        </p:nvSpPr>
        <p:spPr>
          <a:xfrm>
            <a:off x="3047630" y="5771651"/>
            <a:ext cx="6096740" cy="400110"/>
          </a:xfrm>
          <a:prstGeom prst="rect">
            <a:avLst/>
          </a:prstGeom>
          <a:noFill/>
        </p:spPr>
        <p:txBody>
          <a:bodyPr wrap="square">
            <a:spAutoFit/>
          </a:bodyPr>
          <a:lstStyle/>
          <a:p>
            <a:pPr algn="ctr"/>
            <a:r>
              <a:rPr lang="en-US" altLang="zh-CN" sz="2000" b="1">
                <a:solidFill>
                  <a:srgbClr val="FF0000"/>
                </a:solidFill>
                <a:latin typeface="Gadugi" panose="020B0502040204020203" pitchFamily="34" charset="0"/>
                <a:ea typeface="Gadugi" panose="020B0502040204020203" pitchFamily="34" charset="0"/>
              </a:rPr>
              <a:t>×(dispelled) </a:t>
            </a:r>
            <a:r>
              <a:rPr lang="en-US" sz="2000">
                <a:solidFill>
                  <a:prstClr val="black"/>
                </a:solidFill>
                <a:latin typeface="Gadugi" panose="020B0502040204020203" pitchFamily="34" charset="0"/>
                <a:ea typeface="Gadugi" panose="020B0502040204020203" pitchFamily="34" charset="0"/>
              </a:rPr>
              <a:t>Candidate Theory (The Myth)</a:t>
            </a:r>
            <a:endParaRPr lang="en-US" sz="2000"/>
          </a:p>
        </p:txBody>
      </p:sp>
      <p:pic>
        <p:nvPicPr>
          <p:cNvPr id="21" name="Picture 20">
            <a:extLst>
              <a:ext uri="{FF2B5EF4-FFF2-40B4-BE49-F238E27FC236}">
                <a16:creationId xmlns:a16="http://schemas.microsoft.com/office/drawing/2014/main" id="{FEFAD496-B28E-4553-A37C-73812255C448}"/>
              </a:ext>
            </a:extLst>
          </p:cNvPr>
          <p:cNvPicPr>
            <a:picLocks noChangeAspect="1"/>
          </p:cNvPicPr>
          <p:nvPr/>
        </p:nvPicPr>
        <p:blipFill>
          <a:blip r:embed="rId2"/>
          <a:stretch>
            <a:fillRect/>
          </a:stretch>
        </p:blipFill>
        <p:spPr>
          <a:xfrm>
            <a:off x="1529271" y="1404576"/>
            <a:ext cx="9312676" cy="2170148"/>
          </a:xfrm>
          <a:prstGeom prst="rect">
            <a:avLst/>
          </a:prstGeom>
        </p:spPr>
      </p:pic>
      <p:grpSp>
        <p:nvGrpSpPr>
          <p:cNvPr id="3" name="Group 2">
            <a:extLst>
              <a:ext uri="{FF2B5EF4-FFF2-40B4-BE49-F238E27FC236}">
                <a16:creationId xmlns:a16="http://schemas.microsoft.com/office/drawing/2014/main" id="{BF2D5B6F-CEA7-1F48-4B94-DF3150C41F4F}"/>
              </a:ext>
            </a:extLst>
          </p:cNvPr>
          <p:cNvGrpSpPr/>
          <p:nvPr/>
        </p:nvGrpSpPr>
        <p:grpSpPr>
          <a:xfrm>
            <a:off x="901084" y="3756671"/>
            <a:ext cx="10142738" cy="1761649"/>
            <a:chOff x="896645" y="2793443"/>
            <a:chExt cx="10142738" cy="1761649"/>
          </a:xfrm>
        </p:grpSpPr>
        <p:grpSp>
          <p:nvGrpSpPr>
            <p:cNvPr id="6" name="Group 5">
              <a:extLst>
                <a:ext uri="{FF2B5EF4-FFF2-40B4-BE49-F238E27FC236}">
                  <a16:creationId xmlns:a16="http://schemas.microsoft.com/office/drawing/2014/main" id="{FAC90D76-69CB-A85E-7509-F9F8DE7AA369}"/>
                </a:ext>
              </a:extLst>
            </p:cNvPr>
            <p:cNvGrpSpPr/>
            <p:nvPr/>
          </p:nvGrpSpPr>
          <p:grpSpPr>
            <a:xfrm>
              <a:off x="896645" y="2793443"/>
              <a:ext cx="10142738" cy="864154"/>
              <a:chOff x="843379" y="3414880"/>
              <a:chExt cx="10142738" cy="864154"/>
            </a:xfrm>
          </p:grpSpPr>
          <p:sp>
            <p:nvSpPr>
              <p:cNvPr id="12" name="Rectangle 11">
                <a:extLst>
                  <a:ext uri="{FF2B5EF4-FFF2-40B4-BE49-F238E27FC236}">
                    <a16:creationId xmlns:a16="http://schemas.microsoft.com/office/drawing/2014/main" id="{1D62BFA3-9C8D-B50B-FFEF-DDBC5BDDA7B5}"/>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Cursor AI</a:t>
                </a:r>
                <a:endParaRPr lang="en-US" sz="2400">
                  <a:latin typeface="Gadugi" panose="020B0502040204020203" pitchFamily="34" charset="0"/>
                  <a:ea typeface="Gadugi" panose="020B0502040204020203" pitchFamily="34" charset="0"/>
                </a:endParaRPr>
              </a:p>
            </p:txBody>
          </p:sp>
          <p:sp>
            <p:nvSpPr>
              <p:cNvPr id="13" name="Rectangle 12">
                <a:extLst>
                  <a:ext uri="{FF2B5EF4-FFF2-40B4-BE49-F238E27FC236}">
                    <a16:creationId xmlns:a16="http://schemas.microsoft.com/office/drawing/2014/main" id="{298C8A93-D73C-128E-DA3F-049D6BA1BD8A}"/>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Development Velocity</a:t>
                </a:r>
              </a:p>
            </p:txBody>
          </p:sp>
          <p:cxnSp>
            <p:nvCxnSpPr>
              <p:cNvPr id="14" name="Straight Arrow Connector 13">
                <a:extLst>
                  <a:ext uri="{FF2B5EF4-FFF2-40B4-BE49-F238E27FC236}">
                    <a16:creationId xmlns:a16="http://schemas.microsoft.com/office/drawing/2014/main" id="{9D0A1E5C-A60B-264F-62C5-95021742938E}"/>
                  </a:ext>
                </a:extLst>
              </p:cNvPr>
              <p:cNvCxnSpPr>
                <a:cxnSpLocks/>
                <a:stCxn id="12" idx="3"/>
                <a:endCxn id="13"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8A79B854-88CD-626D-1B83-C0D733966582}"/>
                  </a:ext>
                </a:extLst>
              </p:cNvPr>
              <p:cNvSpPr txBox="1"/>
              <p:nvPr/>
            </p:nvSpPr>
            <p:spPr>
              <a:xfrm>
                <a:off x="5136243" y="3414880"/>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increases</a:t>
                </a:r>
                <a:endParaRPr lang="en-US"/>
              </a:p>
            </p:txBody>
          </p:sp>
        </p:grpSp>
        <p:grpSp>
          <p:nvGrpSpPr>
            <p:cNvPr id="7" name="Group 6">
              <a:extLst>
                <a:ext uri="{FF2B5EF4-FFF2-40B4-BE49-F238E27FC236}">
                  <a16:creationId xmlns:a16="http://schemas.microsoft.com/office/drawing/2014/main" id="{406C8C36-2105-8088-60B2-F0732ACE07FE}"/>
                </a:ext>
              </a:extLst>
            </p:cNvPr>
            <p:cNvGrpSpPr/>
            <p:nvPr/>
          </p:nvGrpSpPr>
          <p:grpSpPr>
            <a:xfrm>
              <a:off x="896645" y="3690938"/>
              <a:ext cx="10142738" cy="864154"/>
              <a:chOff x="843379" y="3414880"/>
              <a:chExt cx="10142738" cy="864154"/>
            </a:xfrm>
          </p:grpSpPr>
          <p:sp>
            <p:nvSpPr>
              <p:cNvPr id="8" name="Rectangle 7">
                <a:extLst>
                  <a:ext uri="{FF2B5EF4-FFF2-40B4-BE49-F238E27FC236}">
                    <a16:creationId xmlns:a16="http://schemas.microsoft.com/office/drawing/2014/main" id="{F2E436C3-8511-08A3-0E8A-4431B22F7848}"/>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Cursor AI</a:t>
                </a:r>
                <a:endParaRPr lang="en-US" sz="2400">
                  <a:latin typeface="Gadugi" panose="020B0502040204020203" pitchFamily="34" charset="0"/>
                  <a:ea typeface="Gadugi" panose="020B0502040204020203" pitchFamily="34" charset="0"/>
                </a:endParaRPr>
              </a:p>
            </p:txBody>
          </p:sp>
          <p:sp>
            <p:nvSpPr>
              <p:cNvPr id="9" name="Rectangle 8">
                <a:extLst>
                  <a:ext uri="{FF2B5EF4-FFF2-40B4-BE49-F238E27FC236}">
                    <a16:creationId xmlns:a16="http://schemas.microsoft.com/office/drawing/2014/main" id="{28AD4979-26B0-4C84-7769-B93217F7139C}"/>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Software Quality</a:t>
                </a:r>
              </a:p>
            </p:txBody>
          </p:sp>
          <p:cxnSp>
            <p:nvCxnSpPr>
              <p:cNvPr id="10" name="Straight Arrow Connector 9">
                <a:extLst>
                  <a:ext uri="{FF2B5EF4-FFF2-40B4-BE49-F238E27FC236}">
                    <a16:creationId xmlns:a16="http://schemas.microsoft.com/office/drawing/2014/main" id="{76338085-A360-A311-D2BD-5F74829F35AB}"/>
                  </a:ext>
                </a:extLst>
              </p:cNvPr>
              <p:cNvCxnSpPr>
                <a:cxnSpLocks/>
                <a:stCxn id="8" idx="3"/>
                <a:endCxn id="9"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2FAB02DD-4775-3AA7-7A5F-5D276BBEEC26}"/>
                  </a:ext>
                </a:extLst>
              </p:cNvPr>
              <p:cNvSpPr txBox="1"/>
              <p:nvPr/>
            </p:nvSpPr>
            <p:spPr>
              <a:xfrm>
                <a:off x="5136243" y="3414880"/>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increases</a:t>
                </a:r>
                <a:endParaRPr lang="en-US"/>
              </a:p>
            </p:txBody>
          </p:sp>
        </p:grpSp>
      </p:grpSp>
    </p:spTree>
    <p:extLst>
      <p:ext uri="{BB962C8B-B14F-4D97-AF65-F5344CB8AC3E}">
        <p14:creationId xmlns:p14="http://schemas.microsoft.com/office/powerpoint/2010/main" val="3243227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79F1E0E-D68A-E43C-A07B-9BDBA209DA95}"/>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C6661FEF-F126-7577-C070-B3486BCB3047}"/>
              </a:ext>
            </a:extLst>
          </p:cNvPr>
          <p:cNvSpPr>
            <a:spLocks noGrp="1"/>
          </p:cNvSpPr>
          <p:nvPr>
            <p:ph type="sldNum" sz="quarter" idx="12"/>
          </p:nvPr>
        </p:nvSpPr>
        <p:spPr/>
        <p:txBody>
          <a:bodyPr/>
          <a:lstStyle/>
          <a:p>
            <a:fld id="{8E90A93A-CBEB-40B0-B638-E400989BEC3F}" type="slidenum">
              <a:rPr lang="zh-CN" altLang="en-US" smtClean="0"/>
              <a:pPr/>
              <a:t>30</a:t>
            </a:fld>
            <a:endParaRPr lang="zh-CN" altLang="en-US"/>
          </a:p>
        </p:txBody>
      </p:sp>
      <p:sp>
        <p:nvSpPr>
          <p:cNvPr id="7" name="Title 1">
            <a:extLst>
              <a:ext uri="{FF2B5EF4-FFF2-40B4-BE49-F238E27FC236}">
                <a16:creationId xmlns:a16="http://schemas.microsoft.com/office/drawing/2014/main" id="{C10D64E2-8F46-0758-3736-9D1A6DE5019A}"/>
              </a:ext>
            </a:extLst>
          </p:cNvPr>
          <p:cNvSpPr>
            <a:spLocks noGrp="1"/>
          </p:cNvSpPr>
          <p:nvPr>
            <p:ph type="title"/>
          </p:nvPr>
        </p:nvSpPr>
        <p:spPr>
          <a:xfrm>
            <a:off x="320675" y="293688"/>
            <a:ext cx="11583988" cy="719137"/>
          </a:xfrm>
        </p:spPr>
        <p:txBody>
          <a:bodyPr/>
          <a:lstStyle/>
          <a:p>
            <a:r>
              <a:rPr lang="en-US"/>
              <a:t>Completed Work: The Impact of Cursor AI Adoption</a:t>
            </a:r>
          </a:p>
        </p:txBody>
      </p:sp>
      <p:grpSp>
        <p:nvGrpSpPr>
          <p:cNvPr id="8" name="Group 7">
            <a:extLst>
              <a:ext uri="{FF2B5EF4-FFF2-40B4-BE49-F238E27FC236}">
                <a16:creationId xmlns:a16="http://schemas.microsoft.com/office/drawing/2014/main" id="{BF60EC17-EFB0-E992-5838-3B86D84A094A}"/>
              </a:ext>
            </a:extLst>
          </p:cNvPr>
          <p:cNvGrpSpPr/>
          <p:nvPr/>
        </p:nvGrpSpPr>
        <p:grpSpPr>
          <a:xfrm>
            <a:off x="1306634" y="1250912"/>
            <a:ext cx="9033291" cy="4522294"/>
            <a:chOff x="1336198" y="1745699"/>
            <a:chExt cx="9033291" cy="4522294"/>
          </a:xfrm>
        </p:grpSpPr>
        <p:grpSp>
          <p:nvGrpSpPr>
            <p:cNvPr id="9" name="Group 8">
              <a:extLst>
                <a:ext uri="{FF2B5EF4-FFF2-40B4-BE49-F238E27FC236}">
                  <a16:creationId xmlns:a16="http://schemas.microsoft.com/office/drawing/2014/main" id="{C5EEAC09-07A0-5084-8579-860B2F90873A}"/>
                </a:ext>
              </a:extLst>
            </p:cNvPr>
            <p:cNvGrpSpPr/>
            <p:nvPr/>
          </p:nvGrpSpPr>
          <p:grpSpPr>
            <a:xfrm>
              <a:off x="1929020" y="1745699"/>
              <a:ext cx="7322637" cy="3952643"/>
              <a:chOff x="5079086" y="1523391"/>
              <a:chExt cx="7322637" cy="3952643"/>
            </a:xfrm>
          </p:grpSpPr>
          <p:grpSp>
            <p:nvGrpSpPr>
              <p:cNvPr id="21" name="Group 20">
                <a:extLst>
                  <a:ext uri="{FF2B5EF4-FFF2-40B4-BE49-F238E27FC236}">
                    <a16:creationId xmlns:a16="http://schemas.microsoft.com/office/drawing/2014/main" id="{F12258D3-4938-BC34-ECFD-66DDB9110DD7}"/>
                  </a:ext>
                </a:extLst>
              </p:cNvPr>
              <p:cNvGrpSpPr/>
              <p:nvPr/>
            </p:nvGrpSpPr>
            <p:grpSpPr>
              <a:xfrm>
                <a:off x="5079086" y="2960923"/>
                <a:ext cx="5481254" cy="2515111"/>
                <a:chOff x="5485952" y="1739851"/>
                <a:chExt cx="5481254" cy="2515111"/>
              </a:xfrm>
            </p:grpSpPr>
            <p:sp>
              <p:nvSpPr>
                <p:cNvPr id="23" name="Rectangle: Rounded Corners 22">
                  <a:extLst>
                    <a:ext uri="{FF2B5EF4-FFF2-40B4-BE49-F238E27FC236}">
                      <a16:creationId xmlns:a16="http://schemas.microsoft.com/office/drawing/2014/main" id="{C284C50F-3C19-235C-1A14-7E572512CA4E}"/>
                    </a:ext>
                  </a:extLst>
                </p:cNvPr>
                <p:cNvSpPr/>
                <p:nvPr/>
              </p:nvSpPr>
              <p:spPr>
                <a:xfrm>
                  <a:off x="7709484" y="1739851"/>
                  <a:ext cx="2718034" cy="641758"/>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a:latin typeface="Gadugi" panose="020B0502040204020203" pitchFamily="34" charset="0"/>
                      <a:ea typeface="Gadugi" panose="020B0502040204020203" pitchFamily="34" charset="0"/>
                    </a:rPr>
                    <a:t>Cursor AI Adoption</a:t>
                  </a:r>
                  <a:endParaRPr lang="en-US">
                    <a:latin typeface="Gadugi" panose="020B0502040204020203" pitchFamily="34" charset="0"/>
                    <a:ea typeface="Gadugi" panose="020B0502040204020203" pitchFamily="34" charset="0"/>
                  </a:endParaRPr>
                </a:p>
              </p:txBody>
            </p:sp>
            <p:sp>
              <p:nvSpPr>
                <p:cNvPr id="24" name="Rectangle: Rounded Corners 23">
                  <a:extLst>
                    <a:ext uri="{FF2B5EF4-FFF2-40B4-BE49-F238E27FC236}">
                      <a16:creationId xmlns:a16="http://schemas.microsoft.com/office/drawing/2014/main" id="{E98D8C80-8541-E44F-0863-DD0D9024B6A2}"/>
                    </a:ext>
                  </a:extLst>
                </p:cNvPr>
                <p:cNvSpPr/>
                <p:nvPr/>
              </p:nvSpPr>
              <p:spPr>
                <a:xfrm>
                  <a:off x="5485952" y="3613204"/>
                  <a:ext cx="2104938" cy="641758"/>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atin typeface="Gadugi" panose="020B0502040204020203" pitchFamily="34" charset="0"/>
                      <a:ea typeface="Gadugi" panose="020B0502040204020203" pitchFamily="34" charset="0"/>
                    </a:rPr>
                    <a:t>Velocity</a:t>
                  </a:r>
                </a:p>
              </p:txBody>
            </p:sp>
            <p:sp>
              <p:nvSpPr>
                <p:cNvPr id="25" name="Rectangle: Rounded Corners 24">
                  <a:extLst>
                    <a:ext uri="{FF2B5EF4-FFF2-40B4-BE49-F238E27FC236}">
                      <a16:creationId xmlns:a16="http://schemas.microsoft.com/office/drawing/2014/main" id="{79B1B259-A551-7A6C-258C-A686A4E54E7B}"/>
                    </a:ext>
                  </a:extLst>
                </p:cNvPr>
                <p:cNvSpPr/>
                <p:nvPr/>
              </p:nvSpPr>
              <p:spPr>
                <a:xfrm>
                  <a:off x="8897921" y="3613204"/>
                  <a:ext cx="2069285" cy="641758"/>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atin typeface="Gadugi" panose="020B0502040204020203" pitchFamily="34" charset="0"/>
                      <a:ea typeface="Gadugi" panose="020B0502040204020203" pitchFamily="34" charset="0"/>
                    </a:rPr>
                    <a:t>Static Analysis Warnings</a:t>
                  </a:r>
                </a:p>
              </p:txBody>
            </p:sp>
            <p:cxnSp>
              <p:nvCxnSpPr>
                <p:cNvPr id="26" name="Straight Arrow Connector 25">
                  <a:extLst>
                    <a:ext uri="{FF2B5EF4-FFF2-40B4-BE49-F238E27FC236}">
                      <a16:creationId xmlns:a16="http://schemas.microsoft.com/office/drawing/2014/main" id="{87927EEC-4AD1-A641-28C8-B7A8EA8CCD6F}"/>
                    </a:ext>
                  </a:extLst>
                </p:cNvPr>
                <p:cNvCxnSpPr>
                  <a:cxnSpLocks/>
                  <a:endCxn id="24" idx="0"/>
                </p:cNvCxnSpPr>
                <p:nvPr/>
              </p:nvCxnSpPr>
              <p:spPr>
                <a:xfrm flipH="1">
                  <a:off x="6538421" y="2381609"/>
                  <a:ext cx="1430416" cy="123159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8D1BB679-45F1-2AD0-841A-2CA312674835}"/>
                    </a:ext>
                  </a:extLst>
                </p:cNvPr>
                <p:cNvSpPr txBox="1"/>
                <p:nvPr/>
              </p:nvSpPr>
              <p:spPr>
                <a:xfrm>
                  <a:off x="6814207" y="2632883"/>
                  <a:ext cx="402674" cy="461665"/>
                </a:xfrm>
                <a:prstGeom prst="rect">
                  <a:avLst/>
                </a:prstGeom>
                <a:noFill/>
              </p:spPr>
              <p:txBody>
                <a:bodyPr wrap="none" rtlCol="0">
                  <a:spAutoFit/>
                </a:bodyPr>
                <a:lstStyle/>
                <a:p>
                  <a:r>
                    <a:rPr lang="en-US" sz="2400" b="1">
                      <a:latin typeface="Gadugi" panose="020B0502040204020203" pitchFamily="34" charset="0"/>
                      <a:ea typeface="Gadugi" panose="020B0502040204020203" pitchFamily="34" charset="0"/>
                    </a:rPr>
                    <a:t>+</a:t>
                  </a:r>
                </a:p>
              </p:txBody>
            </p:sp>
            <p:cxnSp>
              <p:nvCxnSpPr>
                <p:cNvPr id="28" name="Straight Arrow Connector 27">
                  <a:extLst>
                    <a:ext uri="{FF2B5EF4-FFF2-40B4-BE49-F238E27FC236}">
                      <a16:creationId xmlns:a16="http://schemas.microsoft.com/office/drawing/2014/main" id="{87B0A317-92B3-254F-D7AB-121F16F63644}"/>
                    </a:ext>
                  </a:extLst>
                </p:cNvPr>
                <p:cNvCxnSpPr>
                  <a:cxnSpLocks/>
                  <a:stCxn id="23" idx="2"/>
                  <a:endCxn id="25" idx="0"/>
                </p:cNvCxnSpPr>
                <p:nvPr/>
              </p:nvCxnSpPr>
              <p:spPr>
                <a:xfrm>
                  <a:off x="9068501" y="2381609"/>
                  <a:ext cx="864063" cy="1231595"/>
                </a:xfrm>
                <a:prstGeom prst="straightConnector1">
                  <a:avLst/>
                </a:prstGeom>
                <a:ln w="38100">
                  <a:prstDash val="dash"/>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21237141-4447-C4B8-FFD0-8DBFB4940EF3}"/>
                    </a:ext>
                  </a:extLst>
                </p:cNvPr>
                <p:cNvSpPr txBox="1"/>
                <p:nvPr/>
              </p:nvSpPr>
              <p:spPr>
                <a:xfrm>
                  <a:off x="9543694" y="2685862"/>
                  <a:ext cx="402674" cy="461665"/>
                </a:xfrm>
                <a:prstGeom prst="rect">
                  <a:avLst/>
                </a:prstGeom>
                <a:noFill/>
              </p:spPr>
              <p:txBody>
                <a:bodyPr wrap="none" rtlCol="0">
                  <a:spAutoFit/>
                </a:bodyPr>
                <a:lstStyle/>
                <a:p>
                  <a:r>
                    <a:rPr lang="en-US" altLang="zh-CN" sz="2400" b="1">
                      <a:latin typeface="Gadugi" panose="020B0502040204020203" pitchFamily="34" charset="0"/>
                      <a:ea typeface="Gadugi" panose="020B0502040204020203" pitchFamily="34" charset="0"/>
                    </a:rPr>
                    <a:t>+</a:t>
                  </a:r>
                  <a:endParaRPr lang="en-US" sz="2400" b="1">
                    <a:latin typeface="Gadugi" panose="020B0502040204020203" pitchFamily="34" charset="0"/>
                    <a:ea typeface="Gadugi" panose="020B0502040204020203" pitchFamily="34" charset="0"/>
                  </a:endParaRPr>
                </a:p>
              </p:txBody>
            </p:sp>
            <p:sp>
              <p:nvSpPr>
                <p:cNvPr id="30" name="TextBox 29">
                  <a:extLst>
                    <a:ext uri="{FF2B5EF4-FFF2-40B4-BE49-F238E27FC236}">
                      <a16:creationId xmlns:a16="http://schemas.microsoft.com/office/drawing/2014/main" id="{C55B5B99-DCD6-F72D-46A9-93F4AE31F824}"/>
                    </a:ext>
                  </a:extLst>
                </p:cNvPr>
                <p:cNvSpPr txBox="1"/>
                <p:nvPr/>
              </p:nvSpPr>
              <p:spPr>
                <a:xfrm>
                  <a:off x="8143162" y="3543370"/>
                  <a:ext cx="309700" cy="461665"/>
                </a:xfrm>
                <a:prstGeom prst="rect">
                  <a:avLst/>
                </a:prstGeom>
                <a:noFill/>
              </p:spPr>
              <p:txBody>
                <a:bodyPr wrap="none" rtlCol="0">
                  <a:spAutoFit/>
                </a:bodyPr>
                <a:lstStyle/>
                <a:p>
                  <a:pPr algn="ctr"/>
                  <a:r>
                    <a:rPr lang="en-US" sz="2400" b="1">
                      <a:latin typeface="Gadugi" panose="020B0502040204020203" pitchFamily="34" charset="0"/>
                      <a:ea typeface="Gadugi" panose="020B0502040204020203" pitchFamily="34" charset="0"/>
                    </a:rPr>
                    <a:t>-</a:t>
                  </a:r>
                </a:p>
              </p:txBody>
            </p:sp>
            <p:cxnSp>
              <p:nvCxnSpPr>
                <p:cNvPr id="31" name="Straight Arrow Connector 30">
                  <a:extLst>
                    <a:ext uri="{FF2B5EF4-FFF2-40B4-BE49-F238E27FC236}">
                      <a16:creationId xmlns:a16="http://schemas.microsoft.com/office/drawing/2014/main" id="{C6F80F03-736A-10C2-654A-6DD23BFD6ABF}"/>
                    </a:ext>
                  </a:extLst>
                </p:cNvPr>
                <p:cNvCxnSpPr>
                  <a:cxnSpLocks/>
                  <a:stCxn id="25" idx="1"/>
                  <a:endCxn id="24" idx="3"/>
                </p:cNvCxnSpPr>
                <p:nvPr/>
              </p:nvCxnSpPr>
              <p:spPr>
                <a:xfrm flipH="1">
                  <a:off x="7590890" y="3934083"/>
                  <a:ext cx="130703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sp>
            <p:nvSpPr>
              <p:cNvPr id="22" name="Rectangle: Rounded Corners 21">
                <a:extLst>
                  <a:ext uri="{FF2B5EF4-FFF2-40B4-BE49-F238E27FC236}">
                    <a16:creationId xmlns:a16="http://schemas.microsoft.com/office/drawing/2014/main" id="{7898577A-F95B-3B9A-F63F-A799F17D8C2C}"/>
                  </a:ext>
                </a:extLst>
              </p:cNvPr>
              <p:cNvSpPr/>
              <p:nvPr/>
            </p:nvSpPr>
            <p:spPr>
              <a:xfrm>
                <a:off x="10054204" y="1523391"/>
                <a:ext cx="2347519" cy="869121"/>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atin typeface="Gadugi" panose="020B0502040204020203" pitchFamily="34" charset="0"/>
                    <a:ea typeface="Gadugi" panose="020B0502040204020203" pitchFamily="34" charset="0"/>
                  </a:rPr>
                  <a:t>Frustration &amp; Abandonment</a:t>
                </a:r>
              </a:p>
            </p:txBody>
          </p:sp>
        </p:grpSp>
        <p:sp>
          <p:nvSpPr>
            <p:cNvPr id="10" name="Rectangle: Rounded Corners 9">
              <a:extLst>
                <a:ext uri="{FF2B5EF4-FFF2-40B4-BE49-F238E27FC236}">
                  <a16:creationId xmlns:a16="http://schemas.microsoft.com/office/drawing/2014/main" id="{CDB38858-FB01-203E-AD29-85398489590F}"/>
                </a:ext>
              </a:extLst>
            </p:cNvPr>
            <p:cNvSpPr/>
            <p:nvPr/>
          </p:nvSpPr>
          <p:spPr>
            <a:xfrm>
              <a:off x="7624193" y="5056584"/>
              <a:ext cx="2069285" cy="641758"/>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atin typeface="Gadugi" panose="020B0502040204020203" pitchFamily="34" charset="0"/>
                  <a:ea typeface="Gadugi" panose="020B0502040204020203" pitchFamily="34" charset="0"/>
                </a:rPr>
                <a:t>Code Complexity</a:t>
              </a:r>
            </a:p>
          </p:txBody>
        </p:sp>
        <p:cxnSp>
          <p:nvCxnSpPr>
            <p:cNvPr id="11" name="Straight Arrow Connector 10">
              <a:extLst>
                <a:ext uri="{FF2B5EF4-FFF2-40B4-BE49-F238E27FC236}">
                  <a16:creationId xmlns:a16="http://schemas.microsoft.com/office/drawing/2014/main" id="{C957AADB-738F-F673-FF2B-1DC3FFD217F3}"/>
                </a:ext>
              </a:extLst>
            </p:cNvPr>
            <p:cNvCxnSpPr>
              <a:cxnSpLocks/>
              <a:endCxn id="10" idx="0"/>
            </p:cNvCxnSpPr>
            <p:nvPr/>
          </p:nvCxnSpPr>
          <p:spPr>
            <a:xfrm>
              <a:off x="6732333" y="3824989"/>
              <a:ext cx="1926503" cy="123159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146F206-6E74-E8FE-1C1D-A0BDEEB6F054}"/>
                </a:ext>
              </a:extLst>
            </p:cNvPr>
            <p:cNvSpPr txBox="1"/>
            <p:nvPr/>
          </p:nvSpPr>
          <p:spPr>
            <a:xfrm>
              <a:off x="7675223" y="4036593"/>
              <a:ext cx="402674" cy="461665"/>
            </a:xfrm>
            <a:prstGeom prst="rect">
              <a:avLst/>
            </a:prstGeom>
            <a:noFill/>
          </p:spPr>
          <p:txBody>
            <a:bodyPr wrap="none" rtlCol="0">
              <a:spAutoFit/>
            </a:bodyPr>
            <a:lstStyle/>
            <a:p>
              <a:r>
                <a:rPr lang="en-US" sz="2400" b="1">
                  <a:latin typeface="Gadugi" panose="020B0502040204020203" pitchFamily="34" charset="0"/>
                  <a:ea typeface="Gadugi" panose="020B0502040204020203" pitchFamily="34" charset="0"/>
                </a:rPr>
                <a:t>+</a:t>
              </a:r>
            </a:p>
          </p:txBody>
        </p:sp>
        <p:cxnSp>
          <p:nvCxnSpPr>
            <p:cNvPr id="13" name="Connector: Elbow 12">
              <a:extLst>
                <a:ext uri="{FF2B5EF4-FFF2-40B4-BE49-F238E27FC236}">
                  <a16:creationId xmlns:a16="http://schemas.microsoft.com/office/drawing/2014/main" id="{91F9E065-8DE6-6E6A-963D-496752199FE8}"/>
                </a:ext>
              </a:extLst>
            </p:cNvPr>
            <p:cNvCxnSpPr>
              <a:stCxn id="10" idx="2"/>
              <a:endCxn id="24" idx="2"/>
            </p:cNvCxnSpPr>
            <p:nvPr/>
          </p:nvCxnSpPr>
          <p:spPr>
            <a:xfrm rot="5400000">
              <a:off x="5820163" y="2859669"/>
              <a:ext cx="12700" cy="5677347"/>
            </a:xfrm>
            <a:prstGeom prst="bentConnector3">
              <a:avLst>
                <a:gd name="adj1" fmla="val 1800000"/>
              </a:avLst>
            </a:prstGeom>
            <a:ln w="38100">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C00C7CAE-E412-AFC6-62A1-4588EE0AECEE}"/>
                </a:ext>
              </a:extLst>
            </p:cNvPr>
            <p:cNvSpPr txBox="1"/>
            <p:nvPr/>
          </p:nvSpPr>
          <p:spPr>
            <a:xfrm>
              <a:off x="5786300" y="5806328"/>
              <a:ext cx="309700" cy="461665"/>
            </a:xfrm>
            <a:prstGeom prst="rect">
              <a:avLst/>
            </a:prstGeom>
            <a:noFill/>
          </p:spPr>
          <p:txBody>
            <a:bodyPr wrap="none" rtlCol="0">
              <a:spAutoFit/>
            </a:bodyPr>
            <a:lstStyle/>
            <a:p>
              <a:pPr algn="ctr"/>
              <a:r>
                <a:rPr lang="en-US" sz="2400" b="1">
                  <a:latin typeface="Gadugi" panose="020B0502040204020203" pitchFamily="34" charset="0"/>
                  <a:ea typeface="Gadugi" panose="020B0502040204020203" pitchFamily="34" charset="0"/>
                </a:rPr>
                <a:t>-</a:t>
              </a:r>
            </a:p>
          </p:txBody>
        </p:sp>
        <p:cxnSp>
          <p:nvCxnSpPr>
            <p:cNvPr id="15" name="Connector: Elbow 14">
              <a:extLst>
                <a:ext uri="{FF2B5EF4-FFF2-40B4-BE49-F238E27FC236}">
                  <a16:creationId xmlns:a16="http://schemas.microsoft.com/office/drawing/2014/main" id="{DC9E9B16-D3F7-C093-6D0B-40BEDA288F9A}"/>
                </a:ext>
              </a:extLst>
            </p:cNvPr>
            <p:cNvCxnSpPr>
              <a:cxnSpLocks/>
              <a:stCxn id="10" idx="3"/>
              <a:endCxn id="22" idx="3"/>
            </p:cNvCxnSpPr>
            <p:nvPr/>
          </p:nvCxnSpPr>
          <p:spPr>
            <a:xfrm flipH="1" flipV="1">
              <a:off x="9251657" y="2180260"/>
              <a:ext cx="441821" cy="3197203"/>
            </a:xfrm>
            <a:prstGeom prst="bentConnector3">
              <a:avLst>
                <a:gd name="adj1" fmla="val -51740"/>
              </a:avLst>
            </a:prstGeom>
            <a:ln w="38100">
              <a:prstDash val="sysDot"/>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50CE0B61-6864-C87E-A517-96C1BA8C1D3A}"/>
                </a:ext>
              </a:extLst>
            </p:cNvPr>
            <p:cNvSpPr txBox="1"/>
            <p:nvPr/>
          </p:nvSpPr>
          <p:spPr>
            <a:xfrm>
              <a:off x="9966815" y="3317196"/>
              <a:ext cx="402674" cy="461665"/>
            </a:xfrm>
            <a:prstGeom prst="rect">
              <a:avLst/>
            </a:prstGeom>
            <a:noFill/>
          </p:spPr>
          <p:txBody>
            <a:bodyPr wrap="none" rtlCol="0">
              <a:spAutoFit/>
            </a:bodyPr>
            <a:lstStyle/>
            <a:p>
              <a:r>
                <a:rPr lang="en-US" sz="2400" b="1">
                  <a:latin typeface="Gadugi" panose="020B0502040204020203" pitchFamily="34" charset="0"/>
                  <a:ea typeface="Gadugi" panose="020B0502040204020203" pitchFamily="34" charset="0"/>
                </a:rPr>
                <a:t>+</a:t>
              </a:r>
            </a:p>
          </p:txBody>
        </p:sp>
        <p:cxnSp>
          <p:nvCxnSpPr>
            <p:cNvPr id="17" name="Connector: Elbow 16">
              <a:extLst>
                <a:ext uri="{FF2B5EF4-FFF2-40B4-BE49-F238E27FC236}">
                  <a16:creationId xmlns:a16="http://schemas.microsoft.com/office/drawing/2014/main" id="{CE7BDC3E-6E10-0268-F666-A15B8A0D000D}"/>
                </a:ext>
              </a:extLst>
            </p:cNvPr>
            <p:cNvCxnSpPr>
              <a:cxnSpLocks/>
              <a:stCxn id="22" idx="1"/>
              <a:endCxn id="24" idx="1"/>
            </p:cNvCxnSpPr>
            <p:nvPr/>
          </p:nvCxnSpPr>
          <p:spPr>
            <a:xfrm rot="10800000" flipV="1">
              <a:off x="1929020" y="2180259"/>
              <a:ext cx="4975118" cy="3197203"/>
            </a:xfrm>
            <a:prstGeom prst="bentConnector3">
              <a:avLst>
                <a:gd name="adj1" fmla="val 104595"/>
              </a:avLst>
            </a:prstGeom>
            <a:ln w="38100">
              <a:prstDash val="sysDot"/>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786D7EC8-46BE-EB9D-84BE-C778A0191FD7}"/>
                </a:ext>
              </a:extLst>
            </p:cNvPr>
            <p:cNvSpPr txBox="1"/>
            <p:nvPr/>
          </p:nvSpPr>
          <p:spPr>
            <a:xfrm>
              <a:off x="1336198" y="3429000"/>
              <a:ext cx="309700" cy="461665"/>
            </a:xfrm>
            <a:prstGeom prst="rect">
              <a:avLst/>
            </a:prstGeom>
            <a:noFill/>
          </p:spPr>
          <p:txBody>
            <a:bodyPr wrap="none" rtlCol="0">
              <a:spAutoFit/>
            </a:bodyPr>
            <a:lstStyle/>
            <a:p>
              <a:r>
                <a:rPr lang="en-US" sz="2400" b="1">
                  <a:latin typeface="Gadugi" panose="020B0502040204020203" pitchFamily="34" charset="0"/>
                  <a:ea typeface="Gadugi" panose="020B0502040204020203" pitchFamily="34" charset="0"/>
                </a:rPr>
                <a:t>-</a:t>
              </a:r>
            </a:p>
          </p:txBody>
        </p:sp>
        <p:cxnSp>
          <p:nvCxnSpPr>
            <p:cNvPr id="19" name="Straight Arrow Connector 18">
              <a:extLst>
                <a:ext uri="{FF2B5EF4-FFF2-40B4-BE49-F238E27FC236}">
                  <a16:creationId xmlns:a16="http://schemas.microsoft.com/office/drawing/2014/main" id="{630D0ECE-78BD-99CA-DA4C-D672C46152D0}"/>
                </a:ext>
              </a:extLst>
            </p:cNvPr>
            <p:cNvCxnSpPr>
              <a:cxnSpLocks/>
            </p:cNvCxnSpPr>
            <p:nvPr/>
          </p:nvCxnSpPr>
          <p:spPr>
            <a:xfrm flipH="1">
              <a:off x="6811861" y="2614820"/>
              <a:ext cx="375398" cy="574761"/>
            </a:xfrm>
            <a:prstGeom prst="straightConnector1">
              <a:avLst/>
            </a:prstGeom>
            <a:ln w="38100">
              <a:prstDash val="sysDot"/>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9AFBF7B0-40FB-B3D9-9EDF-D02F64CABA97}"/>
                </a:ext>
              </a:extLst>
            </p:cNvPr>
            <p:cNvSpPr txBox="1"/>
            <p:nvPr/>
          </p:nvSpPr>
          <p:spPr>
            <a:xfrm>
              <a:off x="6657011" y="2573901"/>
              <a:ext cx="309700" cy="461665"/>
            </a:xfrm>
            <a:prstGeom prst="rect">
              <a:avLst/>
            </a:prstGeom>
            <a:noFill/>
          </p:spPr>
          <p:txBody>
            <a:bodyPr wrap="none" rtlCol="0">
              <a:spAutoFit/>
            </a:bodyPr>
            <a:lstStyle/>
            <a:p>
              <a:r>
                <a:rPr lang="en-US" sz="2400" b="1">
                  <a:latin typeface="Gadugi" panose="020B0502040204020203" pitchFamily="34" charset="0"/>
                  <a:ea typeface="Gadugi" panose="020B0502040204020203" pitchFamily="34" charset="0"/>
                </a:rPr>
                <a:t>-</a:t>
              </a:r>
            </a:p>
          </p:txBody>
        </p:sp>
      </p:grpSp>
      <p:sp>
        <p:nvSpPr>
          <p:cNvPr id="33" name="TextBox 32">
            <a:extLst>
              <a:ext uri="{FF2B5EF4-FFF2-40B4-BE49-F238E27FC236}">
                <a16:creationId xmlns:a16="http://schemas.microsoft.com/office/drawing/2014/main" id="{56905542-6F7D-B2E6-B551-55E6867C9395}"/>
              </a:ext>
            </a:extLst>
          </p:cNvPr>
          <p:cNvSpPr txBox="1"/>
          <p:nvPr/>
        </p:nvSpPr>
        <p:spPr>
          <a:xfrm>
            <a:off x="2948777" y="5938228"/>
            <a:ext cx="6096740" cy="461665"/>
          </a:xfrm>
          <a:prstGeom prst="rect">
            <a:avLst/>
          </a:prstGeom>
          <a:noFill/>
        </p:spPr>
        <p:txBody>
          <a:bodyPr wrap="square">
            <a:spAutoFit/>
          </a:bodyPr>
          <a:lstStyle/>
          <a:p>
            <a:pPr algn="ctr"/>
            <a:r>
              <a:rPr lang="zh-CN" altLang="en-US" sz="2400" b="1">
                <a:solidFill>
                  <a:schemeClr val="accent6">
                    <a:lumMod val="75000"/>
                  </a:schemeClr>
                </a:solidFill>
                <a:latin typeface="Gadugi" panose="020B0502040204020203" pitchFamily="34" charset="0"/>
                <a:ea typeface="Gadugi" panose="020B0502040204020203" pitchFamily="34" charset="0"/>
              </a:rPr>
              <a:t>√</a:t>
            </a:r>
            <a:r>
              <a:rPr lang="en-US" altLang="zh-CN" sz="2400" b="1">
                <a:solidFill>
                  <a:schemeClr val="accent6">
                    <a:lumMod val="75000"/>
                  </a:schemeClr>
                </a:solidFill>
                <a:latin typeface="Gadugi" panose="020B0502040204020203" pitchFamily="34" charset="0"/>
                <a:ea typeface="Gadugi" panose="020B0502040204020203" pitchFamily="34" charset="0"/>
              </a:rPr>
              <a:t>(supported) </a:t>
            </a:r>
            <a:r>
              <a:rPr lang="en-US" sz="2400">
                <a:solidFill>
                  <a:prstClr val="black"/>
                </a:solidFill>
                <a:latin typeface="Gadugi" panose="020B0502040204020203" pitchFamily="34" charset="0"/>
                <a:ea typeface="Gadugi" panose="020B0502040204020203" pitchFamily="34" charset="0"/>
              </a:rPr>
              <a:t>Alternative Theory </a:t>
            </a:r>
            <a:endParaRPr lang="en-US" sz="2400"/>
          </a:p>
        </p:txBody>
      </p:sp>
    </p:spTree>
    <p:extLst>
      <p:ext uri="{BB962C8B-B14F-4D97-AF65-F5344CB8AC3E}">
        <p14:creationId xmlns:p14="http://schemas.microsoft.com/office/powerpoint/2010/main" val="1154134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942D7-D1F1-9FC1-E1C2-D9E968E4DD2C}"/>
              </a:ext>
            </a:extLst>
          </p:cNvPr>
          <p:cNvSpPr>
            <a:spLocks noGrp="1"/>
          </p:cNvSpPr>
          <p:nvPr>
            <p:ph type="title"/>
          </p:nvPr>
        </p:nvSpPr>
        <p:spPr/>
        <p:txBody>
          <a:bodyPr/>
          <a:lstStyle/>
          <a:p>
            <a:r>
              <a:rPr lang="en-US" altLang="zh-CN"/>
              <a:t>Proposed Work: Revisiting the PL vs. Defect Proneness Debate </a:t>
            </a:r>
            <a:endParaRPr lang="en-US"/>
          </a:p>
        </p:txBody>
      </p:sp>
      <p:sp>
        <p:nvSpPr>
          <p:cNvPr id="4" name="Footer Placeholder 3">
            <a:extLst>
              <a:ext uri="{FF2B5EF4-FFF2-40B4-BE49-F238E27FC236}">
                <a16:creationId xmlns:a16="http://schemas.microsoft.com/office/drawing/2014/main" id="{5C7CD1F0-EC0C-10C6-49DA-C3627CEA9135}"/>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EA5AC82E-EF32-D5BE-0BAB-3525431C6EAC}"/>
              </a:ext>
            </a:extLst>
          </p:cNvPr>
          <p:cNvSpPr>
            <a:spLocks noGrp="1"/>
          </p:cNvSpPr>
          <p:nvPr>
            <p:ph type="sldNum" sz="quarter" idx="12"/>
          </p:nvPr>
        </p:nvSpPr>
        <p:spPr/>
        <p:txBody>
          <a:bodyPr/>
          <a:lstStyle/>
          <a:p>
            <a:fld id="{8E90A93A-CBEB-40B0-B638-E400989BEC3F}" type="slidenum">
              <a:rPr lang="zh-CN" altLang="en-US" smtClean="0"/>
              <a:pPr/>
              <a:t>31</a:t>
            </a:fld>
            <a:endParaRPr lang="zh-CN" altLang="en-US"/>
          </a:p>
        </p:txBody>
      </p:sp>
      <p:pic>
        <p:nvPicPr>
          <p:cNvPr id="6" name="Picture 5">
            <a:extLst>
              <a:ext uri="{FF2B5EF4-FFF2-40B4-BE49-F238E27FC236}">
                <a16:creationId xmlns:a16="http://schemas.microsoft.com/office/drawing/2014/main" id="{E075C4CF-D272-66CC-6981-507B65C12A47}"/>
              </a:ext>
            </a:extLst>
          </p:cNvPr>
          <p:cNvPicPr>
            <a:picLocks noChangeAspect="1"/>
          </p:cNvPicPr>
          <p:nvPr/>
        </p:nvPicPr>
        <p:blipFill>
          <a:blip r:embed="rId2"/>
          <a:stretch>
            <a:fillRect/>
          </a:stretch>
        </p:blipFill>
        <p:spPr>
          <a:xfrm>
            <a:off x="4558612" y="1364126"/>
            <a:ext cx="3131295" cy="4645042"/>
          </a:xfrm>
          <a:prstGeom prst="rect">
            <a:avLst/>
          </a:prstGeom>
          <a:ln>
            <a:solidFill>
              <a:schemeClr val="tx1"/>
            </a:solidFill>
          </a:ln>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20B8AB0C-FCA3-E0E5-12B2-5FC0A52F6FDC}"/>
              </a:ext>
            </a:extLst>
          </p:cNvPr>
          <p:cNvPicPr>
            <a:picLocks noChangeAspect="1"/>
          </p:cNvPicPr>
          <p:nvPr/>
        </p:nvPicPr>
        <p:blipFill>
          <a:blip r:embed="rId3"/>
          <a:stretch>
            <a:fillRect/>
          </a:stretch>
        </p:blipFill>
        <p:spPr>
          <a:xfrm>
            <a:off x="8222709" y="1366889"/>
            <a:ext cx="3602963" cy="4645042"/>
          </a:xfrm>
          <a:prstGeom prst="rect">
            <a:avLst/>
          </a:prstGeom>
          <a:ln>
            <a:solidFill>
              <a:schemeClr val="tx1"/>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5A8D09FA-C1CB-0426-7A8E-8DF109B49AE9}"/>
              </a:ext>
            </a:extLst>
          </p:cNvPr>
          <p:cNvPicPr>
            <a:picLocks noChangeAspect="1"/>
          </p:cNvPicPr>
          <p:nvPr/>
        </p:nvPicPr>
        <p:blipFill>
          <a:blip r:embed="rId4"/>
          <a:stretch>
            <a:fillRect/>
          </a:stretch>
        </p:blipFill>
        <p:spPr>
          <a:xfrm>
            <a:off x="366328" y="1364127"/>
            <a:ext cx="3659483" cy="4645041"/>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64647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4BAA3-4049-B8A5-19AC-632DB932A408}"/>
              </a:ext>
            </a:extLst>
          </p:cNvPr>
          <p:cNvSpPr>
            <a:spLocks noGrp="1"/>
          </p:cNvSpPr>
          <p:nvPr>
            <p:ph type="title"/>
          </p:nvPr>
        </p:nvSpPr>
        <p:spPr/>
        <p:txBody>
          <a:bodyPr/>
          <a:lstStyle/>
          <a:p>
            <a:r>
              <a:rPr lang="en-US" altLang="zh-CN"/>
              <a:t>PL</a:t>
            </a:r>
            <a:r>
              <a:rPr lang="zh-CN" altLang="en-US"/>
              <a:t> </a:t>
            </a:r>
            <a:r>
              <a:rPr lang="en-US" altLang="zh-CN"/>
              <a:t>vs.</a:t>
            </a:r>
            <a:r>
              <a:rPr lang="zh-CN" altLang="en-US"/>
              <a:t> </a:t>
            </a:r>
            <a:r>
              <a:rPr lang="en-US" altLang="zh-CN"/>
              <a:t>Defect</a:t>
            </a:r>
            <a:r>
              <a:rPr lang="zh-CN" altLang="en-US"/>
              <a:t> </a:t>
            </a:r>
            <a:r>
              <a:rPr lang="en-US" altLang="zh-CN"/>
              <a:t>Proneness: A (Possible) Causal DAG</a:t>
            </a:r>
            <a:endParaRPr lang="en-US"/>
          </a:p>
        </p:txBody>
      </p:sp>
      <p:sp>
        <p:nvSpPr>
          <p:cNvPr id="4" name="Footer Placeholder 3">
            <a:extLst>
              <a:ext uri="{FF2B5EF4-FFF2-40B4-BE49-F238E27FC236}">
                <a16:creationId xmlns:a16="http://schemas.microsoft.com/office/drawing/2014/main" id="{7B4D47A1-1979-084D-2D1D-978781F5DFD6}"/>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D583E3DD-6999-B0CC-250D-FA0D4E326536}"/>
              </a:ext>
            </a:extLst>
          </p:cNvPr>
          <p:cNvSpPr>
            <a:spLocks noGrp="1"/>
          </p:cNvSpPr>
          <p:nvPr>
            <p:ph type="sldNum" sz="quarter" idx="12"/>
          </p:nvPr>
        </p:nvSpPr>
        <p:spPr/>
        <p:txBody>
          <a:bodyPr/>
          <a:lstStyle/>
          <a:p>
            <a:fld id="{8E90A93A-CBEB-40B0-B638-E400989BEC3F}" type="slidenum">
              <a:rPr lang="zh-CN" altLang="en-US" smtClean="0"/>
              <a:pPr/>
              <a:t>32</a:t>
            </a:fld>
            <a:endParaRPr lang="zh-CN" altLang="en-US"/>
          </a:p>
        </p:txBody>
      </p:sp>
      <p:grpSp>
        <p:nvGrpSpPr>
          <p:cNvPr id="115" name="Group 114">
            <a:extLst>
              <a:ext uri="{FF2B5EF4-FFF2-40B4-BE49-F238E27FC236}">
                <a16:creationId xmlns:a16="http://schemas.microsoft.com/office/drawing/2014/main" id="{01202422-0E38-DD7B-5601-714F93C82A7C}"/>
              </a:ext>
            </a:extLst>
          </p:cNvPr>
          <p:cNvGrpSpPr/>
          <p:nvPr/>
        </p:nvGrpSpPr>
        <p:grpSpPr>
          <a:xfrm>
            <a:off x="1000238" y="1345770"/>
            <a:ext cx="10607315" cy="4812899"/>
            <a:chOff x="884828" y="1390260"/>
            <a:chExt cx="10607315" cy="4812899"/>
          </a:xfrm>
        </p:grpSpPr>
        <p:sp>
          <p:nvSpPr>
            <p:cNvPr id="41" name="Rectangle 40">
              <a:extLst>
                <a:ext uri="{FF2B5EF4-FFF2-40B4-BE49-F238E27FC236}">
                  <a16:creationId xmlns:a16="http://schemas.microsoft.com/office/drawing/2014/main" id="{2C1A8F75-96FD-2B2D-CDC0-5F6161821200}"/>
                </a:ext>
              </a:extLst>
            </p:cNvPr>
            <p:cNvSpPr/>
            <p:nvPr/>
          </p:nvSpPr>
          <p:spPr>
            <a:xfrm>
              <a:off x="8782058" y="2525371"/>
              <a:ext cx="2710085" cy="55698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Defect Proneness</a:t>
              </a:r>
            </a:p>
          </p:txBody>
        </p:sp>
        <p:sp>
          <p:nvSpPr>
            <p:cNvPr id="43" name="Rectangle 42">
              <a:extLst>
                <a:ext uri="{FF2B5EF4-FFF2-40B4-BE49-F238E27FC236}">
                  <a16:creationId xmlns:a16="http://schemas.microsoft.com/office/drawing/2014/main" id="{9124E8BE-D6BA-7F3C-C342-3513E19CEE8F}"/>
                </a:ext>
              </a:extLst>
            </p:cNvPr>
            <p:cNvSpPr/>
            <p:nvPr/>
          </p:nvSpPr>
          <p:spPr>
            <a:xfrm>
              <a:off x="891580" y="1390260"/>
              <a:ext cx="2555543"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Domain </a:t>
              </a:r>
            </a:p>
          </p:txBody>
        </p:sp>
        <p:cxnSp>
          <p:nvCxnSpPr>
            <p:cNvPr id="45" name="Connector: Elbow 44">
              <a:extLst>
                <a:ext uri="{FF2B5EF4-FFF2-40B4-BE49-F238E27FC236}">
                  <a16:creationId xmlns:a16="http://schemas.microsoft.com/office/drawing/2014/main" id="{E98BB5E8-B962-D63D-8E13-93C2B639025F}"/>
                </a:ext>
              </a:extLst>
            </p:cNvPr>
            <p:cNvCxnSpPr>
              <a:cxnSpLocks/>
              <a:stCxn id="43" idx="3"/>
              <a:endCxn id="41" idx="0"/>
            </p:cNvCxnSpPr>
            <p:nvPr/>
          </p:nvCxnSpPr>
          <p:spPr>
            <a:xfrm>
              <a:off x="3447123" y="1635638"/>
              <a:ext cx="6689978" cy="889733"/>
            </a:xfrm>
            <a:prstGeom prst="bentConnector2">
              <a:avLst/>
            </a:prstGeom>
            <a:ln w="28575">
              <a:tailEnd type="triangle"/>
            </a:ln>
          </p:spPr>
          <p:style>
            <a:lnRef idx="1">
              <a:schemeClr val="dk1"/>
            </a:lnRef>
            <a:fillRef idx="0">
              <a:schemeClr val="dk1"/>
            </a:fillRef>
            <a:effectRef idx="0">
              <a:schemeClr val="dk1"/>
            </a:effectRef>
            <a:fontRef idx="minor">
              <a:schemeClr val="tx1"/>
            </a:fontRef>
          </p:style>
        </p:cxnSp>
        <p:sp>
          <p:nvSpPr>
            <p:cNvPr id="47" name="Rectangle 46">
              <a:extLst>
                <a:ext uri="{FF2B5EF4-FFF2-40B4-BE49-F238E27FC236}">
                  <a16:creationId xmlns:a16="http://schemas.microsoft.com/office/drawing/2014/main" id="{9BD0A065-8D9F-B992-622C-C0673F7E9E39}"/>
                </a:ext>
              </a:extLst>
            </p:cNvPr>
            <p:cNvSpPr/>
            <p:nvPr/>
          </p:nvSpPr>
          <p:spPr>
            <a:xfrm>
              <a:off x="4411149" y="2542922"/>
              <a:ext cx="2563368" cy="52263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Language</a:t>
              </a:r>
            </a:p>
          </p:txBody>
        </p:sp>
        <p:sp>
          <p:nvSpPr>
            <p:cNvPr id="52" name="Rectangle 51">
              <a:extLst>
                <a:ext uri="{FF2B5EF4-FFF2-40B4-BE49-F238E27FC236}">
                  <a16:creationId xmlns:a16="http://schemas.microsoft.com/office/drawing/2014/main" id="{E7FC9BFC-D006-8F2C-8F14-F11746A850DA}"/>
                </a:ext>
              </a:extLst>
            </p:cNvPr>
            <p:cNvSpPr/>
            <p:nvPr/>
          </p:nvSpPr>
          <p:spPr>
            <a:xfrm>
              <a:off x="888194" y="3454364"/>
              <a:ext cx="2563368" cy="52263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Team Skill</a:t>
              </a:r>
            </a:p>
          </p:txBody>
        </p:sp>
        <p:cxnSp>
          <p:nvCxnSpPr>
            <p:cNvPr id="62" name="Connector: Elbow 61">
              <a:extLst>
                <a:ext uri="{FF2B5EF4-FFF2-40B4-BE49-F238E27FC236}">
                  <a16:creationId xmlns:a16="http://schemas.microsoft.com/office/drawing/2014/main" id="{2F741173-6583-A6EF-4DE0-107A98E11091}"/>
                </a:ext>
              </a:extLst>
            </p:cNvPr>
            <p:cNvCxnSpPr>
              <a:cxnSpLocks/>
              <a:stCxn id="47" idx="3"/>
              <a:endCxn id="41" idx="1"/>
            </p:cNvCxnSpPr>
            <p:nvPr/>
          </p:nvCxnSpPr>
          <p:spPr>
            <a:xfrm flipV="1">
              <a:off x="6974517" y="2803861"/>
              <a:ext cx="1807541" cy="379"/>
            </a:xfrm>
            <a:prstGeom prst="bentConnector3">
              <a:avLst>
                <a:gd name="adj1" fmla="val 50000"/>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69" name="Rectangle 68">
              <a:extLst>
                <a:ext uri="{FF2B5EF4-FFF2-40B4-BE49-F238E27FC236}">
                  <a16:creationId xmlns:a16="http://schemas.microsoft.com/office/drawing/2014/main" id="{4C595551-E019-4E53-DAF7-1244B836950C}"/>
                </a:ext>
              </a:extLst>
            </p:cNvPr>
            <p:cNvSpPr/>
            <p:nvPr/>
          </p:nvSpPr>
          <p:spPr>
            <a:xfrm>
              <a:off x="888194" y="4254076"/>
              <a:ext cx="2563368" cy="52263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Org Culture</a:t>
              </a:r>
            </a:p>
          </p:txBody>
        </p:sp>
        <p:sp>
          <p:nvSpPr>
            <p:cNvPr id="70" name="Rectangle 69">
              <a:extLst>
                <a:ext uri="{FF2B5EF4-FFF2-40B4-BE49-F238E27FC236}">
                  <a16:creationId xmlns:a16="http://schemas.microsoft.com/office/drawing/2014/main" id="{1AA1CECB-4A70-B0F8-8C92-E30EC96D869F}"/>
                </a:ext>
              </a:extLst>
            </p:cNvPr>
            <p:cNvSpPr/>
            <p:nvPr/>
          </p:nvSpPr>
          <p:spPr>
            <a:xfrm>
              <a:off x="884828" y="5680524"/>
              <a:ext cx="2563368" cy="52263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Codebase Legacy</a:t>
              </a:r>
            </a:p>
          </p:txBody>
        </p:sp>
        <p:cxnSp>
          <p:nvCxnSpPr>
            <p:cNvPr id="71" name="Connector: Elbow 70">
              <a:extLst>
                <a:ext uri="{FF2B5EF4-FFF2-40B4-BE49-F238E27FC236}">
                  <a16:creationId xmlns:a16="http://schemas.microsoft.com/office/drawing/2014/main" id="{66178594-5228-FBB2-EA1D-5C7A671CA513}"/>
                </a:ext>
              </a:extLst>
            </p:cNvPr>
            <p:cNvCxnSpPr>
              <a:cxnSpLocks/>
              <a:stCxn id="52" idx="3"/>
              <a:endCxn id="41" idx="2"/>
            </p:cNvCxnSpPr>
            <p:nvPr/>
          </p:nvCxnSpPr>
          <p:spPr>
            <a:xfrm flipV="1">
              <a:off x="3451562" y="3082351"/>
              <a:ext cx="6685539" cy="633331"/>
            </a:xfrm>
            <a:prstGeom prst="bentConnector2">
              <a:avLst/>
            </a:prstGeom>
            <a:ln w="28575">
              <a:tailEnd type="triangle"/>
            </a:ln>
          </p:spPr>
          <p:style>
            <a:lnRef idx="1">
              <a:schemeClr val="dk1"/>
            </a:lnRef>
            <a:fillRef idx="0">
              <a:schemeClr val="dk1"/>
            </a:fillRef>
            <a:effectRef idx="0">
              <a:schemeClr val="dk1"/>
            </a:effectRef>
            <a:fontRef idx="minor">
              <a:schemeClr val="tx1"/>
            </a:fontRef>
          </p:style>
        </p:cxnSp>
        <p:cxnSp>
          <p:nvCxnSpPr>
            <p:cNvPr id="74" name="Connector: Elbow 73">
              <a:extLst>
                <a:ext uri="{FF2B5EF4-FFF2-40B4-BE49-F238E27FC236}">
                  <a16:creationId xmlns:a16="http://schemas.microsoft.com/office/drawing/2014/main" id="{83BB27BE-D3BB-E91B-51FC-8F1214177FB1}"/>
                </a:ext>
              </a:extLst>
            </p:cNvPr>
            <p:cNvCxnSpPr>
              <a:cxnSpLocks/>
              <a:stCxn id="69" idx="3"/>
              <a:endCxn id="41" idx="2"/>
            </p:cNvCxnSpPr>
            <p:nvPr/>
          </p:nvCxnSpPr>
          <p:spPr>
            <a:xfrm flipV="1">
              <a:off x="3451562" y="3082351"/>
              <a:ext cx="6685539" cy="1433043"/>
            </a:xfrm>
            <a:prstGeom prst="bentConnector2">
              <a:avLst/>
            </a:prstGeom>
            <a:ln w="28575">
              <a:tailEnd type="triangle"/>
            </a:ln>
          </p:spPr>
          <p:style>
            <a:lnRef idx="1">
              <a:schemeClr val="dk1"/>
            </a:lnRef>
            <a:fillRef idx="0">
              <a:schemeClr val="dk1"/>
            </a:fillRef>
            <a:effectRef idx="0">
              <a:schemeClr val="dk1"/>
            </a:effectRef>
            <a:fontRef idx="minor">
              <a:schemeClr val="tx1"/>
            </a:fontRef>
          </p:style>
        </p:cxnSp>
        <p:cxnSp>
          <p:nvCxnSpPr>
            <p:cNvPr id="77" name="Connector: Elbow 76">
              <a:extLst>
                <a:ext uri="{FF2B5EF4-FFF2-40B4-BE49-F238E27FC236}">
                  <a16:creationId xmlns:a16="http://schemas.microsoft.com/office/drawing/2014/main" id="{CE35A3B0-C223-F4B1-C650-78E9026DC692}"/>
                </a:ext>
              </a:extLst>
            </p:cNvPr>
            <p:cNvCxnSpPr>
              <a:cxnSpLocks/>
              <a:stCxn id="70" idx="3"/>
              <a:endCxn id="41" idx="2"/>
            </p:cNvCxnSpPr>
            <p:nvPr/>
          </p:nvCxnSpPr>
          <p:spPr>
            <a:xfrm flipV="1">
              <a:off x="3448196" y="3082351"/>
              <a:ext cx="6688905" cy="2859491"/>
            </a:xfrm>
            <a:prstGeom prst="bentConnector2">
              <a:avLst/>
            </a:prstGeom>
            <a:ln w="28575">
              <a:tailEnd type="triangle"/>
            </a:ln>
          </p:spPr>
          <p:style>
            <a:lnRef idx="1">
              <a:schemeClr val="dk1"/>
            </a:lnRef>
            <a:fillRef idx="0">
              <a:schemeClr val="dk1"/>
            </a:fillRef>
            <a:effectRef idx="0">
              <a:schemeClr val="dk1"/>
            </a:effectRef>
            <a:fontRef idx="minor">
              <a:schemeClr val="tx1"/>
            </a:fontRef>
          </p:style>
        </p:cxnSp>
        <p:sp>
          <p:nvSpPr>
            <p:cNvPr id="82" name="Rectangle 81">
              <a:extLst>
                <a:ext uri="{FF2B5EF4-FFF2-40B4-BE49-F238E27FC236}">
                  <a16:creationId xmlns:a16="http://schemas.microsoft.com/office/drawing/2014/main" id="{006A5D22-D7EC-A363-14B1-B316EDDECEC9}"/>
                </a:ext>
              </a:extLst>
            </p:cNvPr>
            <p:cNvSpPr/>
            <p:nvPr/>
          </p:nvSpPr>
          <p:spPr>
            <a:xfrm>
              <a:off x="884828" y="4967300"/>
              <a:ext cx="2563368" cy="52263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Code Complexity</a:t>
              </a:r>
            </a:p>
          </p:txBody>
        </p:sp>
        <p:cxnSp>
          <p:nvCxnSpPr>
            <p:cNvPr id="84" name="Connector: Elbow 83">
              <a:extLst>
                <a:ext uri="{FF2B5EF4-FFF2-40B4-BE49-F238E27FC236}">
                  <a16:creationId xmlns:a16="http://schemas.microsoft.com/office/drawing/2014/main" id="{74161E59-D174-25F0-EA6D-BD5B78CB9A1F}"/>
                </a:ext>
              </a:extLst>
            </p:cNvPr>
            <p:cNvCxnSpPr>
              <a:cxnSpLocks/>
              <a:stCxn id="82" idx="3"/>
              <a:endCxn id="41" idx="2"/>
            </p:cNvCxnSpPr>
            <p:nvPr/>
          </p:nvCxnSpPr>
          <p:spPr>
            <a:xfrm flipV="1">
              <a:off x="3448196" y="3082351"/>
              <a:ext cx="6688905" cy="2146267"/>
            </a:xfrm>
            <a:prstGeom prst="bentConnector2">
              <a:avLst/>
            </a:prstGeom>
            <a:ln w="28575">
              <a:tailEnd type="triangle"/>
            </a:ln>
          </p:spPr>
          <p:style>
            <a:lnRef idx="1">
              <a:schemeClr val="dk1"/>
            </a:lnRef>
            <a:fillRef idx="0">
              <a:schemeClr val="dk1"/>
            </a:fillRef>
            <a:effectRef idx="0">
              <a:schemeClr val="dk1"/>
            </a:effectRef>
            <a:fontRef idx="minor">
              <a:schemeClr val="tx1"/>
            </a:fontRef>
          </p:style>
        </p:cxnSp>
        <p:cxnSp>
          <p:nvCxnSpPr>
            <p:cNvPr id="87" name="Connector: Elbow 86">
              <a:extLst>
                <a:ext uri="{FF2B5EF4-FFF2-40B4-BE49-F238E27FC236}">
                  <a16:creationId xmlns:a16="http://schemas.microsoft.com/office/drawing/2014/main" id="{C5B84DBA-CA9C-0BEB-C0D5-0182D91D44AE}"/>
                </a:ext>
              </a:extLst>
            </p:cNvPr>
            <p:cNvCxnSpPr>
              <a:cxnSpLocks/>
              <a:stCxn id="43" idx="1"/>
              <a:endCxn id="82" idx="1"/>
            </p:cNvCxnSpPr>
            <p:nvPr/>
          </p:nvCxnSpPr>
          <p:spPr>
            <a:xfrm rot="10800000" flipV="1">
              <a:off x="884828" y="1635638"/>
              <a:ext cx="6752" cy="3592980"/>
            </a:xfrm>
            <a:prstGeom prst="bentConnector3">
              <a:avLst>
                <a:gd name="adj1" fmla="val 3485664"/>
              </a:avLst>
            </a:prstGeom>
            <a:ln w="28575">
              <a:tailEnd type="triangle"/>
            </a:ln>
          </p:spPr>
          <p:style>
            <a:lnRef idx="1">
              <a:schemeClr val="dk1"/>
            </a:lnRef>
            <a:fillRef idx="0">
              <a:schemeClr val="dk1"/>
            </a:fillRef>
            <a:effectRef idx="0">
              <a:schemeClr val="dk1"/>
            </a:effectRef>
            <a:fontRef idx="minor">
              <a:schemeClr val="tx1"/>
            </a:fontRef>
          </p:style>
        </p:cxnSp>
        <p:cxnSp>
          <p:nvCxnSpPr>
            <p:cNvPr id="90" name="Connector: Elbow 89">
              <a:extLst>
                <a:ext uri="{FF2B5EF4-FFF2-40B4-BE49-F238E27FC236}">
                  <a16:creationId xmlns:a16="http://schemas.microsoft.com/office/drawing/2014/main" id="{50E566DE-A9F5-85E2-054C-242F31BB6237}"/>
                </a:ext>
              </a:extLst>
            </p:cNvPr>
            <p:cNvCxnSpPr>
              <a:cxnSpLocks/>
              <a:stCxn id="43" idx="1"/>
              <a:endCxn id="70" idx="1"/>
            </p:cNvCxnSpPr>
            <p:nvPr/>
          </p:nvCxnSpPr>
          <p:spPr>
            <a:xfrm rot="10800000" flipV="1">
              <a:off x="884828" y="1635638"/>
              <a:ext cx="6752" cy="4306204"/>
            </a:xfrm>
            <a:prstGeom prst="bentConnector3">
              <a:avLst>
                <a:gd name="adj1" fmla="val 3485664"/>
              </a:avLst>
            </a:prstGeom>
            <a:ln w="28575">
              <a:tailEnd type="triangle"/>
            </a:ln>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C099FCEE-7FAA-EB91-B8BD-8F7D4AF16D15}"/>
                </a:ext>
              </a:extLst>
            </p:cNvPr>
            <p:cNvSpPr txBox="1"/>
            <p:nvPr/>
          </p:nvSpPr>
          <p:spPr>
            <a:xfrm>
              <a:off x="6974517" y="2324645"/>
              <a:ext cx="1892053" cy="461665"/>
            </a:xfrm>
            <a:prstGeom prst="rect">
              <a:avLst/>
            </a:prstGeom>
            <a:noFill/>
          </p:spPr>
          <p:txBody>
            <a:bodyPr wrap="square">
              <a:spAutoFit/>
            </a:bodyPr>
            <a:lstStyle/>
            <a:p>
              <a:r>
                <a:rPr lang="en-US" sz="2400">
                  <a:solidFill>
                    <a:prstClr val="black"/>
                  </a:solidFill>
                  <a:latin typeface="Gadugi" panose="020B0502040204020203" pitchFamily="34" charset="0"/>
                  <a:ea typeface="Gadugi" panose="020B0502040204020203" pitchFamily="34" charset="0"/>
                </a:rPr>
                <a:t>To be Tested</a:t>
              </a:r>
              <a:endParaRPr lang="en-US"/>
            </a:p>
          </p:txBody>
        </p:sp>
        <p:cxnSp>
          <p:nvCxnSpPr>
            <p:cNvPr id="100" name="Straight Arrow Connector 99">
              <a:extLst>
                <a:ext uri="{FF2B5EF4-FFF2-40B4-BE49-F238E27FC236}">
                  <a16:creationId xmlns:a16="http://schemas.microsoft.com/office/drawing/2014/main" id="{A41E2FE1-2D27-C653-319B-C5EE58505A54}"/>
                </a:ext>
              </a:extLst>
            </p:cNvPr>
            <p:cNvCxnSpPr>
              <a:cxnSpLocks/>
              <a:stCxn id="43" idx="3"/>
              <a:endCxn id="47" idx="1"/>
            </p:cNvCxnSpPr>
            <p:nvPr/>
          </p:nvCxnSpPr>
          <p:spPr>
            <a:xfrm>
              <a:off x="3447123" y="1635638"/>
              <a:ext cx="964026" cy="116860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03" name="Straight Arrow Connector 102">
              <a:extLst>
                <a:ext uri="{FF2B5EF4-FFF2-40B4-BE49-F238E27FC236}">
                  <a16:creationId xmlns:a16="http://schemas.microsoft.com/office/drawing/2014/main" id="{24FDA7BB-0443-991C-EC88-5A652A2699DB}"/>
                </a:ext>
              </a:extLst>
            </p:cNvPr>
            <p:cNvCxnSpPr>
              <a:cxnSpLocks/>
              <a:stCxn id="52" idx="3"/>
              <a:endCxn id="47" idx="1"/>
            </p:cNvCxnSpPr>
            <p:nvPr/>
          </p:nvCxnSpPr>
          <p:spPr>
            <a:xfrm flipV="1">
              <a:off x="3451562" y="2804240"/>
              <a:ext cx="959587" cy="91144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a:extLst>
                <a:ext uri="{FF2B5EF4-FFF2-40B4-BE49-F238E27FC236}">
                  <a16:creationId xmlns:a16="http://schemas.microsoft.com/office/drawing/2014/main" id="{F2A823B0-EBDB-66AE-1439-C8EC58FB1383}"/>
                </a:ext>
              </a:extLst>
            </p:cNvPr>
            <p:cNvCxnSpPr>
              <a:cxnSpLocks/>
              <a:stCxn id="69" idx="3"/>
              <a:endCxn id="47" idx="1"/>
            </p:cNvCxnSpPr>
            <p:nvPr/>
          </p:nvCxnSpPr>
          <p:spPr>
            <a:xfrm flipV="1">
              <a:off x="3451562" y="2804240"/>
              <a:ext cx="959587" cy="17111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a:extLst>
                <a:ext uri="{FF2B5EF4-FFF2-40B4-BE49-F238E27FC236}">
                  <a16:creationId xmlns:a16="http://schemas.microsoft.com/office/drawing/2014/main" id="{6C6A8149-271E-D517-08FA-0F57707F1F6A}"/>
                </a:ext>
              </a:extLst>
            </p:cNvPr>
            <p:cNvCxnSpPr>
              <a:cxnSpLocks/>
              <a:stCxn id="82" idx="3"/>
              <a:endCxn id="47" idx="1"/>
            </p:cNvCxnSpPr>
            <p:nvPr/>
          </p:nvCxnSpPr>
          <p:spPr>
            <a:xfrm flipV="1">
              <a:off x="3448196" y="2804240"/>
              <a:ext cx="962953" cy="242437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a:extLst>
                <a:ext uri="{FF2B5EF4-FFF2-40B4-BE49-F238E27FC236}">
                  <a16:creationId xmlns:a16="http://schemas.microsoft.com/office/drawing/2014/main" id="{35D28F3B-8EB3-21A8-2734-0E2A350D4101}"/>
                </a:ext>
              </a:extLst>
            </p:cNvPr>
            <p:cNvCxnSpPr>
              <a:cxnSpLocks/>
              <a:stCxn id="70" idx="3"/>
              <a:endCxn id="47" idx="1"/>
            </p:cNvCxnSpPr>
            <p:nvPr/>
          </p:nvCxnSpPr>
          <p:spPr>
            <a:xfrm flipV="1">
              <a:off x="3448196" y="2804240"/>
              <a:ext cx="962953" cy="313760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1607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45C36-A100-0425-FFA7-FE45532E6050}"/>
              </a:ext>
            </a:extLst>
          </p:cNvPr>
          <p:cNvSpPr>
            <a:spLocks noGrp="1"/>
          </p:cNvSpPr>
          <p:nvPr>
            <p:ph type="title"/>
          </p:nvPr>
        </p:nvSpPr>
        <p:spPr/>
        <p:txBody>
          <a:bodyPr/>
          <a:lstStyle/>
          <a:p>
            <a:r>
              <a:rPr lang="en-US" altLang="zh-CN"/>
              <a:t>PL</a:t>
            </a:r>
            <a:r>
              <a:rPr lang="zh-CN" altLang="en-US"/>
              <a:t> </a:t>
            </a:r>
            <a:r>
              <a:rPr lang="en-US" altLang="zh-CN"/>
              <a:t>vs.</a:t>
            </a:r>
            <a:r>
              <a:rPr lang="zh-CN" altLang="en-US"/>
              <a:t> </a:t>
            </a:r>
            <a:r>
              <a:rPr lang="en-US" altLang="zh-CN"/>
              <a:t>Defect</a:t>
            </a:r>
            <a:r>
              <a:rPr lang="zh-CN" altLang="en-US"/>
              <a:t> </a:t>
            </a:r>
            <a:r>
              <a:rPr lang="en-US" altLang="zh-CN"/>
              <a:t>Proneness: Model Specification of Ray et al.</a:t>
            </a: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3A1202C-8113-F258-61D5-45A47D21C61E}"/>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func>
                        <m:funcPr>
                          <m:ctrlPr>
                            <a:rPr lang="en-US" sz="2200" b="0" i="1" smtClean="0">
                              <a:latin typeface="Cambria Math" panose="02040503050406030204" pitchFamily="18" charset="0"/>
                            </a:rPr>
                          </m:ctrlPr>
                        </m:funcPr>
                        <m:fName>
                          <m:r>
                            <m:rPr>
                              <m:sty m:val="p"/>
                            </m:rPr>
                            <a:rPr lang="en-US" sz="2200" b="0" i="0" smtClean="0">
                              <a:latin typeface="Cambria Math" panose="02040503050406030204" pitchFamily="18" charset="0"/>
                            </a:rPr>
                            <m:t>ln</m:t>
                          </m:r>
                        </m:fName>
                        <m:e>
                          <m:d>
                            <m:dPr>
                              <m:ctrlPr>
                                <a:rPr lang="en-US" sz="2200" b="0" i="1" smtClean="0">
                                  <a:latin typeface="Cambria Math" panose="02040503050406030204" pitchFamily="18" charset="0"/>
                                </a:rPr>
                              </m:ctrlPr>
                            </m:dPr>
                            <m:e>
                              <m:r>
                                <a:rPr lang="en-US" sz="2200" i="1">
                                  <a:latin typeface="Cambria Math" panose="02040503050406030204" pitchFamily="18" charset="0"/>
                                </a:rPr>
                                <m:t>#</m:t>
                              </m:r>
                              <m:r>
                                <a:rPr lang="en-US" sz="2200" i="1">
                                  <a:latin typeface="Cambria Math" panose="02040503050406030204" pitchFamily="18" charset="0"/>
                                </a:rPr>
                                <m:t>𝑏𝑢𝑔</m:t>
                              </m:r>
                              <m:sSub>
                                <m:sSubPr>
                                  <m:ctrlPr>
                                    <a:rPr lang="en-US" sz="2200" i="1">
                                      <a:latin typeface="Cambria Math" panose="02040503050406030204" pitchFamily="18" charset="0"/>
                                    </a:rPr>
                                  </m:ctrlPr>
                                </m:sSubPr>
                                <m:e>
                                  <m:r>
                                    <a:rPr lang="en-US" sz="2200" i="1">
                                      <a:latin typeface="Cambria Math" panose="02040503050406030204" pitchFamily="18" charset="0"/>
                                    </a:rPr>
                                    <m:t>𝑠</m:t>
                                  </m:r>
                                </m:e>
                                <m:sub>
                                  <m:r>
                                    <a:rPr lang="en-US" sz="2200" i="1">
                                      <a:latin typeface="Cambria Math" panose="02040503050406030204" pitchFamily="18" charset="0"/>
                                    </a:rPr>
                                    <m:t>𝑖</m:t>
                                  </m:r>
                                </m:sub>
                              </m:sSub>
                            </m:e>
                          </m:d>
                        </m:e>
                      </m:func>
                      <m:r>
                        <a:rPr lang="en-US" sz="2200" i="1">
                          <a:latin typeface="Cambria Math" panose="02040503050406030204" pitchFamily="18" charset="0"/>
                        </a:rPr>
                        <m:t>=</m:t>
                      </m:r>
                      <m:r>
                        <a:rPr lang="en-US" sz="2200" i="1">
                          <a:latin typeface="Cambria Math" panose="02040503050406030204" pitchFamily="18" charset="0"/>
                        </a:rPr>
                        <m:t>𝛼</m:t>
                      </m:r>
                      <m:r>
                        <a:rPr lang="en-US" sz="2200" i="1">
                          <a:latin typeface="Cambria Math" panose="02040503050406030204" pitchFamily="18" charset="0"/>
                        </a:rPr>
                        <m:t>+</m:t>
                      </m:r>
                      <m:nary>
                        <m:naryPr>
                          <m:chr m:val="∑"/>
                          <m:supHide m:val="on"/>
                          <m:ctrlPr>
                            <a:rPr lang="en-US" sz="2200" i="1">
                              <a:latin typeface="Cambria Math" panose="02040503050406030204" pitchFamily="18" charset="0"/>
                            </a:rPr>
                          </m:ctrlPr>
                        </m:naryPr>
                        <m:sub>
                          <m:sSub>
                            <m:sSubPr>
                              <m:ctrlPr>
                                <a:rPr lang="en-US" sz="2200" b="0" i="1" smtClean="0">
                                  <a:latin typeface="Cambria Math" panose="02040503050406030204" pitchFamily="18" charset="0"/>
                                </a:rPr>
                              </m:ctrlPr>
                            </m:sSubPr>
                            <m:e>
                              <m:r>
                                <a:rPr lang="en-US" sz="2200" i="1">
                                  <a:latin typeface="Cambria Math" panose="02040503050406030204" pitchFamily="18" charset="0"/>
                                </a:rPr>
                                <m:t>𝑋</m:t>
                              </m:r>
                            </m:e>
                            <m:sub>
                              <m:r>
                                <a:rPr lang="en-US" sz="2200" b="0" i="1" smtClean="0">
                                  <a:latin typeface="Cambria Math" panose="02040503050406030204" pitchFamily="18" charset="0"/>
                                </a:rPr>
                                <m:t>𝑖</m:t>
                              </m:r>
                            </m:sub>
                          </m:sSub>
                          <m:r>
                            <a:rPr lang="en-US" sz="2200" i="1">
                              <a:latin typeface="Cambria Math" panose="02040503050406030204" pitchFamily="18" charset="0"/>
                            </a:rPr>
                            <m:t>∈</m:t>
                          </m:r>
                          <m:r>
                            <m:rPr>
                              <m:sty m:val="p"/>
                            </m:rPr>
                            <a:rPr lang="en-US" sz="2200" b="0" i="0" smtClean="0">
                              <a:latin typeface="Cambria Math" panose="02040503050406030204" pitchFamily="18" charset="0"/>
                            </a:rPr>
                            <m:t>PLs</m:t>
                          </m:r>
                        </m:sub>
                        <m:sup/>
                        <m:e>
                          <m:sSub>
                            <m:sSubPr>
                              <m:ctrlPr>
                                <a:rPr lang="en-US" sz="2200" i="1">
                                  <a:latin typeface="Cambria Math" panose="02040503050406030204" pitchFamily="18" charset="0"/>
                                </a:rPr>
                              </m:ctrlPr>
                            </m:sSubPr>
                            <m:e>
                              <m:r>
                                <m:rPr>
                                  <m:lit/>
                                </m:rPr>
                                <a:rPr lang="en-US" sz="2200" i="1">
                                  <a:latin typeface="Cambria Math" panose="02040503050406030204" pitchFamily="18" charset="0"/>
                                </a:rPr>
                                <m:t> </m:t>
                              </m:r>
                              <m:r>
                                <a:rPr lang="en-US" sz="2200" b="0" i="1" smtClean="0">
                                  <a:latin typeface="Cambria Math" panose="02040503050406030204" pitchFamily="18" charset="0"/>
                                </a:rPr>
                                <m:t>𝛽</m:t>
                              </m:r>
                            </m:e>
                            <m:sub>
                              <m:r>
                                <a:rPr lang="en-US" sz="2200" i="1">
                                  <a:latin typeface="Cambria Math" panose="02040503050406030204" pitchFamily="18" charset="0"/>
                                </a:rPr>
                                <m:t>𝑋</m:t>
                              </m:r>
                            </m:sub>
                          </m:sSub>
                          <m:sSub>
                            <m:sSubPr>
                              <m:ctrlPr>
                                <a:rPr lang="en-US" sz="2200" b="0" i="1" smtClean="0">
                                  <a:latin typeface="Cambria Math" panose="02040503050406030204" pitchFamily="18" charset="0"/>
                                </a:rPr>
                              </m:ctrlPr>
                            </m:sSubPr>
                            <m:e>
                              <m:r>
                                <a:rPr lang="en-US" sz="2200" i="1">
                                  <a:latin typeface="Cambria Math" panose="02040503050406030204" pitchFamily="18" charset="0"/>
                                </a:rPr>
                                <m:t>𝑋</m:t>
                              </m:r>
                            </m:e>
                            <m:sub>
                              <m:r>
                                <a:rPr lang="en-US" sz="2200" b="0" i="1" smtClean="0">
                                  <a:latin typeface="Cambria Math" panose="02040503050406030204" pitchFamily="18" charset="0"/>
                                </a:rPr>
                                <m:t>𝑖</m:t>
                              </m:r>
                            </m:sub>
                          </m:sSub>
                        </m:e>
                      </m:nary>
                      <m:r>
                        <a:rPr lang="en-US" sz="2200" i="1">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𝛾</m:t>
                          </m:r>
                        </m:e>
                        <m:sub>
                          <m:r>
                            <a:rPr lang="en-US" sz="2200" b="0" i="1" smtClean="0">
                              <a:latin typeface="Cambria Math" panose="02040503050406030204" pitchFamily="18" charset="0"/>
                            </a:rPr>
                            <m:t>1</m:t>
                          </m:r>
                        </m:sub>
                      </m:sSub>
                      <m:func>
                        <m:funcPr>
                          <m:ctrlPr>
                            <a:rPr lang="en-US" sz="2200" b="0" i="1" smtClean="0">
                              <a:latin typeface="Cambria Math" panose="02040503050406030204" pitchFamily="18" charset="0"/>
                            </a:rPr>
                          </m:ctrlPr>
                        </m:funcPr>
                        <m:fName>
                          <m:r>
                            <m:rPr>
                              <m:sty m:val="p"/>
                            </m:rPr>
                            <a:rPr lang="en-US" sz="2200" b="0" i="0" smtClean="0">
                              <a:latin typeface="Cambria Math" panose="02040503050406030204" pitchFamily="18" charset="0"/>
                            </a:rPr>
                            <m:t>log</m:t>
                          </m:r>
                        </m:fName>
                        <m:e>
                          <m:r>
                            <m:rPr>
                              <m:sty m:val="p"/>
                            </m:rPr>
                            <a:rPr lang="en-US" sz="2200" b="0" i="0" smtClean="0">
                              <a:latin typeface="Cambria Math" panose="02040503050406030204" pitchFamily="18" charset="0"/>
                            </a:rPr>
                            <m:t>commit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𝑠</m:t>
                              </m:r>
                            </m:e>
                            <m:sub>
                              <m:r>
                                <a:rPr lang="en-US" sz="2200" b="0" i="1" smtClean="0">
                                  <a:latin typeface="Cambria Math" panose="02040503050406030204" pitchFamily="18" charset="0"/>
                                </a:rPr>
                                <m:t>𝑖</m:t>
                              </m:r>
                            </m:sub>
                          </m:sSub>
                        </m:e>
                      </m:func>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𝛾</m:t>
                          </m:r>
                        </m:e>
                        <m:sub>
                          <m:r>
                            <a:rPr lang="en-US" sz="2200" b="0" i="1" smtClean="0">
                              <a:latin typeface="Cambria Math" panose="02040503050406030204" pitchFamily="18" charset="0"/>
                            </a:rPr>
                            <m:t>2</m:t>
                          </m:r>
                        </m:sub>
                      </m:sSub>
                      <m:func>
                        <m:funcPr>
                          <m:ctrlPr>
                            <a:rPr lang="en-US" sz="2200" b="0" i="1" smtClean="0">
                              <a:latin typeface="Cambria Math" panose="02040503050406030204" pitchFamily="18" charset="0"/>
                            </a:rPr>
                          </m:ctrlPr>
                        </m:funcPr>
                        <m:fName>
                          <m:r>
                            <m:rPr>
                              <m:sty m:val="p"/>
                            </m:rPr>
                            <a:rPr lang="en-US" sz="2200" b="0" i="0" smtClean="0">
                              <a:latin typeface="Cambria Math" panose="02040503050406030204" pitchFamily="18" charset="0"/>
                            </a:rPr>
                            <m:t>log</m:t>
                          </m:r>
                        </m:fName>
                        <m:e>
                          <m:r>
                            <m:rPr>
                              <m:sty m:val="p"/>
                            </m:rPr>
                            <a:rPr lang="en-US" sz="2200" b="0" i="0" smtClean="0">
                              <a:latin typeface="Cambria Math" panose="02040503050406030204" pitchFamily="18" charset="0"/>
                            </a:rPr>
                            <m:t>ag</m:t>
                          </m:r>
                          <m:sSub>
                            <m:sSubPr>
                              <m:ctrlPr>
                                <a:rPr lang="en-US" sz="2200" b="0" i="1" smtClean="0">
                                  <a:latin typeface="Cambria Math" panose="02040503050406030204" pitchFamily="18" charset="0"/>
                                </a:rPr>
                              </m:ctrlPr>
                            </m:sSubPr>
                            <m:e>
                              <m:r>
                                <m:rPr>
                                  <m:sty m:val="p"/>
                                </m:rPr>
                                <a:rPr lang="en-US" sz="2200" b="0" i="0" smtClean="0">
                                  <a:latin typeface="Cambria Math" panose="02040503050406030204" pitchFamily="18" charset="0"/>
                                </a:rPr>
                                <m:t>e</m:t>
                              </m:r>
                            </m:e>
                            <m:sub>
                              <m:r>
                                <a:rPr lang="en-US" sz="2200" b="0" i="1" smtClean="0">
                                  <a:latin typeface="Cambria Math" panose="02040503050406030204" pitchFamily="18" charset="0"/>
                                </a:rPr>
                                <m:t>𝑖</m:t>
                              </m:r>
                            </m:sub>
                          </m:sSub>
                        </m:e>
                      </m:func>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𝛾</m:t>
                          </m:r>
                        </m:e>
                        <m:sub>
                          <m:r>
                            <a:rPr lang="en-US" sz="2200" b="0" i="1" smtClean="0">
                              <a:latin typeface="Cambria Math" panose="02040503050406030204" pitchFamily="18" charset="0"/>
                            </a:rPr>
                            <m:t>3</m:t>
                          </m:r>
                        </m:sub>
                      </m:sSub>
                      <m:func>
                        <m:funcPr>
                          <m:ctrlPr>
                            <a:rPr lang="en-US" sz="2200" i="1">
                              <a:latin typeface="Cambria Math" panose="02040503050406030204" pitchFamily="18" charset="0"/>
                            </a:rPr>
                          </m:ctrlPr>
                        </m:funcPr>
                        <m:fName>
                          <m:r>
                            <m:rPr>
                              <m:sty m:val="p"/>
                            </m:rPr>
                            <a:rPr lang="en-US" sz="2200">
                              <a:latin typeface="Cambria Math" panose="02040503050406030204" pitchFamily="18" charset="0"/>
                            </a:rPr>
                            <m:t>log</m:t>
                          </m:r>
                        </m:fName>
                        <m:e>
                          <m:sSub>
                            <m:sSubPr>
                              <m:ctrlPr>
                                <a:rPr lang="en-US" altLang="zh-CN" sz="2200" b="0" i="1" smtClean="0">
                                  <a:latin typeface="Cambria Math" panose="02040503050406030204" pitchFamily="18" charset="0"/>
                                </a:rPr>
                              </m:ctrlPr>
                            </m:sSubPr>
                            <m:e>
                              <m:r>
                                <m:rPr>
                                  <m:sty m:val="p"/>
                                </m:rPr>
                                <a:rPr lang="en-US" altLang="zh-CN" sz="2200" i="0" smtClean="0">
                                  <a:latin typeface="Cambria Math" panose="02040503050406030204" pitchFamily="18" charset="0"/>
                                </a:rPr>
                                <m:t>size</m:t>
                              </m:r>
                            </m:e>
                            <m:sub>
                              <m:r>
                                <a:rPr lang="en-US" altLang="zh-CN" sz="2200" b="0" i="1" smtClean="0">
                                  <a:latin typeface="Cambria Math" panose="02040503050406030204" pitchFamily="18" charset="0"/>
                                </a:rPr>
                                <m:t>𝑖</m:t>
                              </m:r>
                            </m:sub>
                          </m:sSub>
                        </m:e>
                      </m:func>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𝛾</m:t>
                          </m:r>
                        </m:e>
                        <m:sub>
                          <m:r>
                            <a:rPr lang="en-US" sz="2200" b="0" i="1" smtClean="0">
                              <a:latin typeface="Cambria Math" panose="02040503050406030204" pitchFamily="18" charset="0"/>
                            </a:rPr>
                            <m:t>4</m:t>
                          </m:r>
                        </m:sub>
                      </m:sSub>
                      <m:func>
                        <m:funcPr>
                          <m:ctrlPr>
                            <a:rPr lang="en-US" sz="2200" b="0" i="1" smtClean="0">
                              <a:latin typeface="Cambria Math" panose="02040503050406030204" pitchFamily="18" charset="0"/>
                            </a:rPr>
                          </m:ctrlPr>
                        </m:funcPr>
                        <m:fName>
                          <m:r>
                            <m:rPr>
                              <m:sty m:val="p"/>
                            </m:rPr>
                            <a:rPr lang="en-US" sz="2200" b="0" i="0" smtClean="0">
                              <a:latin typeface="Cambria Math" panose="02040503050406030204" pitchFamily="18" charset="0"/>
                            </a:rPr>
                            <m:t>log</m:t>
                          </m:r>
                        </m:fName>
                        <m:e>
                          <m:r>
                            <m:rPr>
                              <m:sty m:val="p"/>
                            </m:rPr>
                            <a:rPr lang="en-US" sz="2200" b="0" i="0" smtClean="0">
                              <a:latin typeface="Cambria Math" panose="02040503050406030204" pitchFamily="18" charset="0"/>
                            </a:rPr>
                            <m:t>dev</m:t>
                          </m:r>
                          <m:sSub>
                            <m:sSubPr>
                              <m:ctrlPr>
                                <a:rPr lang="en-US" sz="2200" b="0" i="1" smtClean="0">
                                  <a:latin typeface="Cambria Math" panose="02040503050406030204" pitchFamily="18" charset="0"/>
                                </a:rPr>
                              </m:ctrlPr>
                            </m:sSubPr>
                            <m:e>
                              <m:r>
                                <m:rPr>
                                  <m:sty m:val="p"/>
                                </m:rPr>
                                <a:rPr lang="en-US" sz="2200" b="0" i="0" smtClean="0">
                                  <a:latin typeface="Cambria Math" panose="02040503050406030204" pitchFamily="18" charset="0"/>
                                </a:rPr>
                                <m:t>s</m:t>
                              </m:r>
                            </m:e>
                            <m:sub>
                              <m:r>
                                <a:rPr lang="en-US" sz="2200" b="0" i="1" smtClean="0">
                                  <a:latin typeface="Cambria Math" panose="02040503050406030204" pitchFamily="18" charset="0"/>
                                </a:rPr>
                                <m:t>𝑖</m:t>
                              </m:r>
                            </m:sub>
                          </m:sSub>
                        </m:e>
                      </m:func>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𝜖</m:t>
                          </m:r>
                        </m:e>
                        <m:sub>
                          <m:r>
                            <a:rPr lang="en-US" sz="2200" i="1">
                              <a:latin typeface="Cambria Math" panose="02040503050406030204" pitchFamily="18" charset="0"/>
                            </a:rPr>
                            <m:t>𝑖</m:t>
                          </m:r>
                        </m:sub>
                      </m:sSub>
                    </m:oMath>
                  </m:oMathPara>
                </a14:m>
                <a:endParaRPr lang="en-US" sz="2200"/>
              </a:p>
              <a:p>
                <a:r>
                  <a:rPr lang="en-US" b="1"/>
                  <a:t>Potential outcome implied in this model:</a:t>
                </a:r>
              </a:p>
              <a:p>
                <a:pPr lvl="1"/>
                <a:r>
                  <a:rPr lang="en-US"/>
                  <a:t>For project </a:t>
                </a:r>
                <a14:m>
                  <m:oMath xmlns:m="http://schemas.openxmlformats.org/officeDocument/2006/math">
                    <m:r>
                      <a:rPr lang="en-US" b="0" i="1" smtClean="0">
                        <a:latin typeface="Cambria Math" panose="02040503050406030204" pitchFamily="18" charset="0"/>
                      </a:rPr>
                      <m:t>𝑖</m:t>
                    </m:r>
                  </m:oMath>
                </a14:m>
                <a:r>
                  <a:rPr lang="en-US"/>
                  <a:t> with language </a:t>
                </a:r>
                <a14:m>
                  <m:oMath xmlns:m="http://schemas.openxmlformats.org/officeDocument/2006/math">
                    <m:r>
                      <a:rPr lang="en-US" i="1" dirty="0">
                        <a:latin typeface="Cambria Math" panose="02040503050406030204" pitchFamily="18" charset="0"/>
                      </a:rPr>
                      <m:t>𝑋</m:t>
                    </m:r>
                  </m:oMath>
                </a14:m>
                <a:r>
                  <a:rPr lang="en-US"/>
                  <a:t>, effect of </a:t>
                </a:r>
                <a14:m>
                  <m:oMath xmlns:m="http://schemas.openxmlformats.org/officeDocument/2006/math">
                    <m:r>
                      <a:rPr lang="en-US" i="1" dirty="0" smtClean="0">
                        <a:latin typeface="Cambria Math" panose="02040503050406030204" pitchFamily="18" charset="0"/>
                      </a:rPr>
                      <m:t>𝑋</m:t>
                    </m:r>
                  </m:oMath>
                </a14:m>
                <a:r>
                  <a:rPr lang="en-US"/>
                  <a:t> can be estimated by comparing:</a:t>
                </a:r>
              </a:p>
              <a:p>
                <a:pPr lvl="2"/>
                <a:r>
                  <a:rPr lang="en-US" b="1"/>
                  <a:t>Actual: </a:t>
                </a:r>
                <a:r>
                  <a:rPr lang="en-US"/>
                  <a:t>The full model with languages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r>
                              <a:rPr lang="en-US" i="1">
                                <a:latin typeface="Cambria Math" panose="02040503050406030204" pitchFamily="18" charset="0"/>
                              </a:rPr>
                              <m:t>#</m:t>
                            </m:r>
                            <m:r>
                              <a:rPr lang="en-US" i="1">
                                <a:latin typeface="Cambria Math" panose="02040503050406030204" pitchFamily="18" charset="0"/>
                              </a:rPr>
                              <m:t>𝑏𝑢𝑔</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sub>
                            </m:sSub>
                          </m:e>
                        </m:d>
                      </m:e>
                    </m:func>
                  </m:oMath>
                </a14:m>
                <a:endParaRPr lang="en-US"/>
              </a:p>
              <a:p>
                <a:pPr lvl="2"/>
                <a:r>
                  <a:rPr lang="en-US" b="1"/>
                  <a:t>Counterfactual: </a:t>
                </a:r>
                <a:r>
                  <a:rPr lang="en-US"/>
                  <a:t>computed without language dummies in the same model</a:t>
                </a:r>
                <a:endParaRPr lang="en-US" b="1"/>
              </a:p>
              <a:p>
                <a:pPr marL="1371600" lvl="3" indent="0">
                  <a:buNone/>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ln</m:t>
                              </m:r>
                            </m:fName>
                            <m:e>
                              <m:d>
                                <m:dPr>
                                  <m:ctrlPr>
                                    <a:rPr lang="en-US" sz="2000" i="1">
                                      <a:latin typeface="Cambria Math" panose="02040503050406030204" pitchFamily="18" charset="0"/>
                                    </a:rPr>
                                  </m:ctrlPr>
                                </m:dPr>
                                <m:e>
                                  <m:r>
                                    <a:rPr lang="en-US" sz="2000" i="1">
                                      <a:latin typeface="Cambria Math" panose="02040503050406030204" pitchFamily="18" charset="0"/>
                                    </a:rPr>
                                    <m:t>#</m:t>
                                  </m:r>
                                  <m:r>
                                    <a:rPr lang="en-US" sz="2000" i="1">
                                      <a:latin typeface="Cambria Math" panose="02040503050406030204" pitchFamily="18" charset="0"/>
                                    </a:rPr>
                                    <m:t>𝑏𝑢𝑔</m:t>
                                  </m:r>
                                  <m:sSub>
                                    <m:sSubPr>
                                      <m:ctrlPr>
                                        <a:rPr lang="en-US" sz="2000" i="1">
                                          <a:latin typeface="Cambria Math" panose="02040503050406030204" pitchFamily="18" charset="0"/>
                                        </a:rPr>
                                      </m:ctrlPr>
                                    </m:sSubPr>
                                    <m:e>
                                      <m:r>
                                        <a:rPr lang="en-US" sz="2000" i="1">
                                          <a:latin typeface="Cambria Math" panose="02040503050406030204" pitchFamily="18" charset="0"/>
                                        </a:rPr>
                                        <m:t>𝑠</m:t>
                                      </m:r>
                                    </m:e>
                                    <m:sub>
                                      <m:r>
                                        <a:rPr lang="en-US" sz="2000" i="1">
                                          <a:latin typeface="Cambria Math" panose="02040503050406030204" pitchFamily="18" charset="0"/>
                                        </a:rPr>
                                        <m:t>𝑖</m:t>
                                      </m:r>
                                    </m:sub>
                                  </m:sSub>
                                </m:e>
                              </m:d>
                            </m:e>
                          </m:func>
                        </m:e>
                      </m:acc>
                      <m:r>
                        <a:rPr lang="en-US" sz="2000" i="1">
                          <a:latin typeface="Cambria Math" panose="02040503050406030204" pitchFamily="18" charset="0"/>
                        </a:rPr>
                        <m:t>=</m:t>
                      </m:r>
                      <m:r>
                        <a:rPr lang="en-US" sz="2000" i="1">
                          <a:latin typeface="Cambria Math" panose="02040503050406030204" pitchFamily="18" charset="0"/>
                        </a:rPr>
                        <m:t>𝛼</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𝛾</m:t>
                          </m:r>
                        </m:e>
                        <m:sub>
                          <m:r>
                            <a:rPr lang="en-US" sz="2000" i="1">
                              <a:latin typeface="Cambria Math" panose="02040503050406030204" pitchFamily="18" charset="0"/>
                            </a:rPr>
                            <m:t>1</m:t>
                          </m:r>
                        </m:sub>
                      </m:sSub>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log</m:t>
                          </m:r>
                        </m:fName>
                        <m:e>
                          <m:r>
                            <m:rPr>
                              <m:sty m:val="p"/>
                            </m:rPr>
                            <a:rPr lang="en-US" sz="2000">
                              <a:latin typeface="Cambria Math" panose="02040503050406030204" pitchFamily="18" charset="0"/>
                            </a:rPr>
                            <m:t>commit</m:t>
                          </m:r>
                          <m:sSub>
                            <m:sSubPr>
                              <m:ctrlPr>
                                <a:rPr lang="en-US" sz="2000" i="1">
                                  <a:latin typeface="Cambria Math" panose="02040503050406030204" pitchFamily="18" charset="0"/>
                                </a:rPr>
                              </m:ctrlPr>
                            </m:sSubPr>
                            <m:e>
                              <m:r>
                                <a:rPr lang="en-US" sz="2000" i="1">
                                  <a:latin typeface="Cambria Math" panose="02040503050406030204" pitchFamily="18" charset="0"/>
                                </a:rPr>
                                <m:t>𝑠</m:t>
                              </m:r>
                            </m:e>
                            <m:sub>
                              <m:r>
                                <a:rPr lang="en-US" sz="2000" i="1">
                                  <a:latin typeface="Cambria Math" panose="02040503050406030204" pitchFamily="18" charset="0"/>
                                </a:rPr>
                                <m:t>𝑖</m:t>
                              </m:r>
                            </m:sub>
                          </m:sSub>
                        </m:e>
                      </m:func>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𝛾</m:t>
                          </m:r>
                        </m:e>
                        <m:sub>
                          <m:r>
                            <a:rPr lang="en-US" sz="2000" i="1">
                              <a:latin typeface="Cambria Math" panose="02040503050406030204" pitchFamily="18" charset="0"/>
                            </a:rPr>
                            <m:t>2</m:t>
                          </m:r>
                        </m:sub>
                      </m:sSub>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log</m:t>
                          </m:r>
                        </m:fName>
                        <m:e>
                          <m:r>
                            <m:rPr>
                              <m:sty m:val="p"/>
                            </m:rPr>
                            <a:rPr lang="en-US" sz="2000">
                              <a:latin typeface="Cambria Math" panose="02040503050406030204" pitchFamily="18" charset="0"/>
                            </a:rPr>
                            <m:t>ag</m:t>
                          </m:r>
                          <m:sSub>
                            <m:sSubPr>
                              <m:ctrlPr>
                                <a:rPr lang="en-US" sz="2000" i="1">
                                  <a:latin typeface="Cambria Math" panose="02040503050406030204" pitchFamily="18" charset="0"/>
                                </a:rPr>
                              </m:ctrlPr>
                            </m:sSubPr>
                            <m:e>
                              <m:r>
                                <m:rPr>
                                  <m:sty m:val="p"/>
                                </m:rPr>
                                <a:rPr lang="en-US" sz="2000">
                                  <a:latin typeface="Cambria Math" panose="02040503050406030204" pitchFamily="18" charset="0"/>
                                </a:rPr>
                                <m:t>e</m:t>
                              </m:r>
                            </m:e>
                            <m:sub>
                              <m:r>
                                <a:rPr lang="en-US" sz="2000" i="1">
                                  <a:latin typeface="Cambria Math" panose="02040503050406030204" pitchFamily="18" charset="0"/>
                                </a:rPr>
                                <m:t>𝑖</m:t>
                              </m:r>
                            </m:sub>
                          </m:sSub>
                        </m:e>
                      </m:func>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𝛾</m:t>
                          </m:r>
                        </m:e>
                        <m:sub>
                          <m:r>
                            <a:rPr lang="en-US" sz="2000" i="1">
                              <a:latin typeface="Cambria Math" panose="02040503050406030204" pitchFamily="18" charset="0"/>
                            </a:rPr>
                            <m:t>3</m:t>
                          </m:r>
                        </m:sub>
                      </m:sSub>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log</m:t>
                          </m:r>
                        </m:fName>
                        <m:e>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size</m:t>
                              </m:r>
                            </m:e>
                            <m:sub>
                              <m:r>
                                <a:rPr lang="en-US" altLang="zh-CN" sz="2000" i="1">
                                  <a:latin typeface="Cambria Math" panose="02040503050406030204" pitchFamily="18" charset="0"/>
                                </a:rPr>
                                <m:t>𝑖</m:t>
                              </m:r>
                            </m:sub>
                          </m:sSub>
                        </m:e>
                      </m:func>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𝛾</m:t>
                          </m:r>
                        </m:e>
                        <m:sub>
                          <m:r>
                            <a:rPr lang="en-US" sz="2000" i="1">
                              <a:latin typeface="Cambria Math" panose="02040503050406030204" pitchFamily="18" charset="0"/>
                            </a:rPr>
                            <m:t>4</m:t>
                          </m:r>
                        </m:sub>
                      </m:sSub>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log</m:t>
                          </m:r>
                        </m:fName>
                        <m:e>
                          <m:r>
                            <m:rPr>
                              <m:sty m:val="p"/>
                            </m:rPr>
                            <a:rPr lang="en-US" sz="2000">
                              <a:latin typeface="Cambria Math" panose="02040503050406030204" pitchFamily="18" charset="0"/>
                            </a:rPr>
                            <m:t>dev</m:t>
                          </m:r>
                          <m:sSub>
                            <m:sSubPr>
                              <m:ctrlPr>
                                <a:rPr lang="en-US" sz="2000" i="1">
                                  <a:latin typeface="Cambria Math" panose="02040503050406030204" pitchFamily="18" charset="0"/>
                                </a:rPr>
                              </m:ctrlPr>
                            </m:sSubPr>
                            <m:e>
                              <m:r>
                                <m:rPr>
                                  <m:sty m:val="p"/>
                                </m:rPr>
                                <a:rPr lang="en-US" sz="2000">
                                  <a:latin typeface="Cambria Math" panose="02040503050406030204" pitchFamily="18" charset="0"/>
                                </a:rPr>
                                <m:t>s</m:t>
                              </m:r>
                            </m:e>
                            <m:sub>
                              <m:r>
                                <a:rPr lang="en-US" sz="2000" i="1">
                                  <a:latin typeface="Cambria Math" panose="02040503050406030204" pitchFamily="18" charset="0"/>
                                </a:rPr>
                                <m:t>𝑖</m:t>
                              </m:r>
                            </m:sub>
                          </m:sSub>
                        </m:e>
                      </m:func>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𝜖</m:t>
                          </m:r>
                        </m:e>
                        <m:sub>
                          <m:r>
                            <a:rPr lang="en-US" sz="2000" i="1">
                              <a:latin typeface="Cambria Math" panose="02040503050406030204" pitchFamily="18" charset="0"/>
                            </a:rPr>
                            <m:t>𝑖</m:t>
                          </m:r>
                        </m:sub>
                      </m:sSub>
                    </m:oMath>
                  </m:oMathPara>
                </a14:m>
                <a:endParaRPr lang="en-US" b="1"/>
              </a:p>
              <a:p>
                <a:r>
                  <a:rPr lang="en-US" b="1"/>
                  <a:t>Assumption for causal interpretation: </a:t>
                </a:r>
                <a:r>
                  <a:rPr lang="en-US"/>
                  <a:t>The counterfactual model sufficiently captures </a:t>
                </a:r>
                <a:r>
                  <a:rPr lang="en-US" b="1"/>
                  <a:t>all</a:t>
                </a:r>
                <a:r>
                  <a:rPr lang="en-US"/>
                  <a:t> confounders (those affecting both bug and PL) within the project</a:t>
                </a:r>
              </a:p>
            </p:txBody>
          </p:sp>
        </mc:Choice>
        <mc:Fallback>
          <p:sp>
            <p:nvSpPr>
              <p:cNvPr id="3" name="Content Placeholder 2">
                <a:extLst>
                  <a:ext uri="{FF2B5EF4-FFF2-40B4-BE49-F238E27FC236}">
                    <a16:creationId xmlns:a16="http://schemas.microsoft.com/office/drawing/2014/main" id="{83A1202C-8113-F258-61D5-45A47D21C61E}"/>
                  </a:ext>
                </a:extLst>
              </p:cNvPr>
              <p:cNvSpPr>
                <a:spLocks noGrp="1" noRot="1" noChangeAspect="1" noMove="1" noResize="1" noEditPoints="1" noAdjustHandles="1" noChangeArrowheads="1" noChangeShapeType="1" noTextEdit="1"/>
              </p:cNvSpPr>
              <p:nvPr>
                <p:ph idx="1"/>
              </p:nvPr>
            </p:nvSpPr>
            <p:spPr>
              <a:blipFill>
                <a:blip r:embed="rId2"/>
                <a:stretch>
                  <a:fillRect l="-73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4583C92-5696-F1FD-0AF3-177ABBA8E76B}"/>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108B1655-AD0D-0717-36D3-8360F2E6B912}"/>
              </a:ext>
            </a:extLst>
          </p:cNvPr>
          <p:cNvSpPr>
            <a:spLocks noGrp="1"/>
          </p:cNvSpPr>
          <p:nvPr>
            <p:ph type="sldNum" sz="quarter" idx="12"/>
          </p:nvPr>
        </p:nvSpPr>
        <p:spPr/>
        <p:txBody>
          <a:bodyPr/>
          <a:lstStyle/>
          <a:p>
            <a:fld id="{8E90A93A-CBEB-40B0-B638-E400989BEC3F}" type="slidenum">
              <a:rPr lang="zh-CN" altLang="en-US" smtClean="0"/>
              <a:pPr/>
              <a:t>33</a:t>
            </a:fld>
            <a:endParaRPr lang="zh-CN" altLang="en-US"/>
          </a:p>
        </p:txBody>
      </p:sp>
    </p:spTree>
    <p:extLst>
      <p:ext uri="{BB962C8B-B14F-4D97-AF65-F5344CB8AC3E}">
        <p14:creationId xmlns:p14="http://schemas.microsoft.com/office/powerpoint/2010/main" val="28227432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4C527-4767-E344-F01E-5D56989F0F94}"/>
              </a:ext>
            </a:extLst>
          </p:cNvPr>
          <p:cNvSpPr>
            <a:spLocks noGrp="1"/>
          </p:cNvSpPr>
          <p:nvPr>
            <p:ph type="title"/>
          </p:nvPr>
        </p:nvSpPr>
        <p:spPr/>
        <p:txBody>
          <a:bodyPr>
            <a:normAutofit/>
          </a:bodyPr>
          <a:lstStyle/>
          <a:p>
            <a:r>
              <a:rPr lang="en-US" altLang="zh-CN"/>
              <a:t>PL</a:t>
            </a:r>
            <a:r>
              <a:rPr lang="zh-CN" altLang="en-US"/>
              <a:t> </a:t>
            </a:r>
            <a:r>
              <a:rPr lang="en-US" altLang="zh-CN"/>
              <a:t>vs.</a:t>
            </a:r>
            <a:r>
              <a:rPr lang="zh-CN" altLang="en-US"/>
              <a:t> </a:t>
            </a:r>
            <a:r>
              <a:rPr lang="en-US" altLang="zh-CN"/>
              <a:t>Defect</a:t>
            </a:r>
            <a:r>
              <a:rPr lang="zh-CN" altLang="en-US"/>
              <a:t> </a:t>
            </a:r>
            <a:r>
              <a:rPr lang="en-US" altLang="zh-CN"/>
              <a:t>Proneness: What Confounders are Controlled Here?</a:t>
            </a:r>
            <a:endParaRPr lang="en-US"/>
          </a:p>
        </p:txBody>
      </p:sp>
      <p:pic>
        <p:nvPicPr>
          <p:cNvPr id="29" name="Content Placeholder 28">
            <a:extLst>
              <a:ext uri="{FF2B5EF4-FFF2-40B4-BE49-F238E27FC236}">
                <a16:creationId xmlns:a16="http://schemas.microsoft.com/office/drawing/2014/main" id="{19A6BC88-2A52-D802-6B01-39C151894BED}"/>
              </a:ext>
            </a:extLst>
          </p:cNvPr>
          <p:cNvPicPr>
            <a:picLocks noGrp="1" noChangeAspect="1"/>
          </p:cNvPicPr>
          <p:nvPr>
            <p:ph idx="1"/>
          </p:nvPr>
        </p:nvPicPr>
        <p:blipFill>
          <a:blip r:embed="rId2"/>
          <a:stretch>
            <a:fillRect/>
          </a:stretch>
        </p:blipFill>
        <p:spPr>
          <a:xfrm>
            <a:off x="5306479" y="1331587"/>
            <a:ext cx="4876210" cy="2223180"/>
          </a:xfrm>
          <a:prstGeom prst="rect">
            <a:avLst/>
          </a:prstGeom>
        </p:spPr>
      </p:pic>
      <p:sp>
        <p:nvSpPr>
          <p:cNvPr id="4" name="Footer Placeholder 3">
            <a:extLst>
              <a:ext uri="{FF2B5EF4-FFF2-40B4-BE49-F238E27FC236}">
                <a16:creationId xmlns:a16="http://schemas.microsoft.com/office/drawing/2014/main" id="{2DA2FE46-CC70-7323-8D9F-49C0B5EBF776}"/>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80CF4D64-7B3B-FF8F-EC9C-65FD6EAD1C55}"/>
              </a:ext>
            </a:extLst>
          </p:cNvPr>
          <p:cNvSpPr>
            <a:spLocks noGrp="1"/>
          </p:cNvSpPr>
          <p:nvPr>
            <p:ph type="sldNum" sz="quarter" idx="12"/>
          </p:nvPr>
        </p:nvSpPr>
        <p:spPr/>
        <p:txBody>
          <a:bodyPr/>
          <a:lstStyle/>
          <a:p>
            <a:fld id="{8E90A93A-CBEB-40B0-B638-E400989BEC3F}" type="slidenum">
              <a:rPr lang="zh-CN" altLang="en-US" smtClean="0"/>
              <a:pPr/>
              <a:t>34</a:t>
            </a:fld>
            <a:endParaRPr lang="zh-CN" altLang="en-US"/>
          </a:p>
        </p:txBody>
      </p:sp>
      <p:pic>
        <p:nvPicPr>
          <p:cNvPr id="6" name="Picture 5">
            <a:extLst>
              <a:ext uri="{FF2B5EF4-FFF2-40B4-BE49-F238E27FC236}">
                <a16:creationId xmlns:a16="http://schemas.microsoft.com/office/drawing/2014/main" id="{BAE2C05D-44CB-7FFF-50A0-508974522B09}"/>
              </a:ext>
            </a:extLst>
          </p:cNvPr>
          <p:cNvPicPr>
            <a:picLocks noChangeAspect="1"/>
          </p:cNvPicPr>
          <p:nvPr/>
        </p:nvPicPr>
        <p:blipFill>
          <a:blip r:embed="rId3"/>
          <a:stretch>
            <a:fillRect/>
          </a:stretch>
        </p:blipFill>
        <p:spPr>
          <a:xfrm>
            <a:off x="320948" y="1331587"/>
            <a:ext cx="4306858" cy="4828902"/>
          </a:xfrm>
          <a:prstGeom prst="rect">
            <a:avLst/>
          </a:prstGeom>
        </p:spPr>
      </p:pic>
      <p:graphicFrame>
        <p:nvGraphicFramePr>
          <p:cNvPr id="30" name="Table 29">
            <a:extLst>
              <a:ext uri="{FF2B5EF4-FFF2-40B4-BE49-F238E27FC236}">
                <a16:creationId xmlns:a16="http://schemas.microsoft.com/office/drawing/2014/main" id="{130BAA03-4752-D963-C663-5849CE5FA435}"/>
              </a:ext>
            </a:extLst>
          </p:cNvPr>
          <p:cNvGraphicFramePr>
            <a:graphicFrameLocks noGrp="1"/>
          </p:cNvGraphicFramePr>
          <p:nvPr>
            <p:extLst>
              <p:ext uri="{D42A27DB-BD31-4B8C-83A1-F6EECF244321}">
                <p14:modId xmlns:p14="http://schemas.microsoft.com/office/powerpoint/2010/main" val="1251888764"/>
              </p:ext>
            </p:extLst>
          </p:nvPr>
        </p:nvGraphicFramePr>
        <p:xfrm>
          <a:off x="5226578" y="3780484"/>
          <a:ext cx="6065818" cy="1483360"/>
        </p:xfrm>
        <a:graphic>
          <a:graphicData uri="http://schemas.openxmlformats.org/drawingml/2006/table">
            <a:tbl>
              <a:tblPr firstRow="1" bandRow="1">
                <a:tableStyleId>{9D7B26C5-4107-4FEC-AEDC-1716B250A1EF}</a:tableStyleId>
              </a:tblPr>
              <a:tblGrid>
                <a:gridCol w="1746883">
                  <a:extLst>
                    <a:ext uri="{9D8B030D-6E8A-4147-A177-3AD203B41FA5}">
                      <a16:colId xmlns:a16="http://schemas.microsoft.com/office/drawing/2014/main" val="3062517111"/>
                    </a:ext>
                  </a:extLst>
                </a:gridCol>
                <a:gridCol w="4318935">
                  <a:extLst>
                    <a:ext uri="{9D8B030D-6E8A-4147-A177-3AD203B41FA5}">
                      <a16:colId xmlns:a16="http://schemas.microsoft.com/office/drawing/2014/main" val="2124833165"/>
                    </a:ext>
                  </a:extLst>
                </a:gridCol>
              </a:tblGrid>
              <a:tr h="370840">
                <a:tc>
                  <a:txBody>
                    <a:bodyPr/>
                    <a:lstStyle/>
                    <a:p>
                      <a:r>
                        <a:rPr lang="en-US" b="0">
                          <a:latin typeface="Gadugi" panose="020B0502040204020203" pitchFamily="34" charset="0"/>
                          <a:ea typeface="Gadugi" panose="020B0502040204020203" pitchFamily="34" charset="0"/>
                        </a:rPr>
                        <a:t>log commits</a:t>
                      </a:r>
                    </a:p>
                  </a:txBody>
                  <a:tcPr/>
                </a:tc>
                <a:tc>
                  <a:txBody>
                    <a:bodyPr/>
                    <a:lstStyle/>
                    <a:p>
                      <a:r>
                        <a:rPr lang="en-US" b="0">
                          <a:latin typeface="Gadugi" panose="020B0502040204020203" pitchFamily="34" charset="0"/>
                          <a:ea typeface="Gadugi" panose="020B0502040204020203" pitchFamily="34" charset="0"/>
                        </a:rPr>
                        <a:t>Partially controls complexity / activity</a:t>
                      </a:r>
                    </a:p>
                  </a:txBody>
                  <a:tcPr/>
                </a:tc>
                <a:extLst>
                  <a:ext uri="{0D108BD9-81ED-4DB2-BD59-A6C34878D82A}">
                    <a16:rowId xmlns:a16="http://schemas.microsoft.com/office/drawing/2014/main" val="2118349422"/>
                  </a:ext>
                </a:extLst>
              </a:tr>
              <a:tr h="370840">
                <a:tc>
                  <a:txBody>
                    <a:bodyPr/>
                    <a:lstStyle/>
                    <a:p>
                      <a:r>
                        <a:rPr lang="en-US" b="0">
                          <a:latin typeface="Gadugi" panose="020B0502040204020203" pitchFamily="34" charset="0"/>
                          <a:ea typeface="Gadugi" panose="020B0502040204020203" pitchFamily="34" charset="0"/>
                        </a:rPr>
                        <a:t>log age</a:t>
                      </a:r>
                    </a:p>
                  </a:txBody>
                  <a:tcPr/>
                </a:tc>
                <a:tc>
                  <a:txBody>
                    <a:bodyPr/>
                    <a:lstStyle/>
                    <a:p>
                      <a:r>
                        <a:rPr lang="en-US" b="0">
                          <a:latin typeface="Gadugi" panose="020B0502040204020203" pitchFamily="34" charset="0"/>
                          <a:ea typeface="Gadugi" panose="020B0502040204020203" pitchFamily="34" charset="0"/>
                        </a:rPr>
                        <a:t>Controls codebase legacy</a:t>
                      </a:r>
                    </a:p>
                  </a:txBody>
                  <a:tcPr/>
                </a:tc>
                <a:extLst>
                  <a:ext uri="{0D108BD9-81ED-4DB2-BD59-A6C34878D82A}">
                    <a16:rowId xmlns:a16="http://schemas.microsoft.com/office/drawing/2014/main" val="2469726310"/>
                  </a:ext>
                </a:extLst>
              </a:tr>
              <a:tr h="370840">
                <a:tc>
                  <a:txBody>
                    <a:bodyPr/>
                    <a:lstStyle/>
                    <a:p>
                      <a:r>
                        <a:rPr lang="en-US" b="0">
                          <a:latin typeface="Gadugi" panose="020B0502040204020203" pitchFamily="34" charset="0"/>
                          <a:ea typeface="Gadugi" panose="020B0502040204020203" pitchFamily="34" charset="0"/>
                        </a:rPr>
                        <a:t>log size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Gadugi" panose="020B0502040204020203" pitchFamily="34" charset="0"/>
                          <a:ea typeface="Gadugi" panose="020B0502040204020203" pitchFamily="34" charset="0"/>
                        </a:rPr>
                        <a:t>Partially controls complexity / activity</a:t>
                      </a:r>
                    </a:p>
                  </a:txBody>
                  <a:tcPr/>
                </a:tc>
                <a:extLst>
                  <a:ext uri="{0D108BD9-81ED-4DB2-BD59-A6C34878D82A}">
                    <a16:rowId xmlns:a16="http://schemas.microsoft.com/office/drawing/2014/main" val="1952387580"/>
                  </a:ext>
                </a:extLst>
              </a:tr>
              <a:tr h="370840">
                <a:tc>
                  <a:txBody>
                    <a:bodyPr/>
                    <a:lstStyle/>
                    <a:p>
                      <a:r>
                        <a:rPr lang="en-US" b="0">
                          <a:latin typeface="Gadugi" panose="020B0502040204020203" pitchFamily="34" charset="0"/>
                          <a:ea typeface="Gadugi" panose="020B0502040204020203" pitchFamily="34" charset="0"/>
                        </a:rPr>
                        <a:t>log </a:t>
                      </a:r>
                      <a:r>
                        <a:rPr lang="en-US" b="0" err="1">
                          <a:latin typeface="Gadugi" panose="020B0502040204020203" pitchFamily="34" charset="0"/>
                          <a:ea typeface="Gadugi" panose="020B0502040204020203" pitchFamily="34" charset="0"/>
                        </a:rPr>
                        <a:t>devs</a:t>
                      </a:r>
                      <a:endParaRPr lang="en-US" b="0">
                        <a:latin typeface="Gadugi" panose="020B0502040204020203" pitchFamily="34" charset="0"/>
                        <a:ea typeface="Gadugi" panose="020B0502040204020203" pitchFamily="34" charset="0"/>
                      </a:endParaRPr>
                    </a:p>
                  </a:txBody>
                  <a:tcPr/>
                </a:tc>
                <a:tc>
                  <a:txBody>
                    <a:bodyPr/>
                    <a:lstStyle/>
                    <a:p>
                      <a:r>
                        <a:rPr lang="en-US" b="0">
                          <a:latin typeface="Gadugi" panose="020B0502040204020203" pitchFamily="34" charset="0"/>
                          <a:ea typeface="Gadugi" panose="020B0502040204020203" pitchFamily="34" charset="0"/>
                        </a:rPr>
                        <a:t>Poor proxy of skills</a:t>
                      </a:r>
                    </a:p>
                  </a:txBody>
                  <a:tcPr/>
                </a:tc>
                <a:extLst>
                  <a:ext uri="{0D108BD9-81ED-4DB2-BD59-A6C34878D82A}">
                    <a16:rowId xmlns:a16="http://schemas.microsoft.com/office/drawing/2014/main" val="2658866061"/>
                  </a:ext>
                </a:extLst>
              </a:tr>
            </a:tbl>
          </a:graphicData>
        </a:graphic>
      </p:graphicFrame>
      <p:sp>
        <p:nvSpPr>
          <p:cNvPr id="33" name="Content Placeholder 2">
            <a:extLst>
              <a:ext uri="{FF2B5EF4-FFF2-40B4-BE49-F238E27FC236}">
                <a16:creationId xmlns:a16="http://schemas.microsoft.com/office/drawing/2014/main" id="{9F1D7747-0B88-CFD4-3E7A-079AE047E990}"/>
              </a:ext>
            </a:extLst>
          </p:cNvPr>
          <p:cNvSpPr txBox="1">
            <a:spLocks/>
          </p:cNvSpPr>
          <p:nvPr/>
        </p:nvSpPr>
        <p:spPr>
          <a:xfrm>
            <a:off x="5226578" y="5415379"/>
            <a:ext cx="6678789" cy="871629"/>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Gadugi" panose="020B0502040204020203" pitchFamily="34" charset="0"/>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(Partly Missing): </a:t>
            </a:r>
            <a:r>
              <a:rPr lang="en-US"/>
              <a:t>Domain, Team Skill, Org Culture</a:t>
            </a:r>
          </a:p>
          <a:p>
            <a:pPr marL="0" indent="0">
              <a:buNone/>
            </a:pPr>
            <a:r>
              <a:rPr lang="en-US" altLang="zh-CN" b="1"/>
              <a:t>× Assumption violated for causal interpretation</a:t>
            </a:r>
            <a:endParaRPr lang="en-US" b="1"/>
          </a:p>
        </p:txBody>
      </p:sp>
    </p:spTree>
    <p:extLst>
      <p:ext uri="{BB962C8B-B14F-4D97-AF65-F5344CB8AC3E}">
        <p14:creationId xmlns:p14="http://schemas.microsoft.com/office/powerpoint/2010/main" val="20767334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7AABD-0762-0B70-8545-7A212C31EF66}"/>
              </a:ext>
            </a:extLst>
          </p:cNvPr>
          <p:cNvSpPr>
            <a:spLocks noGrp="1"/>
          </p:cNvSpPr>
          <p:nvPr>
            <p:ph type="title"/>
          </p:nvPr>
        </p:nvSpPr>
        <p:spPr/>
        <p:txBody>
          <a:bodyPr/>
          <a:lstStyle/>
          <a:p>
            <a:r>
              <a:rPr lang="en-US" altLang="zh-CN" b="1"/>
              <a:t>Proposed Work 1: </a:t>
            </a:r>
            <a:r>
              <a:rPr lang="en-US" altLang="zh-CN"/>
              <a:t>Revisiting Ray et al. Dataset with Fixed Effects</a:t>
            </a: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A350AC1-A0DA-6F79-3C4E-31600F52E62F}"/>
                  </a:ext>
                </a:extLst>
              </p:cNvPr>
              <p:cNvSpPr>
                <a:spLocks noGrp="1"/>
              </p:cNvSpPr>
              <p:nvPr>
                <p:ph idx="1"/>
              </p:nvPr>
            </p:nvSpPr>
            <p:spPr/>
            <p:txBody>
              <a:bodyPr>
                <a:normAutofit/>
              </a:bodyPr>
              <a:lstStyle/>
              <a:p>
                <a:r>
                  <a:rPr lang="en-US"/>
                  <a:t>A simple but elegant way of tackling this limitation is a </a:t>
                </a:r>
                <a:r>
                  <a:rPr lang="en-US" b="1"/>
                  <a:t>fixed effect regression</a:t>
                </a:r>
                <a:r>
                  <a:rPr lang="en-US"/>
                  <a: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𝑏𝑢𝑔</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r>
                            <a:rPr lang="en-US" b="0" i="1" smtClean="0">
                              <a:latin typeface="Cambria Math" panose="02040503050406030204" pitchFamily="18" charset="0"/>
                            </a:rPr>
                            <m:t>𝑗</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𝑗</m:t>
                          </m:r>
                        </m:sub>
                      </m:sSub>
                      <m:r>
                        <a:rPr lang="en-US" i="1">
                          <a:latin typeface="Cambria Math" panose="02040503050406030204" pitchFamily="18" charset="0"/>
                        </a:rPr>
                        <m:t>+</m:t>
                      </m:r>
                      <m:nary>
                        <m:naryPr>
                          <m:chr m:val="∑"/>
                          <m:supHide m:val="on"/>
                          <m:ctrlPr>
                            <a:rPr lang="en-US" i="1" smtClean="0">
                              <a:latin typeface="Cambria Math" panose="02040503050406030204" pitchFamily="18" charset="0"/>
                            </a:rPr>
                          </m:ctrlPr>
                        </m:naryPr>
                        <m:sub>
                          <m:r>
                            <a:rPr lang="en-US" b="0" i="1" smtClean="0">
                              <a:latin typeface="Cambria Math" panose="02040503050406030204" pitchFamily="18" charset="0"/>
                            </a:rPr>
                            <m:t>𝑋</m:t>
                          </m:r>
                          <m:r>
                            <a:rPr lang="en-US" b="0" i="1" smtClean="0">
                              <a:latin typeface="Cambria Math" panose="02040503050406030204" pitchFamily="18" charset="0"/>
                            </a:rPr>
                            <m:t>∈</m:t>
                          </m:r>
                          <m:r>
                            <m:rPr>
                              <m:sty m:val="p"/>
                            </m:rPr>
                            <a:rPr lang="en-US" b="0" i="0" smtClean="0">
                              <a:latin typeface="Cambria Math" panose="02040503050406030204" pitchFamily="18" charset="0"/>
                            </a:rPr>
                            <m:t>Programming</m:t>
                          </m:r>
                          <m:r>
                            <a:rPr lang="en-US" b="0" i="0" smtClean="0">
                              <a:latin typeface="Cambria Math" panose="02040503050406030204" pitchFamily="18" charset="0"/>
                            </a:rPr>
                            <m:t> </m:t>
                          </m:r>
                          <m:r>
                            <m:rPr>
                              <m:sty m:val="p"/>
                            </m:rPr>
                            <a:rPr lang="en-US" b="0" i="0" smtClean="0">
                              <a:latin typeface="Cambria Math" panose="02040503050406030204" pitchFamily="18" charset="0"/>
                            </a:rPr>
                            <m:t>Languages</m:t>
                          </m:r>
                        </m:sub>
                        <m:sup/>
                        <m:e>
                          <m:sSub>
                            <m:sSubPr>
                              <m:ctrlPr>
                                <a:rPr lang="en-US" i="1">
                                  <a:latin typeface="Cambria Math" panose="02040503050406030204" pitchFamily="18" charset="0"/>
                                </a:rPr>
                              </m:ctrlPr>
                            </m:sSubPr>
                            <m:e>
                              <m:r>
                                <m:rPr>
                                  <m:lit/>
                                </m:rPr>
                                <a:rPr lang="en-US" b="0" i="1" smtClean="0">
                                  <a:latin typeface="Cambria Math" panose="02040503050406030204" pitchFamily="18" charset="0"/>
                                </a:rPr>
                                <m:t> </m:t>
                              </m:r>
                              <m:r>
                                <a:rPr lang="en-US" b="0" i="1" smtClean="0">
                                  <a:latin typeface="Cambria Math" panose="02040503050406030204" pitchFamily="18" charset="0"/>
                                </a:rPr>
                                <m:t>𝛾</m:t>
                              </m:r>
                            </m:e>
                            <m:sub>
                              <m:r>
                                <a:rPr lang="en-US" b="0" i="1" smtClean="0">
                                  <a:latin typeface="Cambria Math" panose="02040503050406030204" pitchFamily="18" charset="0"/>
                                </a:rPr>
                                <m:t>𝑋</m:t>
                              </m:r>
                            </m:sub>
                          </m:sSub>
                          <m:r>
                            <a:rPr lang="en-US" b="0" i="1" smtClean="0">
                              <a:latin typeface="Cambria Math" panose="02040503050406030204" pitchFamily="18" charset="0"/>
                            </a:rPr>
                            <m:t>𝑋</m:t>
                          </m:r>
                        </m:e>
                      </m:nary>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r>
                            <a:rPr lang="en-US" b="0" i="1" smtClean="0">
                              <a:latin typeface="Cambria Math" panose="02040503050406030204" pitchFamily="18" charset="0"/>
                            </a:rPr>
                            <m:t>𝑗</m:t>
                          </m:r>
                        </m:sub>
                      </m:sSub>
                    </m:oMath>
                  </m:oMathPara>
                </a14:m>
                <a:endParaRPr lang="en-US"/>
              </a:p>
              <a:p>
                <a:r>
                  <a:rPr lang="en-US"/>
                  <a:t>Where:</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𝑖</m:t>
                        </m:r>
                      </m:sub>
                    </m:sSub>
                  </m:oMath>
                </a14:m>
                <a:r>
                  <a:rPr lang="en-US"/>
                  <a:t> is an intercept per project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𝑗</m:t>
                        </m:r>
                      </m:sub>
                    </m:sSub>
                  </m:oMath>
                </a14:m>
                <a:r>
                  <a:rPr lang="en-US"/>
                  <a:t> is an intercept per developer</a:t>
                </a:r>
              </a:p>
              <a:p>
                <a:pPr lvl="1"/>
                <a14:m>
                  <m:oMath xmlns:m="http://schemas.openxmlformats.org/officeDocument/2006/math">
                    <m:sSub>
                      <m:sSubPr>
                        <m:ctrlPr>
                          <a:rPr lang="en-US" i="1">
                            <a:latin typeface="Cambria Math" panose="02040503050406030204" pitchFamily="18" charset="0"/>
                          </a:rPr>
                        </m:ctrlPr>
                      </m:sSubPr>
                      <m:e>
                        <m:r>
                          <m:rPr>
                            <m:lit/>
                          </m:rPr>
                          <a:rPr lang="en-US" i="1">
                            <a:latin typeface="Cambria Math" panose="02040503050406030204" pitchFamily="18" charset="0"/>
                          </a:rPr>
                          <m:t> </m:t>
                        </m:r>
                        <m:r>
                          <a:rPr lang="en-US" i="1">
                            <a:latin typeface="Cambria Math" panose="02040503050406030204" pitchFamily="18" charset="0"/>
                          </a:rPr>
                          <m:t>𝛾</m:t>
                        </m:r>
                      </m:e>
                      <m:sub>
                        <m:r>
                          <a:rPr lang="en-US" i="1">
                            <a:latin typeface="Cambria Math" panose="02040503050406030204" pitchFamily="18" charset="0"/>
                          </a:rPr>
                          <m:t>𝑋</m:t>
                        </m:r>
                      </m:sub>
                    </m:sSub>
                  </m:oMath>
                </a14:m>
                <a:r>
                  <a:rPr lang="en-US"/>
                  <a:t> is an estimated effect per programming language </a:t>
                </a:r>
                <a14:m>
                  <m:oMath xmlns:m="http://schemas.openxmlformats.org/officeDocument/2006/math">
                    <m:r>
                      <a:rPr lang="en-US" i="1">
                        <a:latin typeface="Cambria Math" panose="02040503050406030204" pitchFamily="18" charset="0"/>
                      </a:rPr>
                      <m:t>𝑋</m:t>
                    </m:r>
                  </m:oMath>
                </a14:m>
                <a:endParaRPr lang="en-US"/>
              </a:p>
              <a:p>
                <a:r>
                  <a:rPr lang="en-US" b="1"/>
                  <a:t>Estimates whether the </a:t>
                </a:r>
                <a:r>
                  <a:rPr lang="en-US" b="1">
                    <a:solidFill>
                      <a:srgbClr val="FF0000"/>
                    </a:solidFill>
                  </a:rPr>
                  <a:t>same</a:t>
                </a:r>
                <a:r>
                  <a:rPr lang="en-US" b="1"/>
                  <a:t> developer would write more or less bugs within the </a:t>
                </a:r>
                <a:r>
                  <a:rPr lang="en-US" b="1">
                    <a:solidFill>
                      <a:srgbClr val="FF0000"/>
                    </a:solidFill>
                  </a:rPr>
                  <a:t>same</a:t>
                </a:r>
                <a:r>
                  <a:rPr lang="en-US" b="1"/>
                  <a:t> project using certain programming languages</a:t>
                </a:r>
              </a:p>
            </p:txBody>
          </p:sp>
        </mc:Choice>
        <mc:Fallback>
          <p:sp>
            <p:nvSpPr>
              <p:cNvPr id="3" name="Content Placeholder 2">
                <a:extLst>
                  <a:ext uri="{FF2B5EF4-FFF2-40B4-BE49-F238E27FC236}">
                    <a16:creationId xmlns:a16="http://schemas.microsoft.com/office/drawing/2014/main" id="{9A350AC1-A0DA-6F79-3C4E-31600F52E62F}"/>
                  </a:ext>
                </a:extLst>
              </p:cNvPr>
              <p:cNvSpPr>
                <a:spLocks noGrp="1" noRot="1" noChangeAspect="1" noMove="1" noResize="1" noEditPoints="1" noAdjustHandles="1" noChangeArrowheads="1" noChangeShapeType="1" noTextEdit="1"/>
              </p:cNvSpPr>
              <p:nvPr>
                <p:ph idx="1"/>
              </p:nvPr>
            </p:nvSpPr>
            <p:spPr>
              <a:blipFill>
                <a:blip r:embed="rId2"/>
                <a:stretch>
                  <a:fillRect l="-737" t="-24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931A3709-988C-651D-98D1-A81FB716084E}"/>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2BB7F65E-D5F1-5024-F430-658E2F8295E4}"/>
              </a:ext>
            </a:extLst>
          </p:cNvPr>
          <p:cNvSpPr>
            <a:spLocks noGrp="1"/>
          </p:cNvSpPr>
          <p:nvPr>
            <p:ph type="sldNum" sz="quarter" idx="12"/>
          </p:nvPr>
        </p:nvSpPr>
        <p:spPr/>
        <p:txBody>
          <a:bodyPr/>
          <a:lstStyle/>
          <a:p>
            <a:fld id="{8E90A93A-CBEB-40B0-B638-E400989BEC3F}" type="slidenum">
              <a:rPr lang="zh-CN" altLang="en-US" smtClean="0"/>
              <a:pPr/>
              <a:t>35</a:t>
            </a:fld>
            <a:endParaRPr lang="zh-CN" altLang="en-US"/>
          </a:p>
        </p:txBody>
      </p:sp>
    </p:spTree>
    <p:extLst>
      <p:ext uri="{BB962C8B-B14F-4D97-AF65-F5344CB8AC3E}">
        <p14:creationId xmlns:p14="http://schemas.microsoft.com/office/powerpoint/2010/main" val="42152553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8FB1CB-801A-C442-0C46-97F242266562}"/>
              </a:ext>
            </a:extLst>
          </p:cNvPr>
          <p:cNvSpPr>
            <a:spLocks noGrp="1"/>
          </p:cNvSpPr>
          <p:nvPr>
            <p:ph idx="1"/>
          </p:nvPr>
        </p:nvSpPr>
        <p:spPr>
          <a:xfrm>
            <a:off x="6881091" y="1205069"/>
            <a:ext cx="5024276" cy="5081939"/>
          </a:xfrm>
        </p:spPr>
        <p:txBody>
          <a:bodyPr/>
          <a:lstStyle/>
          <a:p>
            <a:r>
              <a:rPr lang="en-US"/>
              <a:t>Using Berger et al. cleaned version of Ray et al. dataset, </a:t>
            </a:r>
            <a:r>
              <a:rPr lang="en-US" altLang="zh-CN"/>
              <a:t>I</a:t>
            </a:r>
            <a:r>
              <a:rPr lang="en-US"/>
              <a:t> find that among the 15 studied programming languages:</a:t>
            </a:r>
          </a:p>
          <a:p>
            <a:pPr lvl="1"/>
            <a:r>
              <a:rPr lang="en-US"/>
              <a:t>On average, the same developer would on average </a:t>
            </a:r>
            <a:r>
              <a:rPr lang="en-US" b="1"/>
              <a:t>write more bugs in C </a:t>
            </a:r>
            <a:r>
              <a:rPr lang="en-US"/>
              <a:t>and </a:t>
            </a:r>
            <a:r>
              <a:rPr lang="en-US" b="1"/>
              <a:t>less bugs in Haskell</a:t>
            </a:r>
            <a:r>
              <a:rPr lang="zh-CN" altLang="en-US"/>
              <a:t> </a:t>
            </a:r>
            <a:r>
              <a:rPr lang="en-US" altLang="zh-CN"/>
              <a:t>in</a:t>
            </a:r>
            <a:r>
              <a:rPr lang="zh-CN" altLang="en-US"/>
              <a:t> </a:t>
            </a:r>
            <a:r>
              <a:rPr lang="en-US" altLang="zh-CN"/>
              <a:t>the</a:t>
            </a:r>
            <a:r>
              <a:rPr lang="zh-CN" altLang="en-US"/>
              <a:t> </a:t>
            </a:r>
            <a:r>
              <a:rPr lang="en-US" altLang="zh-CN"/>
              <a:t>same</a:t>
            </a:r>
            <a:r>
              <a:rPr lang="zh-CN" altLang="en-US"/>
              <a:t> </a:t>
            </a:r>
            <a:r>
              <a:rPr lang="en-US" altLang="zh-CN"/>
              <a:t>project</a:t>
            </a:r>
            <a:endParaRPr lang="en-US" b="1"/>
          </a:p>
          <a:p>
            <a:pPr lvl="1"/>
            <a:r>
              <a:rPr lang="en-US"/>
              <a:t>Results from all other PLs are </a:t>
            </a:r>
            <a:r>
              <a:rPr lang="en-US" b="1"/>
              <a:t>statistically insignificant</a:t>
            </a:r>
          </a:p>
        </p:txBody>
      </p:sp>
      <p:sp>
        <p:nvSpPr>
          <p:cNvPr id="4" name="Footer Placeholder 3">
            <a:extLst>
              <a:ext uri="{FF2B5EF4-FFF2-40B4-BE49-F238E27FC236}">
                <a16:creationId xmlns:a16="http://schemas.microsoft.com/office/drawing/2014/main" id="{E197346E-C034-8D96-8A7B-D64C04986378}"/>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B12EF466-BE23-3FD7-75A3-7995D7BBC6A4}"/>
              </a:ext>
            </a:extLst>
          </p:cNvPr>
          <p:cNvSpPr>
            <a:spLocks noGrp="1"/>
          </p:cNvSpPr>
          <p:nvPr>
            <p:ph type="sldNum" sz="quarter" idx="12"/>
          </p:nvPr>
        </p:nvSpPr>
        <p:spPr/>
        <p:txBody>
          <a:bodyPr/>
          <a:lstStyle/>
          <a:p>
            <a:fld id="{8E90A93A-CBEB-40B0-B638-E400989BEC3F}" type="slidenum">
              <a:rPr lang="zh-CN" altLang="en-US" smtClean="0"/>
              <a:pPr/>
              <a:t>36</a:t>
            </a:fld>
            <a:endParaRPr lang="zh-CN" altLang="en-US"/>
          </a:p>
        </p:txBody>
      </p:sp>
      <p:pic>
        <p:nvPicPr>
          <p:cNvPr id="7" name="Picture 6">
            <a:extLst>
              <a:ext uri="{FF2B5EF4-FFF2-40B4-BE49-F238E27FC236}">
                <a16:creationId xmlns:a16="http://schemas.microsoft.com/office/drawing/2014/main" id="{2EAF37F3-BAAC-B354-FE15-544CA7953C50}"/>
              </a:ext>
            </a:extLst>
          </p:cNvPr>
          <p:cNvPicPr>
            <a:picLocks noChangeAspect="1"/>
          </p:cNvPicPr>
          <p:nvPr/>
        </p:nvPicPr>
        <p:blipFill>
          <a:blip r:embed="rId2"/>
          <a:stretch>
            <a:fillRect/>
          </a:stretch>
        </p:blipFill>
        <p:spPr>
          <a:xfrm>
            <a:off x="320949" y="1205069"/>
            <a:ext cx="6430834" cy="5078923"/>
          </a:xfrm>
          <a:prstGeom prst="rect">
            <a:avLst/>
          </a:prstGeom>
        </p:spPr>
      </p:pic>
      <p:sp>
        <p:nvSpPr>
          <p:cNvPr id="8" name="Title 1">
            <a:extLst>
              <a:ext uri="{FF2B5EF4-FFF2-40B4-BE49-F238E27FC236}">
                <a16:creationId xmlns:a16="http://schemas.microsoft.com/office/drawing/2014/main" id="{595AB9FC-139B-0189-79D1-87DC81474310}"/>
              </a:ext>
            </a:extLst>
          </p:cNvPr>
          <p:cNvSpPr>
            <a:spLocks noGrp="1"/>
          </p:cNvSpPr>
          <p:nvPr>
            <p:ph type="title"/>
          </p:nvPr>
        </p:nvSpPr>
        <p:spPr>
          <a:xfrm>
            <a:off x="320675" y="293688"/>
            <a:ext cx="11583988" cy="719137"/>
          </a:xfrm>
        </p:spPr>
        <p:txBody>
          <a:bodyPr/>
          <a:lstStyle/>
          <a:p>
            <a:r>
              <a:rPr lang="en-US" altLang="zh-CN"/>
              <a:t>PL</a:t>
            </a:r>
            <a:r>
              <a:rPr lang="zh-CN" altLang="en-US"/>
              <a:t> </a:t>
            </a:r>
            <a:r>
              <a:rPr lang="en-US" altLang="zh-CN"/>
              <a:t>vs.</a:t>
            </a:r>
            <a:r>
              <a:rPr lang="zh-CN" altLang="en-US"/>
              <a:t> </a:t>
            </a:r>
            <a:r>
              <a:rPr lang="en-US" altLang="zh-CN"/>
              <a:t>Defect</a:t>
            </a:r>
            <a:r>
              <a:rPr lang="zh-CN" altLang="en-US"/>
              <a:t> </a:t>
            </a:r>
            <a:r>
              <a:rPr lang="en-US" altLang="zh-CN"/>
              <a:t>Proneness: Results from Two-Way Fixed Effects</a:t>
            </a:r>
            <a:endParaRPr lang="en-US"/>
          </a:p>
        </p:txBody>
      </p:sp>
      <p:cxnSp>
        <p:nvCxnSpPr>
          <p:cNvPr id="10" name="Straight Connector 9">
            <a:extLst>
              <a:ext uri="{FF2B5EF4-FFF2-40B4-BE49-F238E27FC236}">
                <a16:creationId xmlns:a16="http://schemas.microsoft.com/office/drawing/2014/main" id="{8A384812-78D8-722C-8DAC-AE51BBD7E267}"/>
              </a:ext>
            </a:extLst>
          </p:cNvPr>
          <p:cNvCxnSpPr/>
          <p:nvPr/>
        </p:nvCxnSpPr>
        <p:spPr>
          <a:xfrm>
            <a:off x="5911273" y="1708727"/>
            <a:ext cx="75276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AB8DD45-A8FA-F2D9-C9F7-F2B944D4D206}"/>
              </a:ext>
            </a:extLst>
          </p:cNvPr>
          <p:cNvCxnSpPr/>
          <p:nvPr/>
        </p:nvCxnSpPr>
        <p:spPr>
          <a:xfrm>
            <a:off x="5911273" y="4402992"/>
            <a:ext cx="75276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4956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ECCD0-BE99-C90E-37D6-AB93FC9A8DAC}"/>
              </a:ext>
            </a:extLst>
          </p:cNvPr>
          <p:cNvSpPr>
            <a:spLocks noGrp="1"/>
          </p:cNvSpPr>
          <p:nvPr>
            <p:ph type="title"/>
          </p:nvPr>
        </p:nvSpPr>
        <p:spPr/>
        <p:txBody>
          <a:bodyPr/>
          <a:lstStyle/>
          <a:p>
            <a:r>
              <a:rPr lang="en-US" altLang="zh-CN"/>
              <a:t>PL</a:t>
            </a:r>
            <a:r>
              <a:rPr lang="zh-CN" altLang="en-US"/>
              <a:t> </a:t>
            </a:r>
            <a:r>
              <a:rPr lang="en-US" altLang="zh-CN"/>
              <a:t>vs.</a:t>
            </a:r>
            <a:r>
              <a:rPr lang="zh-CN" altLang="en-US"/>
              <a:t> </a:t>
            </a:r>
            <a:r>
              <a:rPr lang="en-US" altLang="zh-CN"/>
              <a:t>Defect</a:t>
            </a:r>
            <a:r>
              <a:rPr lang="zh-CN" altLang="en-US"/>
              <a:t> </a:t>
            </a:r>
            <a:r>
              <a:rPr lang="en-US" altLang="zh-CN"/>
              <a:t>Proneness: </a:t>
            </a:r>
            <a:r>
              <a:rPr lang="en-US"/>
              <a:t>Are We Good Yet?</a:t>
            </a:r>
          </a:p>
        </p:txBody>
      </p:sp>
      <p:sp>
        <p:nvSpPr>
          <p:cNvPr id="3" name="Content Placeholder 2">
            <a:extLst>
              <a:ext uri="{FF2B5EF4-FFF2-40B4-BE49-F238E27FC236}">
                <a16:creationId xmlns:a16="http://schemas.microsoft.com/office/drawing/2014/main" id="{336A4CAB-217B-05A3-C54B-58CD9906107C}"/>
              </a:ext>
            </a:extLst>
          </p:cNvPr>
          <p:cNvSpPr>
            <a:spLocks noGrp="1"/>
          </p:cNvSpPr>
          <p:nvPr>
            <p:ph idx="1"/>
          </p:nvPr>
        </p:nvSpPr>
        <p:spPr/>
        <p:txBody>
          <a:bodyPr>
            <a:normAutofit/>
          </a:bodyPr>
          <a:lstStyle/>
          <a:p>
            <a:r>
              <a:rPr lang="en-US"/>
              <a:t>Think </a:t>
            </a:r>
            <a:r>
              <a:rPr lang="en-US" altLang="zh-CN"/>
              <a:t>about causal DAG and alternative explanations</a:t>
            </a:r>
            <a:endParaRPr lang="en-US"/>
          </a:p>
          <a:p>
            <a:pPr lvl="1"/>
            <a:r>
              <a:rPr lang="en-US"/>
              <a:t>The project + developer two</a:t>
            </a:r>
            <a:r>
              <a:rPr lang="en-US" altLang="zh-CN"/>
              <a:t>-way</a:t>
            </a:r>
            <a:r>
              <a:rPr lang="zh-CN" altLang="en-US"/>
              <a:t> </a:t>
            </a:r>
            <a:r>
              <a:rPr lang="en-US"/>
              <a:t>fixed effect design controls for the following factors that may also affect defect proneness within a project:</a:t>
            </a:r>
          </a:p>
          <a:p>
            <a:pPr lvl="2"/>
            <a:r>
              <a:rPr lang="en-US"/>
              <a:t>developer expertise, taste, preference, intelligence, …</a:t>
            </a:r>
          </a:p>
          <a:p>
            <a:pPr lvl="2"/>
            <a:r>
              <a:rPr lang="en-US"/>
              <a:t>project size, overall complexity, overall difficulty, overall culture, …</a:t>
            </a:r>
          </a:p>
          <a:p>
            <a:r>
              <a:rPr lang="en-US"/>
              <a:t>State the causal assumption clearly:</a:t>
            </a:r>
          </a:p>
          <a:p>
            <a:pPr lvl="1"/>
            <a:r>
              <a:rPr lang="en-US"/>
              <a:t>Assumption: </a:t>
            </a:r>
            <a:r>
              <a:rPr lang="en-US" b="1"/>
              <a:t>there is no unobserved factor affecting both defect proneness and developer’s choice of PL within a same project</a:t>
            </a:r>
          </a:p>
          <a:p>
            <a:pPr lvl="1"/>
            <a:r>
              <a:rPr lang="en-US"/>
              <a:t>Under the above assumption, the regression discovers a causal relationship:</a:t>
            </a:r>
          </a:p>
          <a:p>
            <a:pPr lvl="2"/>
            <a:r>
              <a:rPr lang="en-US"/>
              <a:t>using C =&gt; more bugs,</a:t>
            </a:r>
            <a:r>
              <a:rPr lang="zh-CN" altLang="en-US"/>
              <a:t> </a:t>
            </a:r>
            <a:r>
              <a:rPr lang="en-US" altLang="zh-CN"/>
              <a:t>and</a:t>
            </a:r>
            <a:r>
              <a:rPr lang="zh-CN" altLang="en-US"/>
              <a:t> </a:t>
            </a:r>
            <a:r>
              <a:rPr lang="en-US" altLang="zh-CN"/>
              <a:t>u</a:t>
            </a:r>
            <a:r>
              <a:rPr lang="en-US"/>
              <a:t>sing Haskell =&gt; less </a:t>
            </a:r>
            <a:r>
              <a:rPr lang="en-US" altLang="zh-CN"/>
              <a:t>bugs</a:t>
            </a:r>
            <a:endParaRPr lang="en-US"/>
          </a:p>
          <a:p>
            <a:pPr lvl="1"/>
            <a:endParaRPr lang="en-US"/>
          </a:p>
        </p:txBody>
      </p:sp>
      <p:sp>
        <p:nvSpPr>
          <p:cNvPr id="4" name="Footer Placeholder 3">
            <a:extLst>
              <a:ext uri="{FF2B5EF4-FFF2-40B4-BE49-F238E27FC236}">
                <a16:creationId xmlns:a16="http://schemas.microsoft.com/office/drawing/2014/main" id="{FD8E309B-8969-7E8F-A89B-2612BFA5BABA}"/>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7A84CCC5-BDD7-2B1D-8D29-69E281545213}"/>
              </a:ext>
            </a:extLst>
          </p:cNvPr>
          <p:cNvSpPr>
            <a:spLocks noGrp="1"/>
          </p:cNvSpPr>
          <p:nvPr>
            <p:ph type="sldNum" sz="quarter" idx="12"/>
          </p:nvPr>
        </p:nvSpPr>
        <p:spPr/>
        <p:txBody>
          <a:bodyPr/>
          <a:lstStyle/>
          <a:p>
            <a:fld id="{8E90A93A-CBEB-40B0-B638-E400989BEC3F}" type="slidenum">
              <a:rPr lang="zh-CN" altLang="en-US" smtClean="0"/>
              <a:pPr/>
              <a:t>37</a:t>
            </a:fld>
            <a:endParaRPr lang="zh-CN" altLang="en-US"/>
          </a:p>
        </p:txBody>
      </p:sp>
    </p:spTree>
    <p:extLst>
      <p:ext uri="{BB962C8B-B14F-4D97-AF65-F5344CB8AC3E}">
        <p14:creationId xmlns:p14="http://schemas.microsoft.com/office/powerpoint/2010/main" val="762547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88E9F-7963-9DB5-1C0B-31C036D5883D}"/>
              </a:ext>
            </a:extLst>
          </p:cNvPr>
          <p:cNvSpPr>
            <a:spLocks noGrp="1"/>
          </p:cNvSpPr>
          <p:nvPr>
            <p:ph type="title"/>
          </p:nvPr>
        </p:nvSpPr>
        <p:spPr/>
        <p:txBody>
          <a:bodyPr/>
          <a:lstStyle/>
          <a:p>
            <a:r>
              <a:rPr lang="en-US" altLang="zh-CN"/>
              <a:t>PL</a:t>
            </a:r>
            <a:r>
              <a:rPr lang="zh-CN" altLang="en-US"/>
              <a:t> </a:t>
            </a:r>
            <a:r>
              <a:rPr lang="en-US" altLang="zh-CN"/>
              <a:t>vs.</a:t>
            </a:r>
            <a:r>
              <a:rPr lang="zh-CN" altLang="en-US"/>
              <a:t> </a:t>
            </a:r>
            <a:r>
              <a:rPr lang="en-US" altLang="zh-CN"/>
              <a:t>Defect</a:t>
            </a:r>
            <a:r>
              <a:rPr lang="zh-CN" altLang="en-US"/>
              <a:t> </a:t>
            </a:r>
            <a:r>
              <a:rPr lang="en-US" altLang="zh-CN"/>
              <a:t>Proneness: </a:t>
            </a:r>
            <a:r>
              <a:rPr lang="en-US"/>
              <a:t>Are We Good Yet?</a:t>
            </a:r>
          </a:p>
        </p:txBody>
      </p:sp>
      <p:sp>
        <p:nvSpPr>
          <p:cNvPr id="3" name="Content Placeholder 2">
            <a:extLst>
              <a:ext uri="{FF2B5EF4-FFF2-40B4-BE49-F238E27FC236}">
                <a16:creationId xmlns:a16="http://schemas.microsoft.com/office/drawing/2014/main" id="{C342137B-1F01-7D15-B356-EE46BC7CCB93}"/>
              </a:ext>
            </a:extLst>
          </p:cNvPr>
          <p:cNvSpPr>
            <a:spLocks noGrp="1"/>
          </p:cNvSpPr>
          <p:nvPr>
            <p:ph idx="1"/>
          </p:nvPr>
        </p:nvSpPr>
        <p:spPr/>
        <p:txBody>
          <a:bodyPr>
            <a:normAutofit lnSpcReduction="10000"/>
          </a:bodyPr>
          <a:lstStyle/>
          <a:p>
            <a:r>
              <a:rPr lang="en-US"/>
              <a:t>Assumption: </a:t>
            </a:r>
            <a:r>
              <a:rPr lang="en-US" b="1"/>
              <a:t>there is no unobserved factor affecting both defect proneness and developer’s choice of PL within a same project</a:t>
            </a:r>
          </a:p>
          <a:p>
            <a:r>
              <a:rPr lang="en-US" altLang="zh-CN"/>
              <a:t>What if there is such a plausible unobserved factor?</a:t>
            </a:r>
          </a:p>
          <a:p>
            <a:endParaRPr lang="en-US"/>
          </a:p>
          <a:p>
            <a:endParaRPr lang="en-US"/>
          </a:p>
          <a:p>
            <a:endParaRPr lang="en-US"/>
          </a:p>
          <a:p>
            <a:endParaRPr lang="en-US"/>
          </a:p>
          <a:p>
            <a:endParaRPr lang="en-US"/>
          </a:p>
          <a:p>
            <a:r>
              <a:rPr lang="en-US"/>
              <a:t>E.g., in the same project, the same developer use C for lower-level tasks but Haskell for higher-level tasks, former being inherently more bug prone</a:t>
            </a:r>
          </a:p>
        </p:txBody>
      </p:sp>
      <p:sp>
        <p:nvSpPr>
          <p:cNvPr id="4" name="Footer Placeholder 3">
            <a:extLst>
              <a:ext uri="{FF2B5EF4-FFF2-40B4-BE49-F238E27FC236}">
                <a16:creationId xmlns:a16="http://schemas.microsoft.com/office/drawing/2014/main" id="{0C2A088E-9C0E-2884-8809-4929FB3CE856}"/>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C8C58A74-2ECE-3AB9-D54A-16557FE7A60D}"/>
              </a:ext>
            </a:extLst>
          </p:cNvPr>
          <p:cNvSpPr>
            <a:spLocks noGrp="1"/>
          </p:cNvSpPr>
          <p:nvPr>
            <p:ph type="sldNum" sz="quarter" idx="12"/>
          </p:nvPr>
        </p:nvSpPr>
        <p:spPr/>
        <p:txBody>
          <a:bodyPr/>
          <a:lstStyle/>
          <a:p>
            <a:fld id="{8E90A93A-CBEB-40B0-B638-E400989BEC3F}" type="slidenum">
              <a:rPr lang="zh-CN" altLang="en-US" smtClean="0"/>
              <a:pPr/>
              <a:t>38</a:t>
            </a:fld>
            <a:endParaRPr lang="zh-CN" altLang="en-US"/>
          </a:p>
        </p:txBody>
      </p:sp>
      <p:sp>
        <p:nvSpPr>
          <p:cNvPr id="6" name="Rectangle 5">
            <a:extLst>
              <a:ext uri="{FF2B5EF4-FFF2-40B4-BE49-F238E27FC236}">
                <a16:creationId xmlns:a16="http://schemas.microsoft.com/office/drawing/2014/main" id="{FC8B8A23-2165-8709-1434-EB721B554268}"/>
              </a:ext>
            </a:extLst>
          </p:cNvPr>
          <p:cNvSpPr/>
          <p:nvPr/>
        </p:nvSpPr>
        <p:spPr>
          <a:xfrm>
            <a:off x="1734772" y="3367901"/>
            <a:ext cx="3881658" cy="99018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Task Level of Abstraction (Low Level vs. High Level)</a:t>
            </a:r>
          </a:p>
        </p:txBody>
      </p:sp>
      <p:cxnSp>
        <p:nvCxnSpPr>
          <p:cNvPr id="7" name="Straight Arrow Connector 6">
            <a:extLst>
              <a:ext uri="{FF2B5EF4-FFF2-40B4-BE49-F238E27FC236}">
                <a16:creationId xmlns:a16="http://schemas.microsoft.com/office/drawing/2014/main" id="{00250AE6-9631-B1A6-CDF0-8D0B8EE9B276}"/>
              </a:ext>
            </a:extLst>
          </p:cNvPr>
          <p:cNvCxnSpPr>
            <a:cxnSpLocks/>
            <a:stCxn id="6" idx="3"/>
            <a:endCxn id="11" idx="1"/>
          </p:cNvCxnSpPr>
          <p:nvPr/>
        </p:nvCxnSpPr>
        <p:spPr>
          <a:xfrm flipV="1">
            <a:off x="5616430" y="3344516"/>
            <a:ext cx="1501629" cy="51847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20B81E0F-B64D-2C45-3FA3-B5CB4262C7A4}"/>
              </a:ext>
            </a:extLst>
          </p:cNvPr>
          <p:cNvSpPr/>
          <p:nvPr/>
        </p:nvSpPr>
        <p:spPr>
          <a:xfrm>
            <a:off x="7118059" y="3033145"/>
            <a:ext cx="2843868" cy="62274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Bug Proneness</a:t>
            </a:r>
          </a:p>
        </p:txBody>
      </p:sp>
      <p:cxnSp>
        <p:nvCxnSpPr>
          <p:cNvPr id="14" name="Straight Arrow Connector 13">
            <a:extLst>
              <a:ext uri="{FF2B5EF4-FFF2-40B4-BE49-F238E27FC236}">
                <a16:creationId xmlns:a16="http://schemas.microsoft.com/office/drawing/2014/main" id="{805B041B-5D27-FF5F-3A40-B852675B48DA}"/>
              </a:ext>
            </a:extLst>
          </p:cNvPr>
          <p:cNvCxnSpPr>
            <a:cxnSpLocks/>
            <a:stCxn id="6" idx="3"/>
            <a:endCxn id="15" idx="1"/>
          </p:cNvCxnSpPr>
          <p:nvPr/>
        </p:nvCxnSpPr>
        <p:spPr>
          <a:xfrm>
            <a:off x="5616430" y="3862994"/>
            <a:ext cx="1501629" cy="65737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591E6B91-4317-5D7D-5E38-1185D9C9D8C0}"/>
              </a:ext>
            </a:extLst>
          </p:cNvPr>
          <p:cNvSpPr/>
          <p:nvPr/>
        </p:nvSpPr>
        <p:spPr>
          <a:xfrm>
            <a:off x="7118059" y="4209002"/>
            <a:ext cx="2843868" cy="62274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PL Choice</a:t>
            </a:r>
          </a:p>
        </p:txBody>
      </p:sp>
    </p:spTree>
    <p:extLst>
      <p:ext uri="{BB962C8B-B14F-4D97-AF65-F5344CB8AC3E}">
        <p14:creationId xmlns:p14="http://schemas.microsoft.com/office/powerpoint/2010/main" val="17049591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F7EC7-5352-3F03-8EC5-2757BF294C20}"/>
              </a:ext>
            </a:extLst>
          </p:cNvPr>
          <p:cNvSpPr>
            <a:spLocks noGrp="1"/>
          </p:cNvSpPr>
          <p:nvPr>
            <p:ph type="title"/>
          </p:nvPr>
        </p:nvSpPr>
        <p:spPr/>
        <p:txBody>
          <a:bodyPr/>
          <a:lstStyle/>
          <a:p>
            <a:r>
              <a:rPr lang="en-US" altLang="zh-CN"/>
              <a:t>PL</a:t>
            </a:r>
            <a:r>
              <a:rPr lang="zh-CN" altLang="en-US"/>
              <a:t> </a:t>
            </a:r>
            <a:r>
              <a:rPr lang="en-US" altLang="zh-CN"/>
              <a:t>vs.</a:t>
            </a:r>
            <a:r>
              <a:rPr lang="zh-CN" altLang="en-US"/>
              <a:t> </a:t>
            </a:r>
            <a:r>
              <a:rPr lang="en-US" altLang="zh-CN"/>
              <a:t>Defect</a:t>
            </a:r>
            <a:r>
              <a:rPr lang="zh-CN" altLang="en-US"/>
              <a:t> </a:t>
            </a:r>
            <a:r>
              <a:rPr lang="en-US" altLang="zh-CN"/>
              <a:t>Proneness: </a:t>
            </a:r>
            <a:r>
              <a:rPr lang="en-US"/>
              <a:t>Are We Good Yet?</a:t>
            </a:r>
          </a:p>
        </p:txBody>
      </p:sp>
      <p:sp>
        <p:nvSpPr>
          <p:cNvPr id="3" name="Content Placeholder 2">
            <a:extLst>
              <a:ext uri="{FF2B5EF4-FFF2-40B4-BE49-F238E27FC236}">
                <a16:creationId xmlns:a16="http://schemas.microsoft.com/office/drawing/2014/main" id="{7BB01C9E-4A19-CBB9-9E33-7E07A57BF5B7}"/>
              </a:ext>
            </a:extLst>
          </p:cNvPr>
          <p:cNvSpPr>
            <a:spLocks noGrp="1"/>
          </p:cNvSpPr>
          <p:nvPr>
            <p:ph idx="1"/>
          </p:nvPr>
        </p:nvSpPr>
        <p:spPr>
          <a:xfrm>
            <a:off x="320948" y="3657600"/>
            <a:ext cx="11584419" cy="2629408"/>
          </a:xfrm>
        </p:spPr>
        <p:txBody>
          <a:bodyPr/>
          <a:lstStyle/>
          <a:p>
            <a:r>
              <a:rPr lang="en-US"/>
              <a:t>A fixed effect model not fitted on experimental data still carries the limitation of </a:t>
            </a:r>
            <a:r>
              <a:rPr lang="en-US" b="1"/>
              <a:t>endogenous treatment selection</a:t>
            </a:r>
            <a:r>
              <a:rPr lang="en-US"/>
              <a:t>: If one can argue a plausible mechanism as the example above, the model would not provide convincing causal evidence</a:t>
            </a:r>
          </a:p>
          <a:p>
            <a:r>
              <a:rPr lang="en-US"/>
              <a:t>To build stronger evidence, one can find settings that eliminates the above limitation by design, in the form of </a:t>
            </a:r>
            <a:r>
              <a:rPr lang="en-US" b="1"/>
              <a:t>controlled</a:t>
            </a:r>
            <a:r>
              <a:rPr lang="en-US"/>
              <a:t> or </a:t>
            </a:r>
            <a:r>
              <a:rPr lang="en-US" b="1"/>
              <a:t>natural</a:t>
            </a:r>
            <a:r>
              <a:rPr lang="en-US"/>
              <a:t> experiments</a:t>
            </a:r>
          </a:p>
          <a:p>
            <a:pPr lvl="1"/>
            <a:endParaRPr lang="en-US"/>
          </a:p>
        </p:txBody>
      </p:sp>
      <p:sp>
        <p:nvSpPr>
          <p:cNvPr id="4" name="Footer Placeholder 3">
            <a:extLst>
              <a:ext uri="{FF2B5EF4-FFF2-40B4-BE49-F238E27FC236}">
                <a16:creationId xmlns:a16="http://schemas.microsoft.com/office/drawing/2014/main" id="{F11446A2-0385-18BB-8562-3EED3AB7244F}"/>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8C58D1BD-08B8-B9AF-796E-C23BDFD14F7C}"/>
              </a:ext>
            </a:extLst>
          </p:cNvPr>
          <p:cNvSpPr>
            <a:spLocks noGrp="1"/>
          </p:cNvSpPr>
          <p:nvPr>
            <p:ph type="sldNum" sz="quarter" idx="12"/>
          </p:nvPr>
        </p:nvSpPr>
        <p:spPr/>
        <p:txBody>
          <a:bodyPr/>
          <a:lstStyle/>
          <a:p>
            <a:fld id="{8E90A93A-CBEB-40B0-B638-E400989BEC3F}" type="slidenum">
              <a:rPr lang="zh-CN" altLang="en-US" smtClean="0"/>
              <a:pPr/>
              <a:t>39</a:t>
            </a:fld>
            <a:endParaRPr lang="zh-CN" altLang="en-US"/>
          </a:p>
        </p:txBody>
      </p:sp>
      <p:grpSp>
        <p:nvGrpSpPr>
          <p:cNvPr id="11" name="Group 10">
            <a:extLst>
              <a:ext uri="{FF2B5EF4-FFF2-40B4-BE49-F238E27FC236}">
                <a16:creationId xmlns:a16="http://schemas.microsoft.com/office/drawing/2014/main" id="{C1C94780-BFC9-D485-636C-9A1FEDE901AF}"/>
              </a:ext>
            </a:extLst>
          </p:cNvPr>
          <p:cNvGrpSpPr/>
          <p:nvPr/>
        </p:nvGrpSpPr>
        <p:grpSpPr>
          <a:xfrm>
            <a:off x="1525047" y="1439237"/>
            <a:ext cx="8227155" cy="1798598"/>
            <a:chOff x="1466324" y="1086899"/>
            <a:chExt cx="8227155" cy="1798598"/>
          </a:xfrm>
        </p:grpSpPr>
        <p:sp>
          <p:nvSpPr>
            <p:cNvPr id="6" name="Rectangle 5">
              <a:extLst>
                <a:ext uri="{FF2B5EF4-FFF2-40B4-BE49-F238E27FC236}">
                  <a16:creationId xmlns:a16="http://schemas.microsoft.com/office/drawing/2014/main" id="{C54A9C3B-B733-7940-C05F-8648ABCBFBB3}"/>
                </a:ext>
              </a:extLst>
            </p:cNvPr>
            <p:cNvSpPr/>
            <p:nvPr/>
          </p:nvSpPr>
          <p:spPr>
            <a:xfrm>
              <a:off x="1466324" y="1421655"/>
              <a:ext cx="3881658" cy="99018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Task Level of Abstraction (Low Level vs. High Level)</a:t>
              </a:r>
            </a:p>
          </p:txBody>
        </p:sp>
        <p:cxnSp>
          <p:nvCxnSpPr>
            <p:cNvPr id="7" name="Straight Arrow Connector 6">
              <a:extLst>
                <a:ext uri="{FF2B5EF4-FFF2-40B4-BE49-F238E27FC236}">
                  <a16:creationId xmlns:a16="http://schemas.microsoft.com/office/drawing/2014/main" id="{14FA7489-8F7F-3B39-C65D-CB992CA8AA3B}"/>
                </a:ext>
              </a:extLst>
            </p:cNvPr>
            <p:cNvCxnSpPr>
              <a:cxnSpLocks/>
              <a:stCxn id="6" idx="3"/>
              <a:endCxn id="8" idx="1"/>
            </p:cNvCxnSpPr>
            <p:nvPr/>
          </p:nvCxnSpPr>
          <p:spPr>
            <a:xfrm flipV="1">
              <a:off x="5347982" y="1398270"/>
              <a:ext cx="1501629" cy="51847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329603E7-4994-74DC-A7E0-A9C1FD9113D5}"/>
                </a:ext>
              </a:extLst>
            </p:cNvPr>
            <p:cNvSpPr/>
            <p:nvPr/>
          </p:nvSpPr>
          <p:spPr>
            <a:xfrm>
              <a:off x="6849611" y="1086899"/>
              <a:ext cx="2843868" cy="62274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Bug Proneness</a:t>
              </a:r>
            </a:p>
          </p:txBody>
        </p:sp>
        <p:cxnSp>
          <p:nvCxnSpPr>
            <p:cNvPr id="9" name="Straight Arrow Connector 8">
              <a:extLst>
                <a:ext uri="{FF2B5EF4-FFF2-40B4-BE49-F238E27FC236}">
                  <a16:creationId xmlns:a16="http://schemas.microsoft.com/office/drawing/2014/main" id="{F8AF44BD-3D27-2D93-6859-DFBF4CC699FA}"/>
                </a:ext>
              </a:extLst>
            </p:cNvPr>
            <p:cNvCxnSpPr>
              <a:cxnSpLocks/>
              <a:stCxn id="6" idx="3"/>
              <a:endCxn id="10" idx="1"/>
            </p:cNvCxnSpPr>
            <p:nvPr/>
          </p:nvCxnSpPr>
          <p:spPr>
            <a:xfrm>
              <a:off x="5347982" y="1916748"/>
              <a:ext cx="1501629" cy="65737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E3D7499D-EBD6-CD84-3C8F-66D302BD60B3}"/>
                </a:ext>
              </a:extLst>
            </p:cNvPr>
            <p:cNvSpPr/>
            <p:nvPr/>
          </p:nvSpPr>
          <p:spPr>
            <a:xfrm>
              <a:off x="6849611" y="2262756"/>
              <a:ext cx="2843868" cy="62274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PL Choice</a:t>
              </a:r>
            </a:p>
          </p:txBody>
        </p:sp>
      </p:grpSp>
    </p:spTree>
    <p:extLst>
      <p:ext uri="{BB962C8B-B14F-4D97-AF65-F5344CB8AC3E}">
        <p14:creationId xmlns:p14="http://schemas.microsoft.com/office/powerpoint/2010/main" val="9661205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AA000-8CD8-F20E-3E26-CA109FF7878F}"/>
              </a:ext>
            </a:extLst>
          </p:cNvPr>
          <p:cNvSpPr>
            <a:spLocks noGrp="1"/>
          </p:cNvSpPr>
          <p:nvPr>
            <p:ph type="title"/>
          </p:nvPr>
        </p:nvSpPr>
        <p:spPr/>
        <p:txBody>
          <a:bodyPr/>
          <a:lstStyle/>
          <a:p>
            <a:r>
              <a:rPr lang="en-US" altLang="zh-CN" b="1"/>
              <a:t>Proposed Work 2: </a:t>
            </a:r>
            <a:r>
              <a:rPr lang="en-US" altLang="zh-CN"/>
              <a:t>Natural Experiment of JS</a:t>
            </a:r>
            <a:r>
              <a:rPr lang="zh-CN" altLang="en-US"/>
              <a:t>→</a:t>
            </a:r>
            <a:r>
              <a:rPr lang="en-US" altLang="zh-CN"/>
              <a:t>TS Migration</a:t>
            </a:r>
            <a:endParaRPr lang="en-US"/>
          </a:p>
        </p:txBody>
      </p:sp>
      <p:sp>
        <p:nvSpPr>
          <p:cNvPr id="3" name="Content Placeholder 2">
            <a:extLst>
              <a:ext uri="{FF2B5EF4-FFF2-40B4-BE49-F238E27FC236}">
                <a16:creationId xmlns:a16="http://schemas.microsoft.com/office/drawing/2014/main" id="{DBB21055-9748-825A-30A4-D45C3F82AE23}"/>
              </a:ext>
            </a:extLst>
          </p:cNvPr>
          <p:cNvSpPr>
            <a:spLocks noGrp="1"/>
          </p:cNvSpPr>
          <p:nvPr>
            <p:ph idx="1"/>
          </p:nvPr>
        </p:nvSpPr>
        <p:spPr/>
        <p:txBody>
          <a:bodyPr/>
          <a:lstStyle/>
          <a:p>
            <a:r>
              <a:rPr lang="en-US"/>
              <a:t>JavaScript projects frequently migrate to TypeScript for static typing</a:t>
            </a:r>
          </a:p>
          <a:p>
            <a:endParaRPr lang="en-US"/>
          </a:p>
          <a:p>
            <a:endParaRPr lang="en-US"/>
          </a:p>
          <a:p>
            <a:endParaRPr lang="en-US"/>
          </a:p>
          <a:p>
            <a:endParaRPr lang="en-US"/>
          </a:p>
          <a:p>
            <a:endParaRPr lang="en-US"/>
          </a:p>
          <a:p>
            <a:endParaRPr lang="en-US"/>
          </a:p>
          <a:p>
            <a:r>
              <a:rPr lang="en-US"/>
              <a:t>The migration timing may be </a:t>
            </a:r>
            <a:r>
              <a:rPr lang="en-US">
                <a:solidFill>
                  <a:srgbClr val="FF0000"/>
                </a:solidFill>
              </a:rPr>
              <a:t>as-good-as-random</a:t>
            </a:r>
            <a:r>
              <a:rPr lang="en-US"/>
              <a:t> =&gt; staggered adoption </a:t>
            </a:r>
            <a:r>
              <a:rPr lang="en-US" err="1"/>
              <a:t>DiD</a:t>
            </a:r>
            <a:endParaRPr lang="en-US"/>
          </a:p>
          <a:p>
            <a:r>
              <a:rPr lang="en-US"/>
              <a:t>No task endogeneity concerns while providing valuable evidence on static typing</a:t>
            </a:r>
          </a:p>
          <a:p>
            <a:endParaRPr lang="en-US"/>
          </a:p>
        </p:txBody>
      </p:sp>
      <p:sp>
        <p:nvSpPr>
          <p:cNvPr id="4" name="Footer Placeholder 3">
            <a:extLst>
              <a:ext uri="{FF2B5EF4-FFF2-40B4-BE49-F238E27FC236}">
                <a16:creationId xmlns:a16="http://schemas.microsoft.com/office/drawing/2014/main" id="{35D02633-0004-2684-B035-4180EE7A3C46}"/>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9D933967-383C-10E4-1016-02AB3879B0E8}"/>
              </a:ext>
            </a:extLst>
          </p:cNvPr>
          <p:cNvSpPr>
            <a:spLocks noGrp="1"/>
          </p:cNvSpPr>
          <p:nvPr>
            <p:ph type="sldNum" sz="quarter" idx="12"/>
          </p:nvPr>
        </p:nvSpPr>
        <p:spPr/>
        <p:txBody>
          <a:bodyPr/>
          <a:lstStyle/>
          <a:p>
            <a:fld id="{8E90A93A-CBEB-40B0-B638-E400989BEC3F}" type="slidenum">
              <a:rPr lang="zh-CN" altLang="en-US" smtClean="0"/>
              <a:pPr/>
              <a:t>40</a:t>
            </a:fld>
            <a:endParaRPr lang="zh-CN" altLang="en-US"/>
          </a:p>
        </p:txBody>
      </p:sp>
      <p:pic>
        <p:nvPicPr>
          <p:cNvPr id="7" name="Picture 6">
            <a:extLst>
              <a:ext uri="{FF2B5EF4-FFF2-40B4-BE49-F238E27FC236}">
                <a16:creationId xmlns:a16="http://schemas.microsoft.com/office/drawing/2014/main" id="{AAAB547D-37CA-A197-6C7A-A5E8E6CE53EE}"/>
              </a:ext>
            </a:extLst>
          </p:cNvPr>
          <p:cNvPicPr>
            <a:picLocks noChangeAspect="1"/>
          </p:cNvPicPr>
          <p:nvPr/>
        </p:nvPicPr>
        <p:blipFill>
          <a:blip r:embed="rId2"/>
          <a:stretch>
            <a:fillRect/>
          </a:stretch>
        </p:blipFill>
        <p:spPr>
          <a:xfrm>
            <a:off x="1148408" y="1996878"/>
            <a:ext cx="4420947" cy="2864243"/>
          </a:xfrm>
          <a:prstGeom prst="rect">
            <a:avLst/>
          </a:prstGeom>
          <a:ln>
            <a:solidFill>
              <a:schemeClr val="tx1"/>
            </a:solidFill>
          </a:ln>
          <a:effectLst>
            <a:outerShdw blurRad="50800" dist="38100" dir="2700000" algn="tl" rotWithShape="0">
              <a:prstClr val="black">
                <a:alpha val="40000"/>
              </a:prstClr>
            </a:outerShdw>
          </a:effectLst>
        </p:spPr>
      </p:pic>
      <p:pic>
        <p:nvPicPr>
          <p:cNvPr id="1026" name="Picture 2">
            <a:extLst>
              <a:ext uri="{FF2B5EF4-FFF2-40B4-BE49-F238E27FC236}">
                <a16:creationId xmlns:a16="http://schemas.microsoft.com/office/drawing/2014/main" id="{9E400F98-922F-F803-19AA-E37956FCBB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1618" y="1996878"/>
            <a:ext cx="4296365" cy="2864243"/>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27788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D5F61-D37C-10CB-94D7-0DE9287CEE35}"/>
              </a:ext>
            </a:extLst>
          </p:cNvPr>
          <p:cNvSpPr>
            <a:spLocks noGrp="1"/>
          </p:cNvSpPr>
          <p:nvPr>
            <p:ph type="title"/>
          </p:nvPr>
        </p:nvSpPr>
        <p:spPr/>
        <p:txBody>
          <a:bodyPr/>
          <a:lstStyle/>
          <a:p>
            <a:r>
              <a:rPr lang="en-US"/>
              <a:t>Timeline and Feasibility</a:t>
            </a:r>
          </a:p>
        </p:txBody>
      </p:sp>
      <p:pic>
        <p:nvPicPr>
          <p:cNvPr id="8" name="Content Placeholder 7">
            <a:extLst>
              <a:ext uri="{FF2B5EF4-FFF2-40B4-BE49-F238E27FC236}">
                <a16:creationId xmlns:a16="http://schemas.microsoft.com/office/drawing/2014/main" id="{81EE904D-3CA7-E654-5333-4FF87E24A28E}"/>
              </a:ext>
            </a:extLst>
          </p:cNvPr>
          <p:cNvPicPr>
            <a:picLocks noGrp="1" noChangeAspect="1"/>
          </p:cNvPicPr>
          <p:nvPr>
            <p:ph idx="1"/>
          </p:nvPr>
        </p:nvPicPr>
        <p:blipFill>
          <a:blip r:embed="rId2"/>
          <a:stretch>
            <a:fillRect/>
          </a:stretch>
        </p:blipFill>
        <p:spPr>
          <a:xfrm>
            <a:off x="681337" y="1204913"/>
            <a:ext cx="10862663" cy="5081587"/>
          </a:xfrm>
          <a:prstGeom prst="rect">
            <a:avLst/>
          </a:prstGeom>
        </p:spPr>
      </p:pic>
      <p:sp>
        <p:nvSpPr>
          <p:cNvPr id="4" name="Footer Placeholder 3">
            <a:extLst>
              <a:ext uri="{FF2B5EF4-FFF2-40B4-BE49-F238E27FC236}">
                <a16:creationId xmlns:a16="http://schemas.microsoft.com/office/drawing/2014/main" id="{78848D68-9EE5-28F0-93D2-12D3DAFED8DF}"/>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A184686F-9FE4-AB02-D511-438271593176}"/>
              </a:ext>
            </a:extLst>
          </p:cNvPr>
          <p:cNvSpPr>
            <a:spLocks noGrp="1"/>
          </p:cNvSpPr>
          <p:nvPr>
            <p:ph type="sldNum" sz="quarter" idx="12"/>
          </p:nvPr>
        </p:nvSpPr>
        <p:spPr/>
        <p:txBody>
          <a:bodyPr/>
          <a:lstStyle/>
          <a:p>
            <a:fld id="{8E90A93A-CBEB-40B0-B638-E400989BEC3F}" type="slidenum">
              <a:rPr lang="zh-CN" altLang="en-US" smtClean="0"/>
              <a:pPr/>
              <a:t>41</a:t>
            </a:fld>
            <a:endParaRPr lang="zh-CN" altLang="en-US"/>
          </a:p>
        </p:txBody>
      </p:sp>
    </p:spTree>
    <p:extLst>
      <p:ext uri="{BB962C8B-B14F-4D97-AF65-F5344CB8AC3E}">
        <p14:creationId xmlns:p14="http://schemas.microsoft.com/office/powerpoint/2010/main" val="31039391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EE909-973D-702E-2516-AF050C8CEFE0}"/>
              </a:ext>
            </a:extLst>
          </p:cNvPr>
          <p:cNvSpPr>
            <a:spLocks noGrp="1"/>
          </p:cNvSpPr>
          <p:nvPr>
            <p:ph type="title"/>
          </p:nvPr>
        </p:nvSpPr>
        <p:spPr>
          <a:xfrm>
            <a:off x="320949" y="292927"/>
            <a:ext cx="5661210" cy="719878"/>
          </a:xfrm>
        </p:spPr>
        <p:txBody>
          <a:bodyPr/>
          <a:lstStyle/>
          <a:p>
            <a:r>
              <a:rPr lang="en-US" altLang="zh-CN"/>
              <a:t>Controlled</a:t>
            </a:r>
            <a:r>
              <a:rPr lang="zh-CN" altLang="en-US"/>
              <a:t> </a:t>
            </a:r>
            <a:r>
              <a:rPr lang="en-US" altLang="zh-CN"/>
              <a:t>Experiment</a:t>
            </a:r>
            <a:endParaRPr lang="en-US"/>
          </a:p>
        </p:txBody>
      </p:sp>
      <p:sp>
        <p:nvSpPr>
          <p:cNvPr id="3" name="Content Placeholder 2">
            <a:extLst>
              <a:ext uri="{FF2B5EF4-FFF2-40B4-BE49-F238E27FC236}">
                <a16:creationId xmlns:a16="http://schemas.microsoft.com/office/drawing/2014/main" id="{299447DD-3458-1718-AC3D-F993E3E51996}"/>
              </a:ext>
            </a:extLst>
          </p:cNvPr>
          <p:cNvSpPr>
            <a:spLocks noGrp="1"/>
          </p:cNvSpPr>
          <p:nvPr>
            <p:ph idx="1"/>
          </p:nvPr>
        </p:nvSpPr>
        <p:spPr>
          <a:xfrm>
            <a:off x="320949" y="1205069"/>
            <a:ext cx="5775052" cy="5081939"/>
          </a:xfrm>
        </p:spPr>
        <p:txBody>
          <a:bodyPr>
            <a:normAutofit/>
          </a:bodyPr>
          <a:lstStyle/>
          <a:p>
            <a:r>
              <a:rPr lang="en-US" altLang="zh-CN"/>
              <a:t>One</a:t>
            </a:r>
            <a:r>
              <a:rPr lang="zh-CN" altLang="en-US"/>
              <a:t> </a:t>
            </a:r>
            <a:r>
              <a:rPr lang="en-US" altLang="zh-CN"/>
              <a:t>may</a:t>
            </a:r>
            <a:r>
              <a:rPr lang="zh-CN" altLang="en-US"/>
              <a:t> </a:t>
            </a:r>
            <a:r>
              <a:rPr lang="en-US" altLang="zh-CN"/>
              <a:t>recruit</a:t>
            </a:r>
            <a:r>
              <a:rPr lang="zh-CN" altLang="en-US"/>
              <a:t> </a:t>
            </a:r>
            <a:r>
              <a:rPr lang="en-US" altLang="zh-CN"/>
              <a:t>participants</a:t>
            </a:r>
            <a:r>
              <a:rPr lang="zh-CN" altLang="en-US"/>
              <a:t> </a:t>
            </a:r>
            <a:r>
              <a:rPr lang="en-US" altLang="zh-CN"/>
              <a:t>to</a:t>
            </a:r>
            <a:r>
              <a:rPr lang="zh-CN" altLang="en-US"/>
              <a:t> </a:t>
            </a:r>
            <a:r>
              <a:rPr lang="en-US" altLang="zh-CN"/>
              <a:t>work</a:t>
            </a:r>
            <a:r>
              <a:rPr lang="zh-CN" altLang="en-US"/>
              <a:t> </a:t>
            </a:r>
            <a:r>
              <a:rPr lang="en-US" altLang="zh-CN"/>
              <a:t>on</a:t>
            </a:r>
            <a:r>
              <a:rPr lang="zh-CN" altLang="en-US"/>
              <a:t> </a:t>
            </a:r>
            <a:r>
              <a:rPr lang="en-US" altLang="zh-CN"/>
              <a:t>the</a:t>
            </a:r>
            <a:r>
              <a:rPr lang="zh-CN" altLang="en-US"/>
              <a:t> </a:t>
            </a:r>
            <a:r>
              <a:rPr lang="en-US" altLang="zh-CN"/>
              <a:t>same</a:t>
            </a:r>
            <a:r>
              <a:rPr lang="zh-CN" altLang="en-US"/>
              <a:t> </a:t>
            </a:r>
            <a:r>
              <a:rPr lang="en-US" altLang="zh-CN"/>
              <a:t>task</a:t>
            </a:r>
            <a:r>
              <a:rPr lang="zh-CN" altLang="en-US"/>
              <a:t> </a:t>
            </a:r>
            <a:r>
              <a:rPr lang="en-US" altLang="zh-CN"/>
              <a:t>with</a:t>
            </a:r>
            <a:r>
              <a:rPr lang="zh-CN" altLang="en-US"/>
              <a:t> </a:t>
            </a:r>
            <a:r>
              <a:rPr lang="en-US" altLang="zh-CN"/>
              <a:t>different</a:t>
            </a:r>
            <a:r>
              <a:rPr lang="zh-CN" altLang="en-US"/>
              <a:t> </a:t>
            </a:r>
            <a:r>
              <a:rPr lang="en-US" altLang="zh-CN"/>
              <a:t>languages</a:t>
            </a:r>
          </a:p>
          <a:p>
            <a:pPr lvl="1"/>
            <a:r>
              <a:rPr lang="en-US" altLang="zh-CN"/>
              <a:t>Highest</a:t>
            </a:r>
            <a:r>
              <a:rPr lang="zh-CN" altLang="en-US"/>
              <a:t> </a:t>
            </a:r>
            <a:r>
              <a:rPr lang="en-US" altLang="zh-CN"/>
              <a:t>internal</a:t>
            </a:r>
            <a:r>
              <a:rPr lang="zh-CN" altLang="en-US"/>
              <a:t> </a:t>
            </a:r>
            <a:r>
              <a:rPr lang="en-US" altLang="zh-CN"/>
              <a:t>validity</a:t>
            </a:r>
            <a:r>
              <a:rPr lang="zh-CN" altLang="en-US"/>
              <a:t> </a:t>
            </a:r>
            <a:endParaRPr lang="en-US" altLang="zh-CN"/>
          </a:p>
          <a:p>
            <a:pPr lvl="2"/>
            <a:r>
              <a:rPr lang="en-US" altLang="zh-CN"/>
              <a:t>Randomization</a:t>
            </a:r>
            <a:r>
              <a:rPr lang="zh-CN" altLang="en-US"/>
              <a:t> </a:t>
            </a:r>
            <a:r>
              <a:rPr lang="en-US" altLang="zh-CN"/>
              <a:t>establish</a:t>
            </a:r>
            <a:r>
              <a:rPr lang="zh-CN" altLang="en-US"/>
              <a:t> </a:t>
            </a:r>
            <a:r>
              <a:rPr lang="en-US" altLang="zh-CN"/>
              <a:t>causality</a:t>
            </a:r>
            <a:r>
              <a:rPr lang="zh-CN" altLang="en-US"/>
              <a:t> </a:t>
            </a:r>
            <a:r>
              <a:rPr lang="en-US" altLang="zh-CN"/>
              <a:t>by</a:t>
            </a:r>
            <a:r>
              <a:rPr lang="zh-CN" altLang="en-US"/>
              <a:t> </a:t>
            </a:r>
            <a:r>
              <a:rPr lang="en-US" altLang="zh-CN"/>
              <a:t>design</a:t>
            </a:r>
          </a:p>
          <a:p>
            <a:pPr lvl="1"/>
            <a:r>
              <a:rPr lang="en-US" altLang="zh-CN"/>
              <a:t>Lowest</a:t>
            </a:r>
            <a:r>
              <a:rPr lang="zh-CN" altLang="en-US"/>
              <a:t> </a:t>
            </a:r>
            <a:r>
              <a:rPr lang="en-US" altLang="zh-CN"/>
              <a:t>external</a:t>
            </a:r>
            <a:r>
              <a:rPr lang="zh-CN" altLang="en-US"/>
              <a:t> </a:t>
            </a:r>
            <a:r>
              <a:rPr lang="en-US" altLang="zh-CN"/>
              <a:t>validity</a:t>
            </a:r>
          </a:p>
          <a:p>
            <a:pPr lvl="2"/>
            <a:r>
              <a:rPr lang="en-US" altLang="zh-CN"/>
              <a:t>Participants</a:t>
            </a:r>
            <a:r>
              <a:rPr lang="zh-CN" altLang="en-US"/>
              <a:t> </a:t>
            </a:r>
            <a:r>
              <a:rPr lang="en-US" altLang="zh-CN"/>
              <a:t>may</a:t>
            </a:r>
            <a:r>
              <a:rPr lang="zh-CN" altLang="en-US"/>
              <a:t> </a:t>
            </a:r>
            <a:r>
              <a:rPr lang="en-US" altLang="zh-CN"/>
              <a:t>not</a:t>
            </a:r>
            <a:r>
              <a:rPr lang="zh-CN" altLang="en-US"/>
              <a:t> </a:t>
            </a:r>
            <a:r>
              <a:rPr lang="en-US" altLang="zh-CN"/>
              <a:t>be</a:t>
            </a:r>
            <a:r>
              <a:rPr lang="zh-CN" altLang="en-US"/>
              <a:t> </a:t>
            </a:r>
            <a:r>
              <a:rPr lang="en-US" altLang="zh-CN"/>
              <a:t>representative</a:t>
            </a:r>
            <a:r>
              <a:rPr lang="zh-CN" altLang="en-US"/>
              <a:t> </a:t>
            </a:r>
            <a:r>
              <a:rPr lang="en-US" altLang="zh-CN"/>
              <a:t>of</a:t>
            </a:r>
            <a:r>
              <a:rPr lang="zh-CN" altLang="en-US"/>
              <a:t> </a:t>
            </a:r>
            <a:r>
              <a:rPr lang="en-US" altLang="zh-CN"/>
              <a:t>real</a:t>
            </a:r>
            <a:r>
              <a:rPr lang="zh-CN" altLang="en-US"/>
              <a:t> </a:t>
            </a:r>
            <a:r>
              <a:rPr lang="en-US" altLang="zh-CN"/>
              <a:t>developers</a:t>
            </a:r>
            <a:r>
              <a:rPr lang="zh-CN" altLang="en-US"/>
              <a:t> </a:t>
            </a:r>
            <a:endParaRPr lang="en-US" altLang="zh-CN"/>
          </a:p>
          <a:p>
            <a:pPr lvl="2"/>
            <a:r>
              <a:rPr lang="en-US" altLang="zh-CN"/>
              <a:t>Short</a:t>
            </a:r>
            <a:r>
              <a:rPr lang="zh-CN" altLang="en-US"/>
              <a:t> </a:t>
            </a:r>
            <a:r>
              <a:rPr lang="en-US" altLang="zh-CN"/>
              <a:t>term</a:t>
            </a:r>
            <a:r>
              <a:rPr lang="zh-CN" altLang="en-US"/>
              <a:t> </a:t>
            </a:r>
            <a:r>
              <a:rPr lang="en-US" altLang="zh-CN"/>
              <a:t>tasks</a:t>
            </a:r>
            <a:r>
              <a:rPr lang="zh-CN" altLang="en-US"/>
              <a:t> </a:t>
            </a:r>
            <a:r>
              <a:rPr lang="en-US" altLang="zh-CN"/>
              <a:t>may</a:t>
            </a:r>
            <a:r>
              <a:rPr lang="zh-CN" altLang="en-US"/>
              <a:t> </a:t>
            </a:r>
            <a:r>
              <a:rPr lang="en-US" altLang="zh-CN"/>
              <a:t>not</a:t>
            </a:r>
            <a:r>
              <a:rPr lang="zh-CN" altLang="en-US"/>
              <a:t> </a:t>
            </a:r>
            <a:r>
              <a:rPr lang="en-US" altLang="zh-CN"/>
              <a:t>be</a:t>
            </a:r>
            <a:r>
              <a:rPr lang="zh-CN" altLang="en-US"/>
              <a:t> </a:t>
            </a:r>
            <a:r>
              <a:rPr lang="en-US" altLang="zh-CN"/>
              <a:t>reflective</a:t>
            </a:r>
            <a:r>
              <a:rPr lang="zh-CN" altLang="en-US"/>
              <a:t> </a:t>
            </a:r>
            <a:r>
              <a:rPr lang="en-US" altLang="zh-CN"/>
              <a:t>of</a:t>
            </a:r>
            <a:r>
              <a:rPr lang="zh-CN" altLang="en-US"/>
              <a:t> </a:t>
            </a:r>
            <a:r>
              <a:rPr lang="en-US" altLang="zh-CN"/>
              <a:t>real</a:t>
            </a:r>
            <a:r>
              <a:rPr lang="zh-CN" altLang="en-US"/>
              <a:t> </a:t>
            </a:r>
            <a:r>
              <a:rPr lang="en-US" altLang="zh-CN"/>
              <a:t>projects</a:t>
            </a:r>
            <a:endParaRPr lang="en-US"/>
          </a:p>
        </p:txBody>
      </p:sp>
      <p:sp>
        <p:nvSpPr>
          <p:cNvPr id="4" name="Footer Placeholder 3">
            <a:extLst>
              <a:ext uri="{FF2B5EF4-FFF2-40B4-BE49-F238E27FC236}">
                <a16:creationId xmlns:a16="http://schemas.microsoft.com/office/drawing/2014/main" id="{2785F639-136A-F0AD-A739-B96E6E30EEF1}"/>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2B143009-312D-C83A-5CD0-85370083656D}"/>
              </a:ext>
            </a:extLst>
          </p:cNvPr>
          <p:cNvSpPr>
            <a:spLocks noGrp="1"/>
          </p:cNvSpPr>
          <p:nvPr>
            <p:ph type="sldNum" sz="quarter" idx="12"/>
          </p:nvPr>
        </p:nvSpPr>
        <p:spPr/>
        <p:txBody>
          <a:bodyPr/>
          <a:lstStyle/>
          <a:p>
            <a:fld id="{8E90A93A-CBEB-40B0-B638-E400989BEC3F}" type="slidenum">
              <a:rPr lang="zh-CN" altLang="en-US" smtClean="0"/>
              <a:pPr/>
              <a:t>42</a:t>
            </a:fld>
            <a:endParaRPr lang="zh-CN" altLang="en-US"/>
          </a:p>
        </p:txBody>
      </p:sp>
      <p:sp>
        <p:nvSpPr>
          <p:cNvPr id="6" name="Content Placeholder 2">
            <a:extLst>
              <a:ext uri="{FF2B5EF4-FFF2-40B4-BE49-F238E27FC236}">
                <a16:creationId xmlns:a16="http://schemas.microsoft.com/office/drawing/2014/main" id="{604F4A92-C841-CF5C-FE09-5091E8ACA944}"/>
              </a:ext>
            </a:extLst>
          </p:cNvPr>
          <p:cNvSpPr txBox="1">
            <a:spLocks/>
          </p:cNvSpPr>
          <p:nvPr/>
        </p:nvSpPr>
        <p:spPr>
          <a:xfrm>
            <a:off x="6268221" y="1219913"/>
            <a:ext cx="5775052" cy="508193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Gadugi" panose="020B0502040204020203" pitchFamily="34" charset="0"/>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One</a:t>
            </a:r>
            <a:r>
              <a:rPr lang="zh-CN" altLang="en-US"/>
              <a:t> </a:t>
            </a:r>
            <a:r>
              <a:rPr lang="en-US" altLang="zh-CN"/>
              <a:t>may</a:t>
            </a:r>
            <a:r>
              <a:rPr lang="zh-CN" altLang="en-US"/>
              <a:t> </a:t>
            </a:r>
            <a:r>
              <a:rPr lang="en-US" altLang="zh-CN"/>
              <a:t>collect</a:t>
            </a:r>
            <a:r>
              <a:rPr lang="zh-CN" altLang="en-US"/>
              <a:t> </a:t>
            </a:r>
            <a:r>
              <a:rPr lang="en-US" altLang="zh-CN"/>
              <a:t>language</a:t>
            </a:r>
            <a:r>
              <a:rPr lang="zh-CN" altLang="en-US"/>
              <a:t> </a:t>
            </a:r>
            <a:r>
              <a:rPr lang="en-US" altLang="zh-CN"/>
              <a:t>migrations</a:t>
            </a:r>
            <a:r>
              <a:rPr lang="zh-CN" altLang="en-US"/>
              <a:t> </a:t>
            </a:r>
            <a:r>
              <a:rPr lang="en-US" altLang="zh-CN"/>
              <a:t>that</a:t>
            </a:r>
            <a:r>
              <a:rPr lang="zh-CN" altLang="en-US"/>
              <a:t> </a:t>
            </a:r>
            <a:r>
              <a:rPr lang="en-US" altLang="zh-CN"/>
              <a:t>happen</a:t>
            </a:r>
            <a:r>
              <a:rPr lang="zh-CN" altLang="en-US"/>
              <a:t> </a:t>
            </a:r>
            <a:r>
              <a:rPr lang="en-US" altLang="zh-CN"/>
              <a:t>in</a:t>
            </a:r>
            <a:r>
              <a:rPr lang="zh-CN" altLang="en-US"/>
              <a:t> </a:t>
            </a:r>
            <a:r>
              <a:rPr lang="en-US" altLang="zh-CN"/>
              <a:t>the</a:t>
            </a:r>
            <a:r>
              <a:rPr lang="zh-CN" altLang="en-US"/>
              <a:t> </a:t>
            </a:r>
            <a:r>
              <a:rPr lang="en-US" altLang="zh-CN"/>
              <a:t>wild</a:t>
            </a:r>
          </a:p>
          <a:p>
            <a:pPr lvl="1"/>
            <a:r>
              <a:rPr lang="en-US" altLang="zh-CN"/>
              <a:t>E.g.,</a:t>
            </a:r>
            <a:r>
              <a:rPr lang="zh-CN" altLang="en-US"/>
              <a:t> </a:t>
            </a:r>
            <a:r>
              <a:rPr lang="en-US" altLang="zh-CN"/>
              <a:t>C</a:t>
            </a:r>
            <a:r>
              <a:rPr lang="zh-CN" altLang="en-US"/>
              <a:t> </a:t>
            </a:r>
            <a:r>
              <a:rPr lang="en-US" altLang="zh-CN"/>
              <a:t>to</a:t>
            </a:r>
            <a:r>
              <a:rPr lang="zh-CN" altLang="en-US"/>
              <a:t> </a:t>
            </a:r>
            <a:r>
              <a:rPr lang="en-US" altLang="zh-CN"/>
              <a:t>Rust,</a:t>
            </a:r>
            <a:r>
              <a:rPr lang="zh-CN" altLang="en-US"/>
              <a:t> </a:t>
            </a:r>
            <a:r>
              <a:rPr lang="en-US" altLang="zh-CN"/>
              <a:t>JavaScript</a:t>
            </a:r>
            <a:r>
              <a:rPr lang="zh-CN" altLang="en-US"/>
              <a:t> </a:t>
            </a:r>
            <a:r>
              <a:rPr lang="en-US" altLang="zh-CN"/>
              <a:t>to</a:t>
            </a:r>
            <a:r>
              <a:rPr lang="zh-CN" altLang="en-US"/>
              <a:t> </a:t>
            </a:r>
            <a:r>
              <a:rPr lang="en-US" altLang="zh-CN"/>
              <a:t>TypeScript,</a:t>
            </a:r>
            <a:r>
              <a:rPr lang="zh-CN" altLang="en-US"/>
              <a:t> </a:t>
            </a:r>
            <a:r>
              <a:rPr lang="en-US" altLang="zh-CN"/>
              <a:t>Java</a:t>
            </a:r>
            <a:r>
              <a:rPr lang="zh-CN" altLang="en-US"/>
              <a:t> </a:t>
            </a:r>
            <a:r>
              <a:rPr lang="en-US" altLang="zh-CN"/>
              <a:t>to</a:t>
            </a:r>
            <a:r>
              <a:rPr lang="zh-CN" altLang="en-US"/>
              <a:t> </a:t>
            </a:r>
            <a:r>
              <a:rPr lang="en-US" altLang="zh-CN"/>
              <a:t>Kotlin</a:t>
            </a:r>
          </a:p>
          <a:p>
            <a:pPr lvl="1"/>
            <a:r>
              <a:rPr lang="en-US" altLang="zh-CN"/>
              <a:t>Argue</a:t>
            </a:r>
            <a:r>
              <a:rPr lang="zh-CN" altLang="en-US"/>
              <a:t> </a:t>
            </a:r>
            <a:r>
              <a:rPr lang="en-US" altLang="zh-CN"/>
              <a:t>that</a:t>
            </a:r>
            <a:r>
              <a:rPr lang="zh-CN" altLang="en-US"/>
              <a:t> </a:t>
            </a:r>
            <a:r>
              <a:rPr lang="en-US" altLang="zh-CN"/>
              <a:t>treatment</a:t>
            </a:r>
            <a:r>
              <a:rPr lang="zh-CN" altLang="en-US"/>
              <a:t> </a:t>
            </a:r>
            <a:r>
              <a:rPr lang="en-US" altLang="zh-CN"/>
              <a:t>timing</a:t>
            </a:r>
            <a:r>
              <a:rPr lang="zh-CN" altLang="en-US"/>
              <a:t> </a:t>
            </a:r>
            <a:r>
              <a:rPr lang="en-US" altLang="zh-CN"/>
              <a:t>is</a:t>
            </a:r>
            <a:r>
              <a:rPr lang="zh-CN" altLang="en-US"/>
              <a:t> </a:t>
            </a:r>
            <a:r>
              <a:rPr lang="en-US" altLang="zh-CN"/>
              <a:t>as-good-as-random</a:t>
            </a:r>
            <a:r>
              <a:rPr lang="zh-CN" altLang="en-US"/>
              <a:t> </a:t>
            </a:r>
            <a:r>
              <a:rPr lang="en-US" altLang="zh-CN"/>
              <a:t>and</a:t>
            </a:r>
            <a:r>
              <a:rPr lang="zh-CN" altLang="en-US"/>
              <a:t> </a:t>
            </a:r>
            <a:r>
              <a:rPr lang="en-US" altLang="zh-CN"/>
              <a:t>implement</a:t>
            </a:r>
            <a:r>
              <a:rPr lang="zh-CN" altLang="en-US"/>
              <a:t> </a:t>
            </a:r>
            <a:r>
              <a:rPr lang="en-US" altLang="zh-CN"/>
              <a:t>a</a:t>
            </a:r>
            <a:r>
              <a:rPr lang="zh-CN" altLang="en-US"/>
              <a:t> </a:t>
            </a:r>
            <a:r>
              <a:rPr lang="en-US" altLang="zh-CN"/>
              <a:t>difference-in-difference</a:t>
            </a:r>
            <a:r>
              <a:rPr lang="zh-CN" altLang="en-US"/>
              <a:t> </a:t>
            </a:r>
            <a:r>
              <a:rPr lang="en-US" altLang="zh-CN"/>
              <a:t>design</a:t>
            </a:r>
          </a:p>
          <a:p>
            <a:pPr lvl="1"/>
            <a:r>
              <a:rPr lang="en-US" altLang="zh-CN"/>
              <a:t>Trading</a:t>
            </a:r>
            <a:r>
              <a:rPr lang="zh-CN" altLang="en-US"/>
              <a:t> </a:t>
            </a:r>
            <a:r>
              <a:rPr lang="en-US" altLang="zh-CN"/>
              <a:t>external</a:t>
            </a:r>
            <a:r>
              <a:rPr lang="zh-CN" altLang="en-US"/>
              <a:t> </a:t>
            </a:r>
            <a:r>
              <a:rPr lang="en-US" altLang="zh-CN"/>
              <a:t>validity</a:t>
            </a:r>
            <a:r>
              <a:rPr lang="zh-CN" altLang="en-US"/>
              <a:t> </a:t>
            </a:r>
            <a:r>
              <a:rPr lang="en-US" altLang="zh-CN"/>
              <a:t>for</a:t>
            </a:r>
            <a:r>
              <a:rPr lang="zh-CN" altLang="en-US"/>
              <a:t> </a:t>
            </a:r>
            <a:r>
              <a:rPr lang="en-US" altLang="zh-CN"/>
              <a:t>internal</a:t>
            </a:r>
            <a:r>
              <a:rPr lang="zh-CN" altLang="en-US"/>
              <a:t> </a:t>
            </a:r>
            <a:r>
              <a:rPr lang="en-US" altLang="zh-CN"/>
              <a:t>validity</a:t>
            </a:r>
            <a:r>
              <a:rPr lang="zh-CN" altLang="en-US"/>
              <a:t> </a:t>
            </a:r>
            <a:r>
              <a:rPr lang="en-US" altLang="zh-CN"/>
              <a:t>(only</a:t>
            </a:r>
            <a:r>
              <a:rPr lang="zh-CN" altLang="en-US"/>
              <a:t> </a:t>
            </a:r>
            <a:r>
              <a:rPr lang="en-US" altLang="zh-CN"/>
              <a:t>a</a:t>
            </a:r>
            <a:r>
              <a:rPr lang="zh-CN" altLang="en-US"/>
              <a:t> </a:t>
            </a:r>
            <a:r>
              <a:rPr lang="en-US" altLang="zh-CN"/>
              <a:t>few</a:t>
            </a:r>
            <a:r>
              <a:rPr lang="zh-CN" altLang="en-US"/>
              <a:t> </a:t>
            </a:r>
            <a:r>
              <a:rPr lang="en-US" altLang="zh-CN"/>
              <a:t>language</a:t>
            </a:r>
            <a:r>
              <a:rPr lang="zh-CN" altLang="en-US"/>
              <a:t> </a:t>
            </a:r>
            <a:r>
              <a:rPr lang="en-US" altLang="zh-CN"/>
              <a:t>pairs</a:t>
            </a:r>
            <a:r>
              <a:rPr lang="zh-CN" altLang="en-US"/>
              <a:t> </a:t>
            </a:r>
            <a:r>
              <a:rPr lang="en-US" altLang="zh-CN"/>
              <a:t>can</a:t>
            </a:r>
            <a:r>
              <a:rPr lang="zh-CN" altLang="en-US"/>
              <a:t> </a:t>
            </a:r>
            <a:r>
              <a:rPr lang="en-US" altLang="zh-CN"/>
              <a:t>be</a:t>
            </a:r>
            <a:r>
              <a:rPr lang="zh-CN" altLang="en-US"/>
              <a:t> </a:t>
            </a:r>
            <a:r>
              <a:rPr lang="en-US" altLang="zh-CN"/>
              <a:t>studied)</a:t>
            </a:r>
            <a:endParaRPr lang="en-US"/>
          </a:p>
        </p:txBody>
      </p:sp>
      <p:cxnSp>
        <p:nvCxnSpPr>
          <p:cNvPr id="8" name="Straight Connector 7">
            <a:extLst>
              <a:ext uri="{FF2B5EF4-FFF2-40B4-BE49-F238E27FC236}">
                <a16:creationId xmlns:a16="http://schemas.microsoft.com/office/drawing/2014/main" id="{F3C38874-6963-39B8-38E8-C0C7603B7B65}"/>
              </a:ext>
            </a:extLst>
          </p:cNvPr>
          <p:cNvCxnSpPr/>
          <p:nvPr/>
        </p:nvCxnSpPr>
        <p:spPr>
          <a:xfrm>
            <a:off x="6096000" y="1205069"/>
            <a:ext cx="0" cy="5096783"/>
          </a:xfrm>
          <a:prstGeom prst="line">
            <a:avLst/>
          </a:prstGeom>
          <a:ln w="28575">
            <a:prstDash val="sysDash"/>
          </a:ln>
        </p:spPr>
        <p:style>
          <a:lnRef idx="1">
            <a:schemeClr val="dk1"/>
          </a:lnRef>
          <a:fillRef idx="0">
            <a:schemeClr val="dk1"/>
          </a:fillRef>
          <a:effectRef idx="0">
            <a:schemeClr val="dk1"/>
          </a:effectRef>
          <a:fontRef idx="minor">
            <a:schemeClr val="tx1"/>
          </a:fontRef>
        </p:style>
      </p:cxnSp>
      <p:sp>
        <p:nvSpPr>
          <p:cNvPr id="9" name="Title 1">
            <a:extLst>
              <a:ext uri="{FF2B5EF4-FFF2-40B4-BE49-F238E27FC236}">
                <a16:creationId xmlns:a16="http://schemas.microsoft.com/office/drawing/2014/main" id="{7D3B4E74-A192-B917-9A0A-312246646820}"/>
              </a:ext>
            </a:extLst>
          </p:cNvPr>
          <p:cNvSpPr txBox="1">
            <a:spLocks/>
          </p:cNvSpPr>
          <p:nvPr/>
        </p:nvSpPr>
        <p:spPr>
          <a:xfrm>
            <a:off x="6325142" y="292927"/>
            <a:ext cx="5661210" cy="7198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900" kern="1200">
                <a:solidFill>
                  <a:schemeClr val="tx1"/>
                </a:solidFill>
                <a:latin typeface="Gadugi" panose="020B0502040204020203" pitchFamily="34" charset="0"/>
                <a:ea typeface="+mn-ea"/>
                <a:cs typeface="+mj-cs"/>
              </a:defRPr>
            </a:lvl1pPr>
          </a:lstStyle>
          <a:p>
            <a:r>
              <a:rPr lang="en-US" altLang="zh-CN"/>
              <a:t>Natural</a:t>
            </a:r>
            <a:r>
              <a:rPr lang="zh-CN" altLang="en-US"/>
              <a:t> </a:t>
            </a:r>
            <a:r>
              <a:rPr lang="en-US" altLang="zh-CN"/>
              <a:t>Experiment</a:t>
            </a:r>
            <a:endParaRPr lang="en-US"/>
          </a:p>
        </p:txBody>
      </p:sp>
    </p:spTree>
    <p:extLst>
      <p:ext uri="{BB962C8B-B14F-4D97-AF65-F5344CB8AC3E}">
        <p14:creationId xmlns:p14="http://schemas.microsoft.com/office/powerpoint/2010/main" val="17837069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D6B1A-DEEF-6A31-1E81-EC2EDA52C446}"/>
              </a:ext>
            </a:extLst>
          </p:cNvPr>
          <p:cNvSpPr>
            <a:spLocks noGrp="1"/>
          </p:cNvSpPr>
          <p:nvPr>
            <p:ph type="title"/>
          </p:nvPr>
        </p:nvSpPr>
        <p:spPr/>
        <p:txBody>
          <a:bodyPr>
            <a:normAutofit/>
          </a:bodyPr>
          <a:lstStyle/>
          <a:p>
            <a:r>
              <a:rPr lang="en-US"/>
              <a:t>Toward a hierarchy of causal evidence with credibility assessments</a:t>
            </a:r>
          </a:p>
        </p:txBody>
      </p:sp>
      <p:sp>
        <p:nvSpPr>
          <p:cNvPr id="4" name="Footer Placeholder 3">
            <a:extLst>
              <a:ext uri="{FF2B5EF4-FFF2-40B4-BE49-F238E27FC236}">
                <a16:creationId xmlns:a16="http://schemas.microsoft.com/office/drawing/2014/main" id="{57E66045-48B2-2732-34DF-75454A34C60C}"/>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9B334A52-B22B-F29D-F6A2-8C00395BE4CB}"/>
              </a:ext>
            </a:extLst>
          </p:cNvPr>
          <p:cNvSpPr>
            <a:spLocks noGrp="1"/>
          </p:cNvSpPr>
          <p:nvPr>
            <p:ph type="sldNum" sz="quarter" idx="12"/>
          </p:nvPr>
        </p:nvSpPr>
        <p:spPr/>
        <p:txBody>
          <a:bodyPr/>
          <a:lstStyle/>
          <a:p>
            <a:fld id="{8E90A93A-CBEB-40B0-B638-E400989BEC3F}" type="slidenum">
              <a:rPr lang="zh-CN" altLang="en-US" smtClean="0"/>
              <a:pPr/>
              <a:t>43</a:t>
            </a:fld>
            <a:endParaRPr lang="zh-CN" altLang="en-US"/>
          </a:p>
        </p:txBody>
      </p:sp>
      <p:cxnSp>
        <p:nvCxnSpPr>
          <p:cNvPr id="6" name="Straight Arrow Connector 5">
            <a:extLst>
              <a:ext uri="{FF2B5EF4-FFF2-40B4-BE49-F238E27FC236}">
                <a16:creationId xmlns:a16="http://schemas.microsoft.com/office/drawing/2014/main" id="{06745DE1-67A8-C153-33BB-2F439B5B920E}"/>
              </a:ext>
            </a:extLst>
          </p:cNvPr>
          <p:cNvCxnSpPr/>
          <p:nvPr/>
        </p:nvCxnSpPr>
        <p:spPr>
          <a:xfrm>
            <a:off x="527807" y="5251509"/>
            <a:ext cx="11136385" cy="71306"/>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90BF2B0C-0A55-D13B-BC35-E42949E95D97}"/>
              </a:ext>
            </a:extLst>
          </p:cNvPr>
          <p:cNvSpPr txBox="1"/>
          <p:nvPr/>
        </p:nvSpPr>
        <p:spPr>
          <a:xfrm>
            <a:off x="438666" y="5393419"/>
            <a:ext cx="3523379" cy="461665"/>
          </a:xfrm>
          <a:prstGeom prst="rect">
            <a:avLst/>
          </a:prstGeom>
          <a:noFill/>
        </p:spPr>
        <p:txBody>
          <a:bodyPr wrap="square">
            <a:spAutoFit/>
          </a:bodyPr>
          <a:lstStyle/>
          <a:p>
            <a:r>
              <a:rPr kumimoji="0" lang="en-US" sz="2400" b="0" i="0" u="none" strike="noStrike" kern="1200" cap="none" spc="0" normalizeH="0" baseline="0" noProof="0">
                <a:ln>
                  <a:noFill/>
                </a:ln>
                <a:solidFill>
                  <a:prstClr val="black"/>
                </a:solidFill>
                <a:effectLst/>
                <a:uLnTx/>
                <a:uFillTx/>
                <a:latin typeface="Gadugi" panose="020B0502040204020203" pitchFamily="34" charset="0"/>
                <a:ea typeface="Gadugi" panose="020B0502040204020203" pitchFamily="34" charset="0"/>
                <a:cs typeface="+mn-cs"/>
              </a:rPr>
              <a:t>High Internal Validity</a:t>
            </a:r>
            <a:endParaRPr lang="en-US"/>
          </a:p>
        </p:txBody>
      </p:sp>
      <p:sp>
        <p:nvSpPr>
          <p:cNvPr id="8" name="TextBox 7">
            <a:extLst>
              <a:ext uri="{FF2B5EF4-FFF2-40B4-BE49-F238E27FC236}">
                <a16:creationId xmlns:a16="http://schemas.microsoft.com/office/drawing/2014/main" id="{14BBE618-24E2-7AFC-06B4-0EFE8659C498}"/>
              </a:ext>
            </a:extLst>
          </p:cNvPr>
          <p:cNvSpPr txBox="1"/>
          <p:nvPr/>
        </p:nvSpPr>
        <p:spPr>
          <a:xfrm>
            <a:off x="8668621" y="5393419"/>
            <a:ext cx="3523379" cy="461665"/>
          </a:xfrm>
          <a:prstGeom prst="rect">
            <a:avLst/>
          </a:prstGeom>
          <a:noFill/>
        </p:spPr>
        <p:txBody>
          <a:bodyPr wrap="square">
            <a:spAutoFit/>
          </a:bodyPr>
          <a:lstStyle/>
          <a:p>
            <a:r>
              <a:rPr kumimoji="0" lang="en-US" sz="2400" b="0" i="0" u="none" strike="noStrike" kern="1200" cap="none" spc="0" normalizeH="0" baseline="0" noProof="0">
                <a:ln>
                  <a:noFill/>
                </a:ln>
                <a:solidFill>
                  <a:prstClr val="black"/>
                </a:solidFill>
                <a:effectLst/>
                <a:uLnTx/>
                <a:uFillTx/>
                <a:latin typeface="Gadugi" panose="020B0502040204020203" pitchFamily="34" charset="0"/>
                <a:ea typeface="Gadugi" panose="020B0502040204020203" pitchFamily="34" charset="0"/>
                <a:cs typeface="+mn-cs"/>
              </a:rPr>
              <a:t>High External Validity</a:t>
            </a:r>
            <a:endParaRPr lang="en-US"/>
          </a:p>
        </p:txBody>
      </p:sp>
      <p:sp>
        <p:nvSpPr>
          <p:cNvPr id="10" name="TextBox 9">
            <a:extLst>
              <a:ext uri="{FF2B5EF4-FFF2-40B4-BE49-F238E27FC236}">
                <a16:creationId xmlns:a16="http://schemas.microsoft.com/office/drawing/2014/main" id="{44054C92-D766-FEE8-55F7-686C95BC6AC5}"/>
              </a:ext>
            </a:extLst>
          </p:cNvPr>
          <p:cNvSpPr txBox="1"/>
          <p:nvPr/>
        </p:nvSpPr>
        <p:spPr>
          <a:xfrm>
            <a:off x="7594483" y="3555299"/>
            <a:ext cx="4262656" cy="1569660"/>
          </a:xfrm>
          <a:prstGeom prst="rect">
            <a:avLst/>
          </a:prstGeom>
          <a:noFill/>
        </p:spPr>
        <p:txBody>
          <a:bodyPr wrap="square">
            <a:spAutoFit/>
          </a:bodyPr>
          <a:lstStyle/>
          <a:p>
            <a:pPr algn="ctr"/>
            <a:r>
              <a:rPr lang="en-US" altLang="zh-CN" sz="2400">
                <a:latin typeface="Gadugi" panose="020B0502040204020203" pitchFamily="34" charset="0"/>
                <a:ea typeface="Gadugi" panose="020B0502040204020203" pitchFamily="34" charset="0"/>
              </a:rPr>
              <a:t>A fixed-effect regression study on a huge number of</a:t>
            </a:r>
            <a:r>
              <a:rPr lang="zh-CN" altLang="en-US" sz="2400">
                <a:latin typeface="Gadugi" panose="020B0502040204020203" pitchFamily="34" charset="0"/>
                <a:ea typeface="Gadugi" panose="020B0502040204020203" pitchFamily="34" charset="0"/>
              </a:rPr>
              <a:t> </a:t>
            </a:r>
            <a:r>
              <a:rPr lang="en-US" altLang="zh-CN" sz="2400">
                <a:latin typeface="Gadugi" panose="020B0502040204020203" pitchFamily="34" charset="0"/>
                <a:ea typeface="Gadugi" panose="020B0502040204020203" pitchFamily="34" charset="0"/>
              </a:rPr>
              <a:t>various</a:t>
            </a:r>
            <a:r>
              <a:rPr lang="zh-CN" altLang="en-US" sz="2400">
                <a:latin typeface="Gadugi" panose="020B0502040204020203" pitchFamily="34" charset="0"/>
                <a:ea typeface="Gadugi" panose="020B0502040204020203" pitchFamily="34" charset="0"/>
              </a:rPr>
              <a:t> </a:t>
            </a:r>
            <a:r>
              <a:rPr lang="en-US" altLang="zh-CN" sz="2400">
                <a:latin typeface="Gadugi" panose="020B0502040204020203" pitchFamily="34" charset="0"/>
                <a:ea typeface="Gadugi" panose="020B0502040204020203" pitchFamily="34" charset="0"/>
              </a:rPr>
              <a:t>GitHub</a:t>
            </a:r>
            <a:r>
              <a:rPr lang="zh-CN" altLang="en-US" sz="2400">
                <a:latin typeface="Gadugi" panose="020B0502040204020203" pitchFamily="34" charset="0"/>
                <a:ea typeface="Gadugi" panose="020B0502040204020203" pitchFamily="34" charset="0"/>
              </a:rPr>
              <a:t> </a:t>
            </a:r>
            <a:r>
              <a:rPr lang="en-US" altLang="zh-CN" sz="2400">
                <a:latin typeface="Gadugi" panose="020B0502040204020203" pitchFamily="34" charset="0"/>
                <a:ea typeface="Gadugi" panose="020B0502040204020203" pitchFamily="34" charset="0"/>
              </a:rPr>
              <a:t>projects</a:t>
            </a:r>
          </a:p>
          <a:p>
            <a:pPr algn="ctr"/>
            <a:r>
              <a:rPr lang="en-US" sz="2400" b="1">
                <a:latin typeface="Gadugi" panose="020B0502040204020203" pitchFamily="34" charset="0"/>
                <a:ea typeface="Gadugi" panose="020B0502040204020203" pitchFamily="34" charset="0"/>
              </a:rPr>
              <a:t>(Proposed Work)</a:t>
            </a:r>
          </a:p>
        </p:txBody>
      </p:sp>
      <p:sp>
        <p:nvSpPr>
          <p:cNvPr id="13" name="TextBox 12">
            <a:extLst>
              <a:ext uri="{FF2B5EF4-FFF2-40B4-BE49-F238E27FC236}">
                <a16:creationId xmlns:a16="http://schemas.microsoft.com/office/drawing/2014/main" id="{DD87D7DA-E89E-9423-629F-76002383D7E5}"/>
              </a:ext>
            </a:extLst>
          </p:cNvPr>
          <p:cNvSpPr txBox="1"/>
          <p:nvPr/>
        </p:nvSpPr>
        <p:spPr>
          <a:xfrm>
            <a:off x="96122" y="3555299"/>
            <a:ext cx="4580739" cy="1569660"/>
          </a:xfrm>
          <a:prstGeom prst="rect">
            <a:avLst/>
          </a:prstGeom>
          <a:noFill/>
        </p:spPr>
        <p:txBody>
          <a:bodyPr wrap="square">
            <a:spAutoFit/>
          </a:bodyPr>
          <a:lstStyle/>
          <a:p>
            <a:pPr algn="ctr"/>
            <a:r>
              <a:rPr lang="en-US" altLang="zh-CN" sz="2400">
                <a:latin typeface="Gadugi" panose="020B0502040204020203" pitchFamily="34" charset="0"/>
                <a:ea typeface="Gadugi" panose="020B0502040204020203" pitchFamily="34" charset="0"/>
              </a:rPr>
              <a:t>A controlled experiment where participants build the same program using different PLs </a:t>
            </a:r>
          </a:p>
          <a:p>
            <a:pPr algn="ctr"/>
            <a:r>
              <a:rPr lang="en-US" sz="2400">
                <a:latin typeface="Gadugi" panose="020B0502040204020203" pitchFamily="34" charset="0"/>
                <a:ea typeface="Gadugi" panose="020B0502040204020203" pitchFamily="34" charset="0"/>
              </a:rPr>
              <a:t>(Prior Work)</a:t>
            </a:r>
          </a:p>
        </p:txBody>
      </p:sp>
      <p:sp>
        <p:nvSpPr>
          <p:cNvPr id="14" name="TextBox 13">
            <a:extLst>
              <a:ext uri="{FF2B5EF4-FFF2-40B4-BE49-F238E27FC236}">
                <a16:creationId xmlns:a16="http://schemas.microsoft.com/office/drawing/2014/main" id="{51A42357-3987-7478-21A8-AE86DBDDF068}"/>
              </a:ext>
            </a:extLst>
          </p:cNvPr>
          <p:cNvSpPr txBox="1"/>
          <p:nvPr/>
        </p:nvSpPr>
        <p:spPr>
          <a:xfrm>
            <a:off x="3516034" y="1599168"/>
            <a:ext cx="4736888" cy="1938992"/>
          </a:xfrm>
          <a:prstGeom prst="rect">
            <a:avLst/>
          </a:prstGeom>
          <a:noFill/>
        </p:spPr>
        <p:txBody>
          <a:bodyPr wrap="square">
            <a:spAutoFit/>
          </a:bodyPr>
          <a:lstStyle/>
          <a:p>
            <a:pPr algn="ctr"/>
            <a:r>
              <a:rPr lang="en-US" altLang="zh-CN" sz="2400">
                <a:latin typeface="Gadugi" panose="020B0502040204020203" pitchFamily="34" charset="0"/>
                <a:ea typeface="Gadugi" panose="020B0502040204020203" pitchFamily="34" charset="0"/>
              </a:rPr>
              <a:t>A natural experiment leveraging projects migrating from JavaScript to TypeScript</a:t>
            </a:r>
          </a:p>
          <a:p>
            <a:pPr algn="ctr"/>
            <a:r>
              <a:rPr lang="en-US" altLang="zh-CN" sz="2400" b="1">
                <a:latin typeface="Gadugi" panose="020B0502040204020203" pitchFamily="34" charset="0"/>
                <a:ea typeface="Gadugi" panose="020B0502040204020203" pitchFamily="34" charset="0"/>
              </a:rPr>
              <a:t>(Proposed Work)</a:t>
            </a:r>
          </a:p>
          <a:p>
            <a:pPr algn="ctr"/>
            <a:endParaRPr lang="en-US" sz="2400">
              <a:latin typeface="Gadugi" panose="020B0502040204020203" pitchFamily="34" charset="0"/>
              <a:ea typeface="Gadugi" panose="020B0502040204020203" pitchFamily="34" charset="0"/>
            </a:endParaRPr>
          </a:p>
        </p:txBody>
      </p:sp>
    </p:spTree>
    <p:extLst>
      <p:ext uri="{BB962C8B-B14F-4D97-AF65-F5344CB8AC3E}">
        <p14:creationId xmlns:p14="http://schemas.microsoft.com/office/powerpoint/2010/main" val="5467058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1D801-37FD-3519-9E71-0BAC0296CCB0}"/>
              </a:ext>
            </a:extLst>
          </p:cNvPr>
          <p:cNvSpPr>
            <a:spLocks noGrp="1"/>
          </p:cNvSpPr>
          <p:nvPr>
            <p:ph type="title"/>
          </p:nvPr>
        </p:nvSpPr>
        <p:spPr/>
        <p:txBody>
          <a:bodyPr/>
          <a:lstStyle/>
          <a:p>
            <a:r>
              <a:rPr lang="en-US"/>
              <a:t>Summary</a:t>
            </a:r>
          </a:p>
        </p:txBody>
      </p:sp>
      <p:sp>
        <p:nvSpPr>
          <p:cNvPr id="3" name="Content Placeholder 2">
            <a:extLst>
              <a:ext uri="{FF2B5EF4-FFF2-40B4-BE49-F238E27FC236}">
                <a16:creationId xmlns:a16="http://schemas.microsoft.com/office/drawing/2014/main" id="{E910A39F-3376-FB45-E560-267DDF19F4E7}"/>
              </a:ext>
            </a:extLst>
          </p:cNvPr>
          <p:cNvSpPr>
            <a:spLocks noGrp="1"/>
          </p:cNvSpPr>
          <p:nvPr>
            <p:ph idx="1"/>
          </p:nvPr>
        </p:nvSpPr>
        <p:spPr>
          <a:xfrm>
            <a:off x="320948" y="2883882"/>
            <a:ext cx="11584419" cy="3403126"/>
          </a:xfrm>
        </p:spPr>
        <p:txBody>
          <a:bodyPr>
            <a:normAutofit/>
          </a:bodyPr>
          <a:lstStyle/>
          <a:p>
            <a:r>
              <a:rPr lang="en-US"/>
              <a:t>A framework &amp; vocabulary for assessing causal credibility in SE research</a:t>
            </a:r>
          </a:p>
          <a:p>
            <a:r>
              <a:rPr lang="en-US"/>
              <a:t>Three </a:t>
            </a:r>
            <a:r>
              <a:rPr lang="en-US" altLang="zh-CN"/>
              <a:t>existing examples, each dispelling a well-known software engineering myth</a:t>
            </a:r>
            <a:endParaRPr lang="en-US"/>
          </a:p>
          <a:p>
            <a:pPr lvl="1"/>
            <a:r>
              <a:rPr lang="en-US"/>
              <a:t>The impact of pinning vs floating on supply chain security</a:t>
            </a:r>
          </a:p>
          <a:p>
            <a:pPr lvl="1"/>
            <a:r>
              <a:rPr lang="en-US"/>
              <a:t>The impact of buying GitHub stars for popularity growth</a:t>
            </a:r>
          </a:p>
          <a:p>
            <a:pPr lvl="1"/>
            <a:r>
              <a:rPr lang="en-US"/>
              <a:t>The impact of adopting AI coding tools on velocity and quality</a:t>
            </a:r>
          </a:p>
          <a:p>
            <a:r>
              <a:rPr lang="en-US"/>
              <a:t>Proposed work on revisiting the programming language vs. defect proneness myth</a:t>
            </a:r>
          </a:p>
        </p:txBody>
      </p:sp>
      <p:sp>
        <p:nvSpPr>
          <p:cNvPr id="4" name="Footer Placeholder 3">
            <a:extLst>
              <a:ext uri="{FF2B5EF4-FFF2-40B4-BE49-F238E27FC236}">
                <a16:creationId xmlns:a16="http://schemas.microsoft.com/office/drawing/2014/main" id="{ACA1761D-ED64-DD4C-9422-AE1D868AF658}"/>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DBC1BD7E-F891-8CA3-CAEF-3389AF77B0CB}"/>
              </a:ext>
            </a:extLst>
          </p:cNvPr>
          <p:cNvSpPr>
            <a:spLocks noGrp="1"/>
          </p:cNvSpPr>
          <p:nvPr>
            <p:ph type="sldNum" sz="quarter" idx="12"/>
          </p:nvPr>
        </p:nvSpPr>
        <p:spPr/>
        <p:txBody>
          <a:bodyPr/>
          <a:lstStyle/>
          <a:p>
            <a:fld id="{8E90A93A-CBEB-40B0-B638-E400989BEC3F}" type="slidenum">
              <a:rPr lang="zh-CN" altLang="en-US" smtClean="0"/>
              <a:pPr/>
              <a:t>44</a:t>
            </a:fld>
            <a:endParaRPr lang="zh-CN" altLang="en-US"/>
          </a:p>
        </p:txBody>
      </p:sp>
      <p:sp>
        <p:nvSpPr>
          <p:cNvPr id="6" name="Content Placeholder 2">
            <a:extLst>
              <a:ext uri="{FF2B5EF4-FFF2-40B4-BE49-F238E27FC236}">
                <a16:creationId xmlns:a16="http://schemas.microsoft.com/office/drawing/2014/main" id="{497FDB70-2DF7-EBD4-5D42-310D502FD0FB}"/>
              </a:ext>
            </a:extLst>
          </p:cNvPr>
          <p:cNvSpPr txBox="1">
            <a:spLocks/>
          </p:cNvSpPr>
          <p:nvPr/>
        </p:nvSpPr>
        <p:spPr>
          <a:xfrm>
            <a:off x="320948" y="1203821"/>
            <a:ext cx="11584419" cy="1489045"/>
          </a:xfrm>
          <a:prstGeom prst="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dk1"/>
                </a:solidFill>
                <a:latin typeface="Gadugi" panose="020B0502040204020203" pitchFamily="34" charset="0"/>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US"/>
              <a:t>I argue that </a:t>
            </a:r>
            <a:r>
              <a:rPr lang="en-US" b="1"/>
              <a:t>empirical SE research needs an explicit pragmatic framework and vocabulary for </a:t>
            </a:r>
            <a:r>
              <a:rPr lang="en-US" b="1">
                <a:solidFill>
                  <a:srgbClr val="FF0000"/>
                </a:solidFill>
              </a:rPr>
              <a:t>causal credibility assessments </a:t>
            </a:r>
            <a:r>
              <a:rPr lang="en-US" b="1"/>
              <a:t>so that it can better dispel software engineering myths and inform evidence-based practice</a:t>
            </a:r>
          </a:p>
        </p:txBody>
      </p:sp>
    </p:spTree>
    <p:extLst>
      <p:ext uri="{BB962C8B-B14F-4D97-AF65-F5344CB8AC3E}">
        <p14:creationId xmlns:p14="http://schemas.microsoft.com/office/powerpoint/2010/main" val="21881131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E02AE-57C3-7A79-78D5-212DDF742F32}"/>
              </a:ext>
            </a:extLst>
          </p:cNvPr>
          <p:cNvSpPr>
            <a:spLocks noGrp="1"/>
          </p:cNvSpPr>
          <p:nvPr>
            <p:ph type="title"/>
          </p:nvPr>
        </p:nvSpPr>
        <p:spPr/>
        <p:txBody>
          <a:bodyPr/>
          <a:lstStyle/>
          <a:p>
            <a:r>
              <a:rPr lang="en-US"/>
              <a:t>Causal Directed Acyclic Graphs (DAGs)</a:t>
            </a:r>
          </a:p>
        </p:txBody>
      </p:sp>
      <p:sp>
        <p:nvSpPr>
          <p:cNvPr id="3" name="Content Placeholder 2">
            <a:extLst>
              <a:ext uri="{FF2B5EF4-FFF2-40B4-BE49-F238E27FC236}">
                <a16:creationId xmlns:a16="http://schemas.microsoft.com/office/drawing/2014/main" id="{6B96CAE7-9F7E-23F0-D89B-1D834216776E}"/>
              </a:ext>
            </a:extLst>
          </p:cNvPr>
          <p:cNvSpPr>
            <a:spLocks noGrp="1"/>
          </p:cNvSpPr>
          <p:nvPr>
            <p:ph idx="1"/>
          </p:nvPr>
        </p:nvSpPr>
        <p:spPr/>
        <p:txBody>
          <a:bodyPr>
            <a:normAutofit/>
          </a:bodyPr>
          <a:lstStyle/>
          <a:p>
            <a:r>
              <a:rPr lang="en-US"/>
              <a:t>A way of formally specifying causal relationships</a:t>
            </a:r>
          </a:p>
          <a:p>
            <a:endParaRPr lang="en-US"/>
          </a:p>
          <a:p>
            <a:endParaRPr lang="en-US"/>
          </a:p>
          <a:p>
            <a:endParaRPr lang="en-US"/>
          </a:p>
          <a:p>
            <a:pPr marL="0" indent="0">
              <a:buNone/>
            </a:pPr>
            <a:endParaRPr lang="en-US"/>
          </a:p>
          <a:p>
            <a:endParaRPr lang="en-US"/>
          </a:p>
          <a:p>
            <a:endParaRPr lang="en-US"/>
          </a:p>
          <a:p>
            <a:r>
              <a:rPr lang="en-US"/>
              <a:t>Much more nuanced than what we introduce here,</a:t>
            </a:r>
            <a:r>
              <a:rPr lang="zh-CN" altLang="en-US"/>
              <a:t> </a:t>
            </a:r>
            <a:r>
              <a:rPr lang="en-US" altLang="zh-CN"/>
              <a:t>see: </a:t>
            </a:r>
            <a:r>
              <a:rPr lang="en-US">
                <a:hlinkClick r:id="rId2"/>
              </a:rPr>
              <a:t>https://mixtape.scunning.com/03-directed_acyclical_graphs</a:t>
            </a:r>
            <a:r>
              <a:rPr lang="en-US"/>
              <a:t> </a:t>
            </a:r>
          </a:p>
        </p:txBody>
      </p:sp>
      <p:sp>
        <p:nvSpPr>
          <p:cNvPr id="4" name="Footer Placeholder 3">
            <a:extLst>
              <a:ext uri="{FF2B5EF4-FFF2-40B4-BE49-F238E27FC236}">
                <a16:creationId xmlns:a16="http://schemas.microsoft.com/office/drawing/2014/main" id="{2E1DABA6-522C-D164-FE31-C34CBA0863B0}"/>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20B6F0AA-A50E-E274-048C-A494E2A77E7F}"/>
              </a:ext>
            </a:extLst>
          </p:cNvPr>
          <p:cNvSpPr>
            <a:spLocks noGrp="1"/>
          </p:cNvSpPr>
          <p:nvPr>
            <p:ph type="sldNum" sz="quarter" idx="12"/>
          </p:nvPr>
        </p:nvSpPr>
        <p:spPr/>
        <p:txBody>
          <a:bodyPr/>
          <a:lstStyle/>
          <a:p>
            <a:fld id="{8E90A93A-CBEB-40B0-B638-E400989BEC3F}" type="slidenum">
              <a:rPr lang="zh-CN" altLang="en-US" smtClean="0"/>
              <a:pPr/>
              <a:t>45</a:t>
            </a:fld>
            <a:endParaRPr lang="zh-CN" altLang="en-US"/>
          </a:p>
        </p:txBody>
      </p:sp>
      <p:sp>
        <p:nvSpPr>
          <p:cNvPr id="6" name="Rectangle 5">
            <a:extLst>
              <a:ext uri="{FF2B5EF4-FFF2-40B4-BE49-F238E27FC236}">
                <a16:creationId xmlns:a16="http://schemas.microsoft.com/office/drawing/2014/main" id="{CE9AC132-9758-1D61-9453-305DD8FC7FE7}"/>
              </a:ext>
            </a:extLst>
          </p:cNvPr>
          <p:cNvSpPr/>
          <p:nvPr/>
        </p:nvSpPr>
        <p:spPr>
          <a:xfrm>
            <a:off x="3377954" y="1974057"/>
            <a:ext cx="3515557"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Programming Language</a:t>
            </a:r>
            <a:endParaRPr lang="en-US" sz="2400">
              <a:latin typeface="Gadugi" panose="020B0502040204020203" pitchFamily="34" charset="0"/>
              <a:ea typeface="Gadugi" panose="020B0502040204020203" pitchFamily="34" charset="0"/>
            </a:endParaRPr>
          </a:p>
        </p:txBody>
      </p:sp>
      <p:sp>
        <p:nvSpPr>
          <p:cNvPr id="7" name="Rectangle 6">
            <a:extLst>
              <a:ext uri="{FF2B5EF4-FFF2-40B4-BE49-F238E27FC236}">
                <a16:creationId xmlns:a16="http://schemas.microsoft.com/office/drawing/2014/main" id="{954F8CB3-368F-DD50-B942-6CBA6AECBB09}"/>
              </a:ext>
            </a:extLst>
          </p:cNvPr>
          <p:cNvSpPr/>
          <p:nvPr/>
        </p:nvSpPr>
        <p:spPr>
          <a:xfrm>
            <a:off x="7825667" y="1974057"/>
            <a:ext cx="3053918"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Defect Proneness</a:t>
            </a:r>
          </a:p>
        </p:txBody>
      </p:sp>
      <p:cxnSp>
        <p:nvCxnSpPr>
          <p:cNvPr id="8" name="Straight Arrow Connector 7">
            <a:extLst>
              <a:ext uri="{FF2B5EF4-FFF2-40B4-BE49-F238E27FC236}">
                <a16:creationId xmlns:a16="http://schemas.microsoft.com/office/drawing/2014/main" id="{59FA7300-2FC0-ECE2-D4E7-D25343906DC9}"/>
              </a:ext>
            </a:extLst>
          </p:cNvPr>
          <p:cNvCxnSpPr>
            <a:cxnSpLocks/>
            <a:stCxn id="6" idx="3"/>
            <a:endCxn id="7" idx="1"/>
          </p:cNvCxnSpPr>
          <p:nvPr/>
        </p:nvCxnSpPr>
        <p:spPr>
          <a:xfrm>
            <a:off x="6893511" y="2219435"/>
            <a:ext cx="93215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F5784FF3-FF75-681E-7D0A-BA00F399D90F}"/>
              </a:ext>
            </a:extLst>
          </p:cNvPr>
          <p:cNvSpPr txBox="1"/>
          <p:nvPr/>
        </p:nvSpPr>
        <p:spPr>
          <a:xfrm>
            <a:off x="567061" y="2003147"/>
            <a:ext cx="2868598" cy="461665"/>
          </a:xfrm>
          <a:prstGeom prst="rect">
            <a:avLst/>
          </a:prstGeom>
          <a:noFill/>
        </p:spPr>
        <p:txBody>
          <a:bodyPr wrap="square">
            <a:spAutoFit/>
          </a:bodyPr>
          <a:lstStyle/>
          <a:p>
            <a:r>
              <a:rPr lang="en-US" altLang="zh-CN" sz="2400">
                <a:latin typeface="Gadugi" panose="020B0502040204020203" pitchFamily="34" charset="0"/>
                <a:ea typeface="Gadugi" panose="020B0502040204020203" pitchFamily="34" charset="0"/>
              </a:rPr>
              <a:t>Direct Relationship</a:t>
            </a:r>
            <a:endParaRPr lang="en-US" sz="2400"/>
          </a:p>
        </p:txBody>
      </p:sp>
      <p:sp>
        <p:nvSpPr>
          <p:cNvPr id="20" name="TextBox 19">
            <a:extLst>
              <a:ext uri="{FF2B5EF4-FFF2-40B4-BE49-F238E27FC236}">
                <a16:creationId xmlns:a16="http://schemas.microsoft.com/office/drawing/2014/main" id="{F7DB56BC-69D7-85BE-E857-B1941FABBB38}"/>
              </a:ext>
            </a:extLst>
          </p:cNvPr>
          <p:cNvSpPr txBox="1"/>
          <p:nvPr/>
        </p:nvSpPr>
        <p:spPr>
          <a:xfrm>
            <a:off x="567061" y="2888947"/>
            <a:ext cx="2868598" cy="461665"/>
          </a:xfrm>
          <a:prstGeom prst="rect">
            <a:avLst/>
          </a:prstGeom>
          <a:noFill/>
        </p:spPr>
        <p:txBody>
          <a:bodyPr wrap="square">
            <a:spAutoFit/>
          </a:bodyPr>
          <a:lstStyle/>
          <a:p>
            <a:r>
              <a:rPr lang="en-US" altLang="zh-CN" sz="2400">
                <a:latin typeface="Gadugi" panose="020B0502040204020203" pitchFamily="34" charset="0"/>
                <a:ea typeface="Gadugi" panose="020B0502040204020203" pitchFamily="34" charset="0"/>
              </a:rPr>
              <a:t>Confounders</a:t>
            </a:r>
            <a:endParaRPr lang="en-US" sz="2400"/>
          </a:p>
        </p:txBody>
      </p:sp>
      <p:sp>
        <p:nvSpPr>
          <p:cNvPr id="24" name="Rectangle 23">
            <a:extLst>
              <a:ext uri="{FF2B5EF4-FFF2-40B4-BE49-F238E27FC236}">
                <a16:creationId xmlns:a16="http://schemas.microsoft.com/office/drawing/2014/main" id="{7C2BC617-DCA1-8C54-C21F-DC940B0ECD33}"/>
              </a:ext>
            </a:extLst>
          </p:cNvPr>
          <p:cNvSpPr/>
          <p:nvPr/>
        </p:nvSpPr>
        <p:spPr>
          <a:xfrm>
            <a:off x="5844406" y="2859857"/>
            <a:ext cx="2738312"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Task Difficulty</a:t>
            </a:r>
            <a:endParaRPr lang="en-US" sz="2400">
              <a:latin typeface="Gadugi" panose="020B0502040204020203" pitchFamily="34" charset="0"/>
              <a:ea typeface="Gadugi" panose="020B0502040204020203" pitchFamily="34" charset="0"/>
            </a:endParaRPr>
          </a:p>
        </p:txBody>
      </p:sp>
      <p:cxnSp>
        <p:nvCxnSpPr>
          <p:cNvPr id="25" name="Straight Arrow Connector 24">
            <a:extLst>
              <a:ext uri="{FF2B5EF4-FFF2-40B4-BE49-F238E27FC236}">
                <a16:creationId xmlns:a16="http://schemas.microsoft.com/office/drawing/2014/main" id="{0EF3D79C-55AA-9957-9A6C-5DB13BC20A0E}"/>
              </a:ext>
            </a:extLst>
          </p:cNvPr>
          <p:cNvCxnSpPr>
            <a:cxnSpLocks/>
            <a:stCxn id="24" idx="0"/>
            <a:endCxn id="6" idx="2"/>
          </p:cNvCxnSpPr>
          <p:nvPr/>
        </p:nvCxnSpPr>
        <p:spPr>
          <a:xfrm flipH="1" flipV="1">
            <a:off x="5135733" y="2464812"/>
            <a:ext cx="2077829" cy="3950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DD83CEAD-819A-9C44-DE66-D8519773ED04}"/>
              </a:ext>
            </a:extLst>
          </p:cNvPr>
          <p:cNvCxnSpPr>
            <a:cxnSpLocks/>
            <a:stCxn id="24" idx="0"/>
            <a:endCxn id="7" idx="2"/>
          </p:cNvCxnSpPr>
          <p:nvPr/>
        </p:nvCxnSpPr>
        <p:spPr>
          <a:xfrm flipV="1">
            <a:off x="7213562" y="2464812"/>
            <a:ext cx="2139064" cy="3950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527E21C8-8284-9577-5398-55E7EA52CF96}"/>
              </a:ext>
            </a:extLst>
          </p:cNvPr>
          <p:cNvSpPr txBox="1"/>
          <p:nvPr/>
        </p:nvSpPr>
        <p:spPr>
          <a:xfrm>
            <a:off x="567060" y="4650024"/>
            <a:ext cx="8426019" cy="461665"/>
          </a:xfrm>
          <a:prstGeom prst="rect">
            <a:avLst/>
          </a:prstGeom>
          <a:noFill/>
        </p:spPr>
        <p:txBody>
          <a:bodyPr wrap="square">
            <a:spAutoFit/>
          </a:bodyPr>
          <a:lstStyle/>
          <a:p>
            <a:r>
              <a:rPr lang="en-US" altLang="zh-CN" sz="2400">
                <a:latin typeface="Gadugi" panose="020B0502040204020203" pitchFamily="34" charset="0"/>
                <a:ea typeface="Gadugi" panose="020B0502040204020203" pitchFamily="34" charset="0"/>
              </a:rPr>
              <a:t>Colliders / Backdoors (not shown here for brevity)</a:t>
            </a:r>
            <a:endParaRPr lang="en-US" sz="2400"/>
          </a:p>
        </p:txBody>
      </p:sp>
      <p:sp>
        <p:nvSpPr>
          <p:cNvPr id="38" name="Rectangle 37">
            <a:extLst>
              <a:ext uri="{FF2B5EF4-FFF2-40B4-BE49-F238E27FC236}">
                <a16:creationId xmlns:a16="http://schemas.microsoft.com/office/drawing/2014/main" id="{597A438F-CD6C-F3BB-E25D-FB74F68B1FDB}"/>
              </a:ext>
            </a:extLst>
          </p:cNvPr>
          <p:cNvSpPr/>
          <p:nvPr/>
        </p:nvSpPr>
        <p:spPr>
          <a:xfrm>
            <a:off x="2829019" y="3810845"/>
            <a:ext cx="1862830"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Team Skill</a:t>
            </a:r>
            <a:endParaRPr lang="en-US" sz="2400">
              <a:latin typeface="Gadugi" panose="020B0502040204020203" pitchFamily="34" charset="0"/>
              <a:ea typeface="Gadugi" panose="020B0502040204020203" pitchFamily="34" charset="0"/>
            </a:endParaRPr>
          </a:p>
        </p:txBody>
      </p:sp>
      <p:sp>
        <p:nvSpPr>
          <p:cNvPr id="39" name="Rectangle 38">
            <a:extLst>
              <a:ext uri="{FF2B5EF4-FFF2-40B4-BE49-F238E27FC236}">
                <a16:creationId xmlns:a16="http://schemas.microsoft.com/office/drawing/2014/main" id="{9D7AEBD7-B63A-288A-2CBA-F9CF59774318}"/>
              </a:ext>
            </a:extLst>
          </p:cNvPr>
          <p:cNvSpPr/>
          <p:nvPr/>
        </p:nvSpPr>
        <p:spPr>
          <a:xfrm>
            <a:off x="8756343" y="3810845"/>
            <a:ext cx="3053918"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Defect Proneness</a:t>
            </a:r>
          </a:p>
        </p:txBody>
      </p:sp>
      <p:sp>
        <p:nvSpPr>
          <p:cNvPr id="40" name="Rectangle 39">
            <a:extLst>
              <a:ext uri="{FF2B5EF4-FFF2-40B4-BE49-F238E27FC236}">
                <a16:creationId xmlns:a16="http://schemas.microsoft.com/office/drawing/2014/main" id="{81A79DA1-71E3-A4E2-766E-71E62B73D7AB}"/>
              </a:ext>
            </a:extLst>
          </p:cNvPr>
          <p:cNvSpPr/>
          <p:nvPr/>
        </p:nvSpPr>
        <p:spPr>
          <a:xfrm>
            <a:off x="5178641" y="3810845"/>
            <a:ext cx="3053918"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Code Complexity</a:t>
            </a:r>
          </a:p>
        </p:txBody>
      </p:sp>
      <p:cxnSp>
        <p:nvCxnSpPr>
          <p:cNvPr id="41" name="Straight Arrow Connector 40">
            <a:extLst>
              <a:ext uri="{FF2B5EF4-FFF2-40B4-BE49-F238E27FC236}">
                <a16:creationId xmlns:a16="http://schemas.microsoft.com/office/drawing/2014/main" id="{CC48BA29-19BE-0DF1-0AD5-E638E8221F09}"/>
              </a:ext>
            </a:extLst>
          </p:cNvPr>
          <p:cNvCxnSpPr>
            <a:cxnSpLocks/>
            <a:stCxn id="38" idx="3"/>
            <a:endCxn id="40" idx="1"/>
          </p:cNvCxnSpPr>
          <p:nvPr/>
        </p:nvCxnSpPr>
        <p:spPr>
          <a:xfrm>
            <a:off x="4691849" y="4056223"/>
            <a:ext cx="48679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0FB42227-9037-4071-E05D-2BDD286AB991}"/>
              </a:ext>
            </a:extLst>
          </p:cNvPr>
          <p:cNvCxnSpPr>
            <a:cxnSpLocks/>
            <a:stCxn id="40" idx="3"/>
            <a:endCxn id="39" idx="1"/>
          </p:cNvCxnSpPr>
          <p:nvPr/>
        </p:nvCxnSpPr>
        <p:spPr>
          <a:xfrm>
            <a:off x="8232559" y="4056223"/>
            <a:ext cx="52378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F8C61B9A-4341-1AD0-14E0-5449F6560FFA}"/>
              </a:ext>
            </a:extLst>
          </p:cNvPr>
          <p:cNvSpPr txBox="1"/>
          <p:nvPr/>
        </p:nvSpPr>
        <p:spPr>
          <a:xfrm>
            <a:off x="567061" y="3838059"/>
            <a:ext cx="2868598" cy="461665"/>
          </a:xfrm>
          <a:prstGeom prst="rect">
            <a:avLst/>
          </a:prstGeom>
          <a:noFill/>
        </p:spPr>
        <p:txBody>
          <a:bodyPr wrap="square">
            <a:spAutoFit/>
          </a:bodyPr>
          <a:lstStyle/>
          <a:p>
            <a:r>
              <a:rPr lang="en-US" altLang="zh-CN" sz="2400">
                <a:latin typeface="Gadugi" panose="020B0502040204020203" pitchFamily="34" charset="0"/>
                <a:ea typeface="Gadugi" panose="020B0502040204020203" pitchFamily="34" charset="0"/>
              </a:rPr>
              <a:t>Mediators</a:t>
            </a:r>
            <a:endParaRPr lang="en-US" sz="2400"/>
          </a:p>
        </p:txBody>
      </p:sp>
    </p:spTree>
    <p:extLst>
      <p:ext uri="{BB962C8B-B14F-4D97-AF65-F5344CB8AC3E}">
        <p14:creationId xmlns:p14="http://schemas.microsoft.com/office/powerpoint/2010/main" val="23814557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47983-C86C-423A-13EB-8F07483ED959}"/>
              </a:ext>
            </a:extLst>
          </p:cNvPr>
          <p:cNvSpPr>
            <a:spLocks noGrp="1"/>
          </p:cNvSpPr>
          <p:nvPr>
            <p:ph type="title"/>
          </p:nvPr>
        </p:nvSpPr>
        <p:spPr/>
        <p:txBody>
          <a:bodyPr/>
          <a:lstStyle/>
          <a:p>
            <a:r>
              <a:rPr lang="en-US"/>
              <a:t>The Potential Outcome Framework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6DC5E45-FD2F-2DF1-846F-6C47584612B5}"/>
                  </a:ext>
                </a:extLst>
              </p:cNvPr>
              <p:cNvSpPr>
                <a:spLocks noGrp="1"/>
              </p:cNvSpPr>
              <p:nvPr>
                <p:ph idx="1"/>
              </p:nvPr>
            </p:nvSpPr>
            <p:spPr/>
            <p:txBody>
              <a:bodyPr>
                <a:normAutofit lnSpcReduction="10000"/>
              </a:bodyPr>
              <a:lstStyle/>
              <a:p>
                <a:r>
                  <a:rPr lang="en-US"/>
                  <a:t>A formal way of reasoning about </a:t>
                </a:r>
                <a:r>
                  <a:rPr lang="en-US">
                    <a:solidFill>
                      <a:srgbClr val="FF0000"/>
                    </a:solidFill>
                  </a:rPr>
                  <a:t>counterfactuals</a:t>
                </a:r>
              </a:p>
              <a:p>
                <a:pPr lvl="1"/>
                <a:r>
                  <a:rPr lang="en-US"/>
                  <a:t>In all study settings, we observe entities with treatment </a:t>
                </a:r>
                <a14:m>
                  <m:oMath xmlns:m="http://schemas.openxmlformats.org/officeDocument/2006/math">
                    <m:r>
                      <a:rPr lang="en-US" i="1">
                        <a:latin typeface="Cambria Math" panose="02040503050406030204" pitchFamily="18" charset="0"/>
                      </a:rPr>
                      <m:t>𝑋</m:t>
                    </m:r>
                  </m:oMath>
                </a14:m>
                <a:r>
                  <a:rPr lang="en-US"/>
                  <a:t> and without</a:t>
                </a:r>
              </a:p>
              <a:p>
                <a:pPr lvl="1"/>
                <a:r>
                  <a:rPr lang="en-US"/>
                  <a:t>The treatment effect on </a:t>
                </a:r>
                <a14:m>
                  <m:oMath xmlns:m="http://schemas.openxmlformats.org/officeDocument/2006/math">
                    <m:r>
                      <a:rPr lang="en-US" i="1">
                        <a:latin typeface="Cambria Math" panose="02040503050406030204" pitchFamily="18" charset="0"/>
                      </a:rPr>
                      <m:t>𝑌</m:t>
                    </m:r>
                  </m:oMath>
                </a14:m>
                <a:r>
                  <a:rPr lang="en-US"/>
                  <a:t> for those with treatment should be</a:t>
                </a:r>
              </a:p>
              <a:p>
                <a:pPr marL="914400" lvl="2"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𝐴𝑇𝑇</m:t>
                      </m:r>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1</m:t>
                              </m:r>
                            </m:sub>
                          </m:sSub>
                        </m:e>
                        <m:e>
                          <m:r>
                            <a:rPr lang="en-US" b="0" i="1" smtClean="0">
                              <a:latin typeface="Cambria Math" panose="02040503050406030204" pitchFamily="18" charset="0"/>
                            </a:rPr>
                            <m:t>𝑋</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1</m:t>
                              </m:r>
                            </m:sub>
                          </m:sSub>
                        </m:e>
                        <m:e>
                          <m:r>
                            <a:rPr lang="en-US" b="0" i="1" smtClean="0">
                              <a:latin typeface="Cambria Math" panose="02040503050406030204" pitchFamily="18" charset="0"/>
                            </a:rPr>
                            <m:t>𝑋</m:t>
                          </m:r>
                          <m:r>
                            <a:rPr lang="en-US" b="0" i="1" smtClean="0">
                              <a:latin typeface="Cambria Math" panose="02040503050406030204" pitchFamily="18" charset="0"/>
                            </a:rPr>
                            <m:t>=0</m:t>
                          </m:r>
                        </m:e>
                      </m:d>
                    </m:oMath>
                  </m:oMathPara>
                </a14:m>
                <a:endParaRPr lang="en-US" b="0"/>
              </a:p>
              <a:p>
                <a:pPr lvl="1"/>
                <a14:m>
                  <m:oMath xmlns:m="http://schemas.openxmlformats.org/officeDocument/2006/math">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oMath>
                </a14:m>
                <a:r>
                  <a:rPr lang="en-US"/>
                  <a:t>: </a:t>
                </a:r>
                <a:r>
                  <a:rPr lang="en-US" b="1"/>
                  <a:t>potential outcome </a:t>
                </a:r>
                <a:r>
                  <a:rPr lang="en-US"/>
                  <a:t>for the treated </a:t>
                </a:r>
                <a:r>
                  <a:rPr lang="en-US">
                    <a:solidFill>
                      <a:srgbClr val="FF0000"/>
                    </a:solidFill>
                  </a:rPr>
                  <a:t>if without treatment</a:t>
                </a:r>
              </a:p>
              <a:p>
                <a:pPr lvl="1"/>
                <a14:m>
                  <m:oMath xmlns:m="http://schemas.openxmlformats.org/officeDocument/2006/math">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r>
                      <a:rPr lang="en-US" i="1">
                        <a:latin typeface="Cambria Math" panose="02040503050406030204" pitchFamily="18" charset="0"/>
                      </a:rPr>
                      <m:t> </m:t>
                    </m:r>
                  </m:oMath>
                </a14:m>
                <a:r>
                  <a:rPr lang="en-US"/>
                  <a:t>is fundamentally unobservable without the time machine</a:t>
                </a:r>
              </a:p>
              <a:p>
                <a:r>
                  <a:rPr lang="en-US"/>
                  <a:t>All causal inference methods use some models to </a:t>
                </a:r>
                <a:r>
                  <a:rPr lang="en-US">
                    <a:solidFill>
                      <a:srgbClr val="FF0000"/>
                    </a:solidFill>
                  </a:rPr>
                  <a:t>estimate</a:t>
                </a:r>
                <a:r>
                  <a:rPr lang="en-US"/>
                  <a:t> </a:t>
                </a:r>
                <a14:m>
                  <m:oMath xmlns:m="http://schemas.openxmlformats.org/officeDocument/2006/math">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r>
                      <a:rPr lang="en-US" i="1">
                        <a:latin typeface="Cambria Math" panose="02040503050406030204" pitchFamily="18" charset="0"/>
                      </a:rPr>
                      <m:t> </m:t>
                    </m:r>
                  </m:oMath>
                </a14:m>
                <a:r>
                  <a:rPr lang="en-US"/>
                  <a:t>based on observations of untreated entities, each with </a:t>
                </a:r>
                <a:r>
                  <a:rPr lang="en-US">
                    <a:solidFill>
                      <a:srgbClr val="FF0000"/>
                    </a:solidFill>
                  </a:rPr>
                  <a:t>assumptions</a:t>
                </a:r>
                <a:r>
                  <a:rPr lang="en-US"/>
                  <a:t> for unbiased estimation</a:t>
                </a:r>
              </a:p>
              <a:p>
                <a:pPr marL="457200" lvl="1" indent="0">
                  <a:buNone/>
                </a:pPr>
                <a14:m>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𝐴𝑇𝑇</m:t>
                        </m:r>
                      </m:e>
                    </m:acc>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=1</m:t>
                        </m:r>
                      </m:e>
                    </m:d>
                    <m:r>
                      <a:rPr lang="en-US" i="1">
                        <a:latin typeface="Cambria Math" panose="02040503050406030204" pitchFamily="18" charset="0"/>
                      </a:rPr>
                      <m:t>−</m:t>
                    </m:r>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e>
                    </m:acc>
                  </m:oMath>
                </a14:m>
                <a:r>
                  <a:rPr lang="en-US"/>
                  <a:t>, where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e>
                    </m:acc>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 </m:t>
                    </m:r>
                  </m:oMath>
                </a14:m>
                <a:endParaRPr lang="en-US"/>
              </a:p>
              <a:p>
                <a:pPr marL="457200" lvl="1" indent="0">
                  <a:buNone/>
                </a:pPr>
                <a:r>
                  <a:rPr lang="en-US"/>
                  <a:t>Under assumption XYZ, we show that </a:t>
                </a: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𝑁</m:t>
                            </m:r>
                            <m:r>
                              <a:rPr lang="en-US" i="1">
                                <a:latin typeface="Cambria Math" panose="02040503050406030204" pitchFamily="18" charset="0"/>
                                <a:ea typeface="Cambria Math" panose="02040503050406030204" pitchFamily="18" charset="0"/>
                              </a:rPr>
                              <m:t>→∞</m:t>
                            </m:r>
                          </m:lim>
                        </m:limLow>
                      </m:fName>
                      <m:e>
                        <m:acc>
                          <m:accPr>
                            <m:chr m:val="̃"/>
                            <m:ctrlPr>
                              <a:rPr lang="en-US" i="1">
                                <a:latin typeface="Cambria Math" panose="02040503050406030204" pitchFamily="18" charset="0"/>
                              </a:rPr>
                            </m:ctrlPr>
                          </m:accPr>
                          <m:e>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e>
                        </m:acc>
                      </m:e>
                    </m:func>
                    <m:r>
                      <a:rPr lang="en-US" i="1">
                        <a:latin typeface="Cambria Math" panose="02040503050406030204" pitchFamily="18" charset="0"/>
                      </a:rPr>
                      <m:t> </m:t>
                    </m:r>
                    <m:r>
                      <a:rPr lang="en-US" b="0" i="1" smtClean="0">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oMath>
                </a14:m>
                <a:endParaRPr lang="en-US"/>
              </a:p>
            </p:txBody>
          </p:sp>
        </mc:Choice>
        <mc:Fallback>
          <p:sp>
            <p:nvSpPr>
              <p:cNvPr id="3" name="Content Placeholder 2">
                <a:extLst>
                  <a:ext uri="{FF2B5EF4-FFF2-40B4-BE49-F238E27FC236}">
                    <a16:creationId xmlns:a16="http://schemas.microsoft.com/office/drawing/2014/main" id="{46DC5E45-FD2F-2DF1-846F-6C47584612B5}"/>
                  </a:ext>
                </a:extLst>
              </p:cNvPr>
              <p:cNvSpPr>
                <a:spLocks noGrp="1" noRot="1" noChangeAspect="1" noMove="1" noResize="1" noEditPoints="1" noAdjustHandles="1" noChangeArrowheads="1" noChangeShapeType="1" noTextEdit="1"/>
              </p:cNvSpPr>
              <p:nvPr>
                <p:ph idx="1"/>
              </p:nvPr>
            </p:nvSpPr>
            <p:spPr>
              <a:blipFill>
                <a:blip r:embed="rId2"/>
                <a:stretch>
                  <a:fillRect l="-737" t="-72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29F2955-4BBB-4A21-4CB2-1CA405F96DC4}"/>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8DD30F6F-ED37-F9C8-53B1-F3A1E0BB85BE}"/>
              </a:ext>
            </a:extLst>
          </p:cNvPr>
          <p:cNvSpPr>
            <a:spLocks noGrp="1"/>
          </p:cNvSpPr>
          <p:nvPr>
            <p:ph type="sldNum" sz="quarter" idx="12"/>
          </p:nvPr>
        </p:nvSpPr>
        <p:spPr/>
        <p:txBody>
          <a:bodyPr/>
          <a:lstStyle/>
          <a:p>
            <a:fld id="{8E90A93A-CBEB-40B0-B638-E400989BEC3F}" type="slidenum">
              <a:rPr lang="zh-CN" altLang="en-US" smtClean="0"/>
              <a:pPr/>
              <a:t>46</a:t>
            </a:fld>
            <a:endParaRPr lang="zh-CN" altLang="en-US"/>
          </a:p>
        </p:txBody>
      </p:sp>
    </p:spTree>
    <p:extLst>
      <p:ext uri="{BB962C8B-B14F-4D97-AF65-F5344CB8AC3E}">
        <p14:creationId xmlns:p14="http://schemas.microsoft.com/office/powerpoint/2010/main" val="29099856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75D8A-AB8E-A8A8-4449-CB8FB1FFD71C}"/>
              </a:ext>
            </a:extLst>
          </p:cNvPr>
          <p:cNvSpPr>
            <a:spLocks noGrp="1"/>
          </p:cNvSpPr>
          <p:nvPr>
            <p:ph type="title"/>
          </p:nvPr>
        </p:nvSpPr>
        <p:spPr/>
        <p:txBody>
          <a:bodyPr>
            <a:normAutofit fontScale="90000"/>
          </a:bodyPr>
          <a:lstStyle/>
          <a:p>
            <a:r>
              <a:rPr lang="en-US" altLang="zh-CN"/>
              <a:t>A</a:t>
            </a:r>
            <a:r>
              <a:rPr lang="zh-CN" altLang="en-US"/>
              <a:t> </a:t>
            </a:r>
            <a:r>
              <a:rPr lang="en-US" altLang="zh-CN"/>
              <a:t>(Pragmatic)</a:t>
            </a:r>
            <a:r>
              <a:rPr lang="zh-CN" altLang="en-US"/>
              <a:t> </a:t>
            </a:r>
            <a:r>
              <a:rPr lang="en-US" altLang="zh-CN"/>
              <a:t>Recipe</a:t>
            </a:r>
            <a:r>
              <a:rPr lang="zh-CN" altLang="en-US"/>
              <a:t> </a:t>
            </a:r>
            <a:r>
              <a:rPr lang="en-US" altLang="zh-CN"/>
              <a:t>for</a:t>
            </a:r>
            <a:r>
              <a:rPr lang="zh-CN" altLang="en-US"/>
              <a:t> </a:t>
            </a:r>
            <a:r>
              <a:rPr lang="en-US" altLang="zh-CN"/>
              <a:t>Causal</a:t>
            </a:r>
            <a:r>
              <a:rPr lang="zh-CN" altLang="en-US"/>
              <a:t> </a:t>
            </a:r>
            <a:r>
              <a:rPr lang="en-US" altLang="zh-CN"/>
              <a:t>Claims</a:t>
            </a:r>
            <a:r>
              <a:rPr lang="zh-CN" altLang="en-US"/>
              <a:t> </a:t>
            </a:r>
            <a:r>
              <a:rPr lang="en-US" altLang="zh-CN"/>
              <a:t>in</a:t>
            </a:r>
            <a:r>
              <a:rPr lang="zh-CN" altLang="en-US"/>
              <a:t> </a:t>
            </a:r>
            <a:r>
              <a:rPr lang="en-US" altLang="zh-CN"/>
              <a:t>Software</a:t>
            </a:r>
            <a:r>
              <a:rPr lang="zh-CN" altLang="en-US"/>
              <a:t> </a:t>
            </a:r>
            <a:r>
              <a:rPr lang="en-US" altLang="zh-CN"/>
              <a:t>Engineering</a:t>
            </a:r>
            <a:r>
              <a:rPr lang="zh-CN" altLang="en-US"/>
              <a:t> </a:t>
            </a:r>
            <a:r>
              <a:rPr lang="en-US" altLang="zh-CN"/>
              <a:t>Research</a:t>
            </a:r>
            <a:r>
              <a:rPr lang="zh-CN" altLang="en-US"/>
              <a:t> </a:t>
            </a:r>
            <a:endParaRPr lang="en-US"/>
          </a:p>
        </p:txBody>
      </p:sp>
      <p:sp>
        <p:nvSpPr>
          <p:cNvPr id="3" name="Content Placeholder 2">
            <a:extLst>
              <a:ext uri="{FF2B5EF4-FFF2-40B4-BE49-F238E27FC236}">
                <a16:creationId xmlns:a16="http://schemas.microsoft.com/office/drawing/2014/main" id="{C3692806-3C10-3D87-1EB7-A6965879889F}"/>
              </a:ext>
            </a:extLst>
          </p:cNvPr>
          <p:cNvSpPr>
            <a:spLocks noGrp="1"/>
          </p:cNvSpPr>
          <p:nvPr>
            <p:ph idx="1"/>
          </p:nvPr>
        </p:nvSpPr>
        <p:spPr/>
        <p:txBody>
          <a:bodyPr>
            <a:normAutofit/>
          </a:bodyPr>
          <a:lstStyle/>
          <a:p>
            <a:r>
              <a:rPr lang="en-US" altLang="zh-CN"/>
              <a:t>Specify</a:t>
            </a:r>
            <a:r>
              <a:rPr lang="zh-CN" altLang="en-US"/>
              <a:t> </a:t>
            </a:r>
            <a:r>
              <a:rPr lang="en-US" altLang="zh-CN"/>
              <a:t>a</a:t>
            </a:r>
            <a:r>
              <a:rPr lang="zh-CN" altLang="en-US"/>
              <a:t> </a:t>
            </a:r>
            <a:r>
              <a:rPr lang="en-US" altLang="zh-CN" b="1"/>
              <a:t>causal</a:t>
            </a:r>
            <a:r>
              <a:rPr lang="zh-CN" altLang="en-US" b="1"/>
              <a:t> </a:t>
            </a:r>
            <a:r>
              <a:rPr lang="en-US" altLang="zh-CN" b="1"/>
              <a:t>theory</a:t>
            </a:r>
            <a:r>
              <a:rPr lang="zh-CN" altLang="en-US" b="1"/>
              <a:t> </a:t>
            </a:r>
            <a:r>
              <a:rPr lang="en-US" altLang="zh-CN"/>
              <a:t>you</a:t>
            </a:r>
            <a:r>
              <a:rPr lang="zh-CN" altLang="en-US"/>
              <a:t> </a:t>
            </a:r>
            <a:r>
              <a:rPr lang="en-US" altLang="zh-CN"/>
              <a:t>want</a:t>
            </a:r>
            <a:r>
              <a:rPr lang="zh-CN" altLang="en-US"/>
              <a:t> </a:t>
            </a:r>
            <a:r>
              <a:rPr lang="en-US" altLang="zh-CN"/>
              <a:t>to</a:t>
            </a:r>
            <a:r>
              <a:rPr lang="zh-CN" altLang="en-US"/>
              <a:t> </a:t>
            </a:r>
            <a:r>
              <a:rPr lang="en-US" altLang="zh-CN"/>
              <a:t>test as</a:t>
            </a:r>
            <a:r>
              <a:rPr lang="zh-CN" altLang="en-US"/>
              <a:t> </a:t>
            </a:r>
            <a:r>
              <a:rPr lang="en-US" altLang="zh-CN">
                <a:solidFill>
                  <a:srgbClr val="FF0000"/>
                </a:solidFill>
              </a:rPr>
              <a:t>directed</a:t>
            </a:r>
            <a:r>
              <a:rPr lang="zh-CN" altLang="en-US">
                <a:solidFill>
                  <a:srgbClr val="FF0000"/>
                </a:solidFill>
              </a:rPr>
              <a:t> </a:t>
            </a:r>
            <a:r>
              <a:rPr lang="en-US" altLang="zh-CN">
                <a:solidFill>
                  <a:srgbClr val="FF0000"/>
                </a:solidFill>
              </a:rPr>
              <a:t>acyclic</a:t>
            </a:r>
            <a:r>
              <a:rPr lang="zh-CN" altLang="en-US">
                <a:solidFill>
                  <a:srgbClr val="FF0000"/>
                </a:solidFill>
              </a:rPr>
              <a:t> </a:t>
            </a:r>
            <a:r>
              <a:rPr lang="en-US" altLang="zh-CN">
                <a:solidFill>
                  <a:srgbClr val="FF0000"/>
                </a:solidFill>
              </a:rPr>
              <a:t>graphs</a:t>
            </a:r>
            <a:r>
              <a:rPr lang="zh-CN" altLang="en-US">
                <a:solidFill>
                  <a:srgbClr val="FF0000"/>
                </a:solidFill>
              </a:rPr>
              <a:t> </a:t>
            </a:r>
            <a:r>
              <a:rPr lang="en-US" altLang="zh-CN"/>
              <a:t>(DAG)</a:t>
            </a:r>
          </a:p>
          <a:p>
            <a:r>
              <a:rPr lang="en-US" altLang="zh-CN"/>
              <a:t>Define</a:t>
            </a:r>
            <a:r>
              <a:rPr lang="zh-CN" altLang="en-US"/>
              <a:t> </a:t>
            </a:r>
            <a:r>
              <a:rPr lang="en-US" altLang="zh-CN" b="1"/>
              <a:t>the</a:t>
            </a:r>
            <a:r>
              <a:rPr lang="zh-CN" altLang="en-US" b="1"/>
              <a:t> </a:t>
            </a:r>
            <a:r>
              <a:rPr lang="en-US" altLang="zh-CN" b="1"/>
              <a:t>potential</a:t>
            </a:r>
            <a:r>
              <a:rPr lang="zh-CN" altLang="en-US" b="1"/>
              <a:t> </a:t>
            </a:r>
            <a:r>
              <a:rPr lang="en-US" altLang="zh-CN" b="1"/>
              <a:t>outcome</a:t>
            </a:r>
            <a:r>
              <a:rPr lang="zh-CN" altLang="en-US"/>
              <a:t> </a:t>
            </a:r>
            <a:r>
              <a:rPr lang="en-US" altLang="zh-CN" b="1"/>
              <a:t>model</a:t>
            </a:r>
            <a:r>
              <a:rPr lang="zh-CN" altLang="en-US"/>
              <a:t> </a:t>
            </a:r>
            <a:r>
              <a:rPr lang="en-US" altLang="zh-CN"/>
              <a:t>you</a:t>
            </a:r>
            <a:r>
              <a:rPr lang="zh-CN" altLang="en-US"/>
              <a:t> </a:t>
            </a:r>
            <a:r>
              <a:rPr lang="en-US" altLang="zh-CN"/>
              <a:t>are</a:t>
            </a:r>
            <a:r>
              <a:rPr lang="zh-CN" altLang="en-US"/>
              <a:t> </a:t>
            </a:r>
            <a:r>
              <a:rPr lang="en-US" altLang="zh-CN"/>
              <a:t>using,</a:t>
            </a:r>
            <a:r>
              <a:rPr lang="zh-CN" altLang="en-US"/>
              <a:t> </a:t>
            </a:r>
            <a:r>
              <a:rPr lang="en-US" altLang="zh-CN"/>
              <a:t>and</a:t>
            </a:r>
            <a:r>
              <a:rPr lang="zh-CN" altLang="en-US"/>
              <a:t> </a:t>
            </a:r>
            <a:r>
              <a:rPr lang="en-US" altLang="zh-CN"/>
              <a:t>under</a:t>
            </a:r>
            <a:r>
              <a:rPr lang="zh-CN" altLang="en-US"/>
              <a:t> </a:t>
            </a:r>
            <a:r>
              <a:rPr lang="en-US" altLang="zh-CN"/>
              <a:t>what</a:t>
            </a:r>
            <a:r>
              <a:rPr lang="zh-CN" altLang="en-US"/>
              <a:t> </a:t>
            </a:r>
            <a:r>
              <a:rPr lang="en-US" altLang="zh-CN" b="1">
                <a:solidFill>
                  <a:srgbClr val="FF0000"/>
                </a:solidFill>
              </a:rPr>
              <a:t>assumption</a:t>
            </a:r>
            <a:r>
              <a:rPr lang="zh-CN" altLang="en-US">
                <a:solidFill>
                  <a:srgbClr val="FF0000"/>
                </a:solidFill>
              </a:rPr>
              <a:t> </a:t>
            </a:r>
            <a:r>
              <a:rPr lang="en-US" altLang="zh-CN"/>
              <a:t>the</a:t>
            </a:r>
            <a:r>
              <a:rPr lang="zh-CN" altLang="en-US"/>
              <a:t> </a:t>
            </a:r>
            <a:r>
              <a:rPr lang="en-US" altLang="zh-CN"/>
              <a:t>model</a:t>
            </a:r>
            <a:r>
              <a:rPr lang="zh-CN" altLang="en-US"/>
              <a:t> </a:t>
            </a:r>
            <a:r>
              <a:rPr lang="en-US" altLang="zh-CN"/>
              <a:t>would</a:t>
            </a:r>
            <a:r>
              <a:rPr lang="zh-CN" altLang="en-US"/>
              <a:t> </a:t>
            </a:r>
            <a:r>
              <a:rPr lang="en-US" altLang="zh-CN"/>
              <a:t>be</a:t>
            </a:r>
            <a:r>
              <a:rPr lang="zh-CN" altLang="en-US"/>
              <a:t> </a:t>
            </a:r>
            <a:r>
              <a:rPr lang="en-US" altLang="zh-CN"/>
              <a:t>able</a:t>
            </a:r>
            <a:r>
              <a:rPr lang="zh-CN" altLang="en-US"/>
              <a:t> </a:t>
            </a:r>
            <a:r>
              <a:rPr lang="en-US" altLang="zh-CN"/>
              <a:t>to</a:t>
            </a:r>
            <a:r>
              <a:rPr lang="zh-CN" altLang="en-US"/>
              <a:t> </a:t>
            </a:r>
            <a:r>
              <a:rPr lang="en-US" altLang="zh-CN">
                <a:solidFill>
                  <a:srgbClr val="FF0000"/>
                </a:solidFill>
              </a:rPr>
              <a:t>unbiasedly</a:t>
            </a:r>
            <a:r>
              <a:rPr lang="zh-CN" altLang="en-US"/>
              <a:t> </a:t>
            </a:r>
            <a:r>
              <a:rPr lang="en-US" altLang="zh-CN"/>
              <a:t>estimate</a:t>
            </a:r>
            <a:r>
              <a:rPr lang="zh-CN" altLang="en-US"/>
              <a:t> </a:t>
            </a:r>
            <a:r>
              <a:rPr lang="en-US" altLang="zh-CN"/>
              <a:t>the</a:t>
            </a:r>
            <a:r>
              <a:rPr lang="zh-CN" altLang="en-US"/>
              <a:t> </a:t>
            </a:r>
            <a:r>
              <a:rPr lang="en-US" altLang="zh-CN"/>
              <a:t>causal</a:t>
            </a:r>
            <a:r>
              <a:rPr lang="zh-CN" altLang="en-US"/>
              <a:t> </a:t>
            </a:r>
            <a:r>
              <a:rPr lang="en-US" altLang="zh-CN"/>
              <a:t>effect</a:t>
            </a:r>
          </a:p>
          <a:p>
            <a:r>
              <a:rPr lang="en-US" altLang="zh-CN"/>
              <a:t>Collect</a:t>
            </a:r>
            <a:r>
              <a:rPr lang="zh-CN" altLang="en-US"/>
              <a:t> </a:t>
            </a:r>
            <a:r>
              <a:rPr lang="en-US" altLang="zh-CN"/>
              <a:t>appropriate</a:t>
            </a:r>
            <a:r>
              <a:rPr lang="zh-CN" altLang="en-US"/>
              <a:t> </a:t>
            </a:r>
            <a:r>
              <a:rPr lang="en-US" altLang="zh-CN"/>
              <a:t>data</a:t>
            </a:r>
            <a:r>
              <a:rPr lang="zh-CN" altLang="en-US"/>
              <a:t> </a:t>
            </a:r>
            <a:r>
              <a:rPr lang="en-US" altLang="zh-CN"/>
              <a:t>from</a:t>
            </a:r>
            <a:r>
              <a:rPr lang="zh-CN" altLang="en-US"/>
              <a:t> </a:t>
            </a:r>
            <a:r>
              <a:rPr lang="en-US" altLang="zh-CN"/>
              <a:t>a population</a:t>
            </a:r>
            <a:r>
              <a:rPr lang="zh-CN" altLang="en-US"/>
              <a:t> </a:t>
            </a:r>
            <a:r>
              <a:rPr lang="en-US" altLang="zh-CN"/>
              <a:t>to</a:t>
            </a:r>
            <a:r>
              <a:rPr lang="zh-CN" altLang="en-US"/>
              <a:t> </a:t>
            </a:r>
            <a:r>
              <a:rPr lang="en-US" altLang="zh-CN"/>
              <a:t>fit</a:t>
            </a:r>
            <a:r>
              <a:rPr lang="zh-CN" altLang="en-US"/>
              <a:t> </a:t>
            </a:r>
            <a:r>
              <a:rPr lang="en-US" altLang="zh-CN"/>
              <a:t>the</a:t>
            </a:r>
            <a:r>
              <a:rPr lang="zh-CN" altLang="en-US"/>
              <a:t> </a:t>
            </a:r>
            <a:r>
              <a:rPr lang="en-US" altLang="zh-CN"/>
              <a:t>model</a:t>
            </a:r>
          </a:p>
          <a:p>
            <a:r>
              <a:rPr lang="en-US" altLang="zh-CN"/>
              <a:t>If</a:t>
            </a:r>
            <a:r>
              <a:rPr lang="zh-CN" altLang="en-US"/>
              <a:t> </a:t>
            </a:r>
            <a:r>
              <a:rPr lang="en-US" altLang="zh-CN"/>
              <a:t>possible,</a:t>
            </a:r>
            <a:r>
              <a:rPr lang="zh-CN" altLang="en-US"/>
              <a:t> </a:t>
            </a:r>
            <a:r>
              <a:rPr lang="en-US" altLang="zh-CN"/>
              <a:t>provide</a:t>
            </a:r>
            <a:r>
              <a:rPr lang="zh-CN" altLang="en-US"/>
              <a:t> </a:t>
            </a:r>
            <a:r>
              <a:rPr lang="en-US" altLang="zh-CN"/>
              <a:t>explicit</a:t>
            </a:r>
            <a:r>
              <a:rPr lang="zh-CN" altLang="en-US"/>
              <a:t> </a:t>
            </a:r>
            <a:r>
              <a:rPr lang="en-US" altLang="zh-CN" b="1"/>
              <a:t>test</a:t>
            </a:r>
            <a:r>
              <a:rPr lang="zh-CN" altLang="en-US"/>
              <a:t> </a:t>
            </a:r>
            <a:r>
              <a:rPr lang="en-US" altLang="zh-CN"/>
              <a:t>of</a:t>
            </a:r>
            <a:r>
              <a:rPr lang="zh-CN" altLang="en-US"/>
              <a:t> </a:t>
            </a:r>
            <a:r>
              <a:rPr lang="en-US" altLang="zh-CN"/>
              <a:t>the</a:t>
            </a:r>
            <a:r>
              <a:rPr lang="zh-CN" altLang="en-US"/>
              <a:t> </a:t>
            </a:r>
            <a:r>
              <a:rPr lang="en-US" altLang="zh-CN"/>
              <a:t>above</a:t>
            </a:r>
            <a:r>
              <a:rPr lang="zh-CN" altLang="en-US"/>
              <a:t> </a:t>
            </a:r>
            <a:r>
              <a:rPr lang="en-US" altLang="zh-CN"/>
              <a:t>assumption</a:t>
            </a:r>
          </a:p>
          <a:p>
            <a:pPr lvl="1">
              <a:buFont typeface="Symbol" pitchFamily="2" charset="2"/>
              <a:buChar char="Þ"/>
            </a:pPr>
            <a:r>
              <a:rPr lang="en-US" altLang="zh-CN"/>
              <a:t>those</a:t>
            </a:r>
            <a:r>
              <a:rPr lang="zh-CN" altLang="en-US"/>
              <a:t> </a:t>
            </a:r>
            <a:r>
              <a:rPr lang="en-US" altLang="zh-CN"/>
              <a:t>with</a:t>
            </a:r>
            <a:r>
              <a:rPr lang="zh-CN" altLang="en-US"/>
              <a:t> </a:t>
            </a:r>
            <a:r>
              <a:rPr lang="en-US" altLang="zh-CN"/>
              <a:t>testable</a:t>
            </a:r>
            <a:r>
              <a:rPr lang="zh-CN" altLang="en-US"/>
              <a:t> </a:t>
            </a:r>
            <a:r>
              <a:rPr lang="en-US" altLang="zh-CN"/>
              <a:t>underlying</a:t>
            </a:r>
            <a:r>
              <a:rPr lang="zh-CN" altLang="en-US"/>
              <a:t> </a:t>
            </a:r>
            <a:r>
              <a:rPr lang="en-US" altLang="zh-CN"/>
              <a:t>assumptions</a:t>
            </a:r>
            <a:r>
              <a:rPr lang="zh-CN" altLang="en-US"/>
              <a:t> </a:t>
            </a:r>
            <a:r>
              <a:rPr lang="en-US" altLang="zh-CN"/>
              <a:t>carry</a:t>
            </a:r>
            <a:r>
              <a:rPr lang="zh-CN" altLang="en-US"/>
              <a:t> </a:t>
            </a:r>
            <a:r>
              <a:rPr lang="en-US" altLang="zh-CN"/>
              <a:t>stronger</a:t>
            </a:r>
            <a:r>
              <a:rPr lang="zh-CN" altLang="en-US"/>
              <a:t> </a:t>
            </a:r>
            <a:r>
              <a:rPr lang="en-US" altLang="zh-CN" b="1"/>
              <a:t>internal</a:t>
            </a:r>
            <a:r>
              <a:rPr lang="zh-CN" altLang="en-US" b="1"/>
              <a:t> </a:t>
            </a:r>
            <a:r>
              <a:rPr lang="en-US" altLang="zh-CN" b="1"/>
              <a:t>validity</a:t>
            </a:r>
          </a:p>
          <a:p>
            <a:r>
              <a:rPr lang="en-US" altLang="zh-CN"/>
              <a:t>Otherwise,</a:t>
            </a:r>
            <a:r>
              <a:rPr lang="zh-CN" altLang="en-US"/>
              <a:t> </a:t>
            </a:r>
            <a:r>
              <a:rPr lang="en-US" altLang="zh-CN"/>
              <a:t>argue</a:t>
            </a:r>
            <a:r>
              <a:rPr lang="zh-CN" altLang="en-US"/>
              <a:t> </a:t>
            </a:r>
            <a:r>
              <a:rPr lang="en-US" altLang="zh-CN"/>
              <a:t>the</a:t>
            </a:r>
            <a:r>
              <a:rPr lang="zh-CN" altLang="en-US"/>
              <a:t> </a:t>
            </a:r>
            <a:r>
              <a:rPr lang="en-US" altLang="zh-CN" b="1"/>
              <a:t>plausibility</a:t>
            </a:r>
            <a:r>
              <a:rPr lang="zh-CN" altLang="en-US"/>
              <a:t> </a:t>
            </a:r>
            <a:r>
              <a:rPr lang="en-US" altLang="zh-CN"/>
              <a:t>of</a:t>
            </a:r>
            <a:r>
              <a:rPr lang="zh-CN" altLang="en-US"/>
              <a:t> </a:t>
            </a:r>
            <a:r>
              <a:rPr lang="en-US" altLang="zh-CN"/>
              <a:t>the</a:t>
            </a:r>
            <a:r>
              <a:rPr lang="zh-CN" altLang="en-US"/>
              <a:t> </a:t>
            </a:r>
            <a:r>
              <a:rPr lang="en-US" altLang="zh-CN"/>
              <a:t>above</a:t>
            </a:r>
            <a:r>
              <a:rPr lang="zh-CN" altLang="en-US"/>
              <a:t> </a:t>
            </a:r>
            <a:r>
              <a:rPr lang="en-US" altLang="zh-CN"/>
              <a:t>assumption</a:t>
            </a:r>
          </a:p>
          <a:p>
            <a:pPr lvl="1">
              <a:buFont typeface="Symbol" pitchFamily="2" charset="2"/>
              <a:buChar char="Þ"/>
            </a:pPr>
            <a:r>
              <a:rPr lang="en-US" altLang="zh-CN"/>
              <a:t>Reason</a:t>
            </a:r>
            <a:r>
              <a:rPr lang="zh-CN" altLang="en-US"/>
              <a:t> </a:t>
            </a:r>
            <a:r>
              <a:rPr lang="en-US" altLang="zh-CN"/>
              <a:t>on</a:t>
            </a:r>
            <a:r>
              <a:rPr lang="zh-CN" altLang="en-US"/>
              <a:t> </a:t>
            </a:r>
            <a:r>
              <a:rPr lang="en-US" altLang="zh-CN"/>
              <a:t>plausibility</a:t>
            </a:r>
            <a:r>
              <a:rPr lang="zh-CN" altLang="en-US"/>
              <a:t> </a:t>
            </a:r>
            <a:r>
              <a:rPr lang="en-US" altLang="zh-CN"/>
              <a:t>through</a:t>
            </a:r>
            <a:r>
              <a:rPr lang="zh-CN" altLang="en-US"/>
              <a:t> </a:t>
            </a:r>
            <a:r>
              <a:rPr lang="en-US" altLang="zh-CN">
                <a:solidFill>
                  <a:srgbClr val="FF0000"/>
                </a:solidFill>
              </a:rPr>
              <a:t>causal</a:t>
            </a:r>
            <a:r>
              <a:rPr lang="zh-CN" altLang="en-US">
                <a:solidFill>
                  <a:srgbClr val="FF0000"/>
                </a:solidFill>
              </a:rPr>
              <a:t> </a:t>
            </a:r>
            <a:r>
              <a:rPr lang="en-US" altLang="zh-CN">
                <a:solidFill>
                  <a:srgbClr val="FF0000"/>
                </a:solidFill>
              </a:rPr>
              <a:t>DAGs</a:t>
            </a:r>
            <a:r>
              <a:rPr lang="zh-CN" altLang="en-US"/>
              <a:t> </a:t>
            </a:r>
            <a:r>
              <a:rPr lang="en-US" altLang="zh-CN"/>
              <a:t>and</a:t>
            </a:r>
            <a:r>
              <a:rPr lang="zh-CN" altLang="en-US"/>
              <a:t> </a:t>
            </a:r>
            <a:r>
              <a:rPr lang="en-US" altLang="zh-CN">
                <a:solidFill>
                  <a:srgbClr val="FF0000"/>
                </a:solidFill>
              </a:rPr>
              <a:t>alternative</a:t>
            </a:r>
            <a:r>
              <a:rPr lang="zh-CN" altLang="en-US">
                <a:solidFill>
                  <a:srgbClr val="FF0000"/>
                </a:solidFill>
              </a:rPr>
              <a:t> </a:t>
            </a:r>
            <a:r>
              <a:rPr lang="en-US" altLang="zh-CN">
                <a:solidFill>
                  <a:srgbClr val="FF0000"/>
                </a:solidFill>
              </a:rPr>
              <a:t>explanations</a:t>
            </a:r>
          </a:p>
          <a:p>
            <a:pPr lvl="1">
              <a:buFont typeface="Symbol" pitchFamily="2" charset="2"/>
              <a:buChar char="Þ"/>
            </a:pPr>
            <a:r>
              <a:rPr lang="en-US" altLang="zh-CN"/>
              <a:t>Some</a:t>
            </a:r>
            <a:r>
              <a:rPr lang="zh-CN" altLang="en-US"/>
              <a:t> </a:t>
            </a:r>
            <a:r>
              <a:rPr lang="en-US" altLang="zh-CN"/>
              <a:t>models</a:t>
            </a:r>
            <a:r>
              <a:rPr lang="zh-CN" altLang="en-US"/>
              <a:t> </a:t>
            </a:r>
            <a:r>
              <a:rPr lang="en-US" altLang="zh-CN"/>
              <a:t>provide</a:t>
            </a:r>
            <a:r>
              <a:rPr lang="zh-CN" altLang="en-US"/>
              <a:t> </a:t>
            </a:r>
            <a:r>
              <a:rPr lang="en-US" altLang="zh-CN"/>
              <a:t>established</a:t>
            </a:r>
            <a:r>
              <a:rPr lang="zh-CN" altLang="en-US"/>
              <a:t> </a:t>
            </a:r>
            <a:r>
              <a:rPr lang="en-US" altLang="zh-CN"/>
              <a:t>plausibility</a:t>
            </a:r>
            <a:r>
              <a:rPr lang="zh-CN" altLang="en-US"/>
              <a:t> </a:t>
            </a:r>
            <a:r>
              <a:rPr lang="en-US" altLang="zh-CN"/>
              <a:t>tests</a:t>
            </a:r>
            <a:r>
              <a:rPr lang="zh-CN" altLang="en-US"/>
              <a:t> </a:t>
            </a:r>
            <a:r>
              <a:rPr lang="en-US" altLang="zh-CN"/>
              <a:t>(e.g.,</a:t>
            </a:r>
            <a:r>
              <a:rPr lang="zh-CN" altLang="en-US"/>
              <a:t> </a:t>
            </a:r>
            <a:r>
              <a:rPr lang="en-US" altLang="zh-CN"/>
              <a:t>pre-trend</a:t>
            </a:r>
            <a:r>
              <a:rPr lang="zh-CN" altLang="en-US"/>
              <a:t> </a:t>
            </a:r>
            <a:r>
              <a:rPr lang="en-US" altLang="zh-CN"/>
              <a:t>for</a:t>
            </a:r>
            <a:r>
              <a:rPr lang="zh-CN" altLang="en-US"/>
              <a:t> </a:t>
            </a:r>
            <a:r>
              <a:rPr lang="en-US" altLang="zh-CN" err="1"/>
              <a:t>DiD</a:t>
            </a:r>
            <a:r>
              <a:rPr lang="en-US" altLang="zh-CN"/>
              <a:t>)</a:t>
            </a:r>
            <a:endParaRPr lang="en-US"/>
          </a:p>
        </p:txBody>
      </p:sp>
      <p:sp>
        <p:nvSpPr>
          <p:cNvPr id="4" name="Footer Placeholder 3">
            <a:extLst>
              <a:ext uri="{FF2B5EF4-FFF2-40B4-BE49-F238E27FC236}">
                <a16:creationId xmlns:a16="http://schemas.microsoft.com/office/drawing/2014/main" id="{F35B9363-D236-7D4C-3F83-735B71007503}"/>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E2350A09-C26D-6F67-3277-F644B8164B47}"/>
              </a:ext>
            </a:extLst>
          </p:cNvPr>
          <p:cNvSpPr>
            <a:spLocks noGrp="1"/>
          </p:cNvSpPr>
          <p:nvPr>
            <p:ph type="sldNum" sz="quarter" idx="12"/>
          </p:nvPr>
        </p:nvSpPr>
        <p:spPr/>
        <p:txBody>
          <a:bodyPr/>
          <a:lstStyle/>
          <a:p>
            <a:fld id="{8E90A93A-CBEB-40B0-B638-E400989BEC3F}" type="slidenum">
              <a:rPr lang="zh-CN" altLang="en-US" smtClean="0"/>
              <a:pPr/>
              <a:t>47</a:t>
            </a:fld>
            <a:endParaRPr lang="zh-CN" altLang="en-US"/>
          </a:p>
        </p:txBody>
      </p:sp>
    </p:spTree>
    <p:extLst>
      <p:ext uri="{BB962C8B-B14F-4D97-AF65-F5344CB8AC3E}">
        <p14:creationId xmlns:p14="http://schemas.microsoft.com/office/powerpoint/2010/main" val="42771710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D373E-0D00-C7BE-3EFA-265CA499B108}"/>
              </a:ext>
            </a:extLst>
          </p:cNvPr>
          <p:cNvSpPr>
            <a:spLocks noGrp="1"/>
          </p:cNvSpPr>
          <p:nvPr>
            <p:ph type="title"/>
          </p:nvPr>
        </p:nvSpPr>
        <p:spPr/>
        <p:txBody>
          <a:bodyPr/>
          <a:lstStyle/>
          <a:p>
            <a:r>
              <a:rPr lang="en-US"/>
              <a:t>The Internal-External Validity Trade-Off</a:t>
            </a:r>
          </a:p>
        </p:txBody>
      </p:sp>
      <p:sp>
        <p:nvSpPr>
          <p:cNvPr id="3" name="Content Placeholder 2">
            <a:extLst>
              <a:ext uri="{FF2B5EF4-FFF2-40B4-BE49-F238E27FC236}">
                <a16:creationId xmlns:a16="http://schemas.microsoft.com/office/drawing/2014/main" id="{A7549E7D-510B-4F03-1492-898CC3D7668D}"/>
              </a:ext>
            </a:extLst>
          </p:cNvPr>
          <p:cNvSpPr>
            <a:spLocks noGrp="1"/>
          </p:cNvSpPr>
          <p:nvPr>
            <p:ph idx="1"/>
          </p:nvPr>
        </p:nvSpPr>
        <p:spPr/>
        <p:txBody>
          <a:bodyPr>
            <a:normAutofit/>
          </a:bodyPr>
          <a:lstStyle/>
          <a:p>
            <a:r>
              <a:rPr lang="en-US" b="1"/>
              <a:t>Internal Validity: </a:t>
            </a:r>
            <a:r>
              <a:rPr lang="en-US"/>
              <a:t>The extent to which a design may support a valid causal claim</a:t>
            </a:r>
          </a:p>
          <a:p>
            <a:r>
              <a:rPr lang="en-US" b="1"/>
              <a:t>External Validity: </a:t>
            </a:r>
            <a:r>
              <a:rPr lang="en-US"/>
              <a:t>The extent to which a design can generalize to other settings</a:t>
            </a:r>
          </a:p>
          <a:p>
            <a:endParaRPr lang="en-US"/>
          </a:p>
          <a:p>
            <a:r>
              <a:rPr lang="en-US"/>
              <a:t>Randomized experiments have highest internal validity but lowest external validity </a:t>
            </a:r>
          </a:p>
          <a:p>
            <a:pPr lvl="1"/>
            <a:r>
              <a:rPr lang="en-US"/>
              <a:t>Randomization supports causal interpretation by design and easily testable</a:t>
            </a:r>
          </a:p>
          <a:p>
            <a:pPr lvl="1"/>
            <a:r>
              <a:rPr lang="en-US"/>
              <a:t>Hard to design experiments that align with reality (especially in SE research)</a:t>
            </a:r>
          </a:p>
          <a:p>
            <a:r>
              <a:rPr lang="en-US"/>
              <a:t>Observational studies have various level of internal-external validity by design</a:t>
            </a:r>
          </a:p>
          <a:p>
            <a:pPr lvl="1"/>
            <a:r>
              <a:rPr lang="en-US"/>
              <a:t>Natural experiment and quasi-experimental settings =&gt; higher internal validity</a:t>
            </a:r>
          </a:p>
          <a:p>
            <a:pPr lvl="1"/>
            <a:r>
              <a:rPr lang="en-US"/>
              <a:t>Large-scale studies =&gt; higher external validity but hard to make causal claims</a:t>
            </a:r>
          </a:p>
          <a:p>
            <a:pPr lvl="1"/>
            <a:endParaRPr lang="en-US"/>
          </a:p>
        </p:txBody>
      </p:sp>
      <p:sp>
        <p:nvSpPr>
          <p:cNvPr id="4" name="Footer Placeholder 3">
            <a:extLst>
              <a:ext uri="{FF2B5EF4-FFF2-40B4-BE49-F238E27FC236}">
                <a16:creationId xmlns:a16="http://schemas.microsoft.com/office/drawing/2014/main" id="{C7083F4F-F457-EE23-E4CF-5F14D77ECCDA}"/>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5DAAD50F-4CEC-6EB4-EB02-0A1E07B23622}"/>
              </a:ext>
            </a:extLst>
          </p:cNvPr>
          <p:cNvSpPr>
            <a:spLocks noGrp="1"/>
          </p:cNvSpPr>
          <p:nvPr>
            <p:ph type="sldNum" sz="quarter" idx="12"/>
          </p:nvPr>
        </p:nvSpPr>
        <p:spPr/>
        <p:txBody>
          <a:bodyPr/>
          <a:lstStyle/>
          <a:p>
            <a:fld id="{8E90A93A-CBEB-40B0-B638-E400989BEC3F}" type="slidenum">
              <a:rPr lang="zh-CN" altLang="en-US" smtClean="0"/>
              <a:pPr/>
              <a:t>48</a:t>
            </a:fld>
            <a:endParaRPr lang="zh-CN" altLang="en-US"/>
          </a:p>
        </p:txBody>
      </p:sp>
    </p:spTree>
    <p:extLst>
      <p:ext uri="{BB962C8B-B14F-4D97-AF65-F5344CB8AC3E}">
        <p14:creationId xmlns:p14="http://schemas.microsoft.com/office/powerpoint/2010/main" val="1427573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3357</Words>
  <Application>Microsoft Office PowerPoint</Application>
  <PresentationFormat>Widescreen</PresentationFormat>
  <Paragraphs>412</Paragraphs>
  <Slides>48</Slides>
  <Notes>4</Notes>
  <HiddenSlides>10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等线</vt:lpstr>
      <vt:lpstr>等线 Light</vt:lpstr>
      <vt:lpstr>Arial</vt:lpstr>
      <vt:lpstr>Calibri</vt:lpstr>
      <vt:lpstr>Cambria Math</vt:lpstr>
      <vt:lpstr>Gadugi</vt:lpstr>
      <vt:lpstr>Roboto</vt:lpstr>
      <vt:lpstr>Roboto Slab</vt:lpstr>
      <vt:lpstr>Symbol</vt:lpstr>
      <vt:lpstr>Office 主题​​</vt:lpstr>
      <vt:lpstr>Dispelling Software Engineering Myths: A Pragmatic Causal Inference Approach</vt:lpstr>
      <vt:lpstr>Software engineering is one of the most consequential engineering disciplines in the modern era</vt:lpstr>
      <vt:lpstr>However, software engineering practice today is filled with myths</vt:lpstr>
      <vt:lpstr>Example 1: Pinning vs. Floating </vt:lpstr>
      <vt:lpstr>Example 1: Pinning vs. Floating </vt:lpstr>
      <vt:lpstr>Example 2: GitHub Stars for Growth Hacking</vt:lpstr>
      <vt:lpstr>Example 3: AI Coding Tools on Productivity</vt:lpstr>
      <vt:lpstr>Example 4: Programming Language vs. Defect Proneness</vt:lpstr>
      <vt:lpstr>Example 4: Programming Language vs. Defect Proneness</vt:lpstr>
      <vt:lpstr>Example 4: Programming Language vs. Defect Proneness</vt:lpstr>
      <vt:lpstr>The Art of Causal Inference on Observational Data</vt:lpstr>
      <vt:lpstr>The Modern Weaponry for Causal Inference</vt:lpstr>
      <vt:lpstr>It has been used in software engineering, but not that much</vt:lpstr>
      <vt:lpstr>PowerPoint Presentation</vt:lpstr>
      <vt:lpstr>Common Pattern: Claiming to be only studying correlation when the research question is fundamentally a question about causal relationships</vt:lpstr>
      <vt:lpstr>Even a “causal inference” method is claimed, SE research may fail to discuss the nuance of underlying assumptions and when you can make a causal claim</vt:lpstr>
      <vt:lpstr>Without a framework and language of causal credibility, one has to be an expert to assess the strength of causal claims in each paper</vt:lpstr>
      <vt:lpstr>Thesis Statement</vt:lpstr>
      <vt:lpstr>Expected Thesis Contributions</vt:lpstr>
      <vt:lpstr>Completed Work: Pinning vs. Floating</vt:lpstr>
      <vt:lpstr>Completed Work : Pinning vs. Floating</vt:lpstr>
      <vt:lpstr>Completed Work: Pinning vs. Floating</vt:lpstr>
      <vt:lpstr>Completed Work: Pinning vs. Floating</vt:lpstr>
      <vt:lpstr>Completed Work: The Effect of Fake GitHub Stars</vt:lpstr>
      <vt:lpstr>Completed Work: The Effect of Fake GitHub Stars</vt:lpstr>
      <vt:lpstr>Completed Work: The Effect of Fake GitHub Stars</vt:lpstr>
      <vt:lpstr>Completed Work: The Impact of Cursor AI Adoption</vt:lpstr>
      <vt:lpstr>Completed Work: The Impact of Cursor AI Adoption</vt:lpstr>
      <vt:lpstr>Completed Work: The Impact of Cursor AI Adoption</vt:lpstr>
      <vt:lpstr>Completed Work: The Impact of Cursor AI Adoption</vt:lpstr>
      <vt:lpstr>Proposed Work: Revisiting the PL vs. Defect Proneness Debate </vt:lpstr>
      <vt:lpstr>PL vs. Defect Proneness: A (Possible) Causal DAG</vt:lpstr>
      <vt:lpstr>PL vs. Defect Proneness: Model Specification of Ray et al.</vt:lpstr>
      <vt:lpstr>PL vs. Defect Proneness: What Confounders are Controlled Here?</vt:lpstr>
      <vt:lpstr>Proposed Work 1: Revisiting Ray et al. Dataset with Fixed Effects</vt:lpstr>
      <vt:lpstr>PL vs. Defect Proneness: Results from Two-Way Fixed Effects</vt:lpstr>
      <vt:lpstr>PL vs. Defect Proneness: Are We Good Yet?</vt:lpstr>
      <vt:lpstr>PL vs. Defect Proneness: Are We Good Yet?</vt:lpstr>
      <vt:lpstr>PL vs. Defect Proneness: Are We Good Yet?</vt:lpstr>
      <vt:lpstr>Proposed Work 2: Natural Experiment of JS→TS Migration</vt:lpstr>
      <vt:lpstr>Timeline and Feasibility</vt:lpstr>
      <vt:lpstr>Controlled Experiment</vt:lpstr>
      <vt:lpstr>Toward a hierarchy of causal evidence with credibility assessments</vt:lpstr>
      <vt:lpstr>Summary</vt:lpstr>
      <vt:lpstr>Causal Directed Acyclic Graphs (DAGs)</vt:lpstr>
      <vt:lpstr>The Potential Outcome Framework</vt:lpstr>
      <vt:lpstr>A (Pragmatic) Recipe for Causal Claims in Software Engineering Research </vt:lpstr>
      <vt:lpstr>The Internal-External Validity Trade-Off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Multi-Metric Ranking Approach for Library Migration Recommendations</dc:title>
  <dc:creator>hehao</dc:creator>
  <cp:lastModifiedBy>Hao He</cp:lastModifiedBy>
  <cp:revision>1</cp:revision>
  <dcterms:created xsi:type="dcterms:W3CDTF">2021-03-04T09:37:12Z</dcterms:created>
  <dcterms:modified xsi:type="dcterms:W3CDTF">2026-03-09T18:45:22Z</dcterms:modified>
</cp:coreProperties>
</file>